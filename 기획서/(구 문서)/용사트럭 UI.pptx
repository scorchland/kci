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57" r:id="rId5"/>
    <p:sldId id="269" r:id="rId6"/>
    <p:sldId id="264" r:id="rId7"/>
    <p:sldId id="266" r:id="rId8"/>
    <p:sldId id="265" r:id="rId9"/>
    <p:sldId id="267" r:id="rId10"/>
    <p:sldId id="268" r:id="rId11"/>
    <p:sldId id="258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245C5-4250-0070-2934-9C39E6F19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4E5147-FE4A-64E8-714F-FA320D8F1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6F9829-EF82-FE6C-5B0E-29B35B8C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406584-6807-008A-F9F7-E1A10978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B0B28C-1F6A-FC20-7D09-7A81A6A1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72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91036-E09F-3674-46F6-7735C63A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72C8DD-6DFC-F115-BB1C-DBC4805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295E7-0953-771E-E846-5C8D1A532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E3FC3C-831B-EECB-F3B3-2765788D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65751E-54EA-B255-12C1-451E828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8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8277F-5093-B403-1F34-8C99DAFF8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7FB8D-848D-2F2C-3DC7-44C38BEA7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EBB343-64BB-9FBE-D198-19AC1DD5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E21950-ABEC-D73D-5419-27645308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BFDAD5-87E8-A1A1-3244-0FA89505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5983E-BE51-8C68-5DDF-04FFF26F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63E53-1439-1B2A-80BF-67BC571D8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1CD6B5-EE97-6262-B890-7BD73959D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5398F8-923F-A875-3D4B-E2297E7D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1EB404-6C46-B139-2CD6-9BD367CE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C20FB-EC1C-F9A3-4883-75AE7490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79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3549C-A192-0CC5-5D67-69694E98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8D4375-F2A5-1B5D-FC78-CF32E859D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01301-1FD5-3912-287C-17A9DCCCF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0F31C3-1C54-2FA3-9542-B9873AC01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3B7000-7138-6DD0-606C-659D227DC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982C3D-9B3E-5D3F-782B-AA00D409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11FB3A-86B5-0D00-292B-07077D6B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A6418E-B3D7-D407-B46D-04A533D7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88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232AB-D999-1F80-2225-2243F3FF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F5640A-3AD0-755C-5D0C-A3B4413DE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121D51-6217-9E0A-5AC1-BC301659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8EB023-A559-F5A2-BB04-5249BE27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45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4418A6-B81F-30FD-A0DA-8B1516A9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E2B48A-B3E8-F2A4-38AB-11A935DB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DAA744-3C00-D3E3-153B-EB1A00B4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81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EEB78-DA9C-A229-FEC6-C344C034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245725-175A-41AF-544E-ECC794BA7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CF8D7A-FDB6-8906-E0D6-F19E204C7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84FC5-E5C3-7C13-03D2-E76E418E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7EC395-8D31-5274-7D7F-85D61953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F72286-F39C-C2C1-DC38-CA5D6E13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50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2527D-2209-2259-32E5-99131F1A1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A4D9B6-42FC-19B7-EED6-0E923D547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E8C8B2-C9ED-6A2C-6C6F-3D8EB5CC3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C62A4E-AC5A-443F-1CAB-9C71E84B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CBB561-C5DD-985F-0142-1B3CBBBE7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016BB1-5532-AEA2-4B13-4089492C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730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5308E-4854-0F8E-000F-86F37131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E120B6-D820-4923-CE15-06FD95BDC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14CD6B-C8C9-BDFC-97F3-E55B1C7E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D8B2E7-D5D4-A00C-695B-5F322A78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DC349B-BC38-6C97-599C-72FC53F3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56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28C17A-0C3E-6454-74F8-4F649B1EC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839BE7-4FB0-D11A-A3B3-FC63BBDA6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00026-71F0-A930-5C6F-31993268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8FFD26-8C3C-A6C0-C8C6-E39D5BC4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4ABCF-781C-F03A-4D94-303BAA95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77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715931-D77D-23FE-4432-7DD545FCD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EA0AB-69CE-E946-32EC-4ADD880D5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9FDDB4-815C-B62C-8C0D-031EB07AB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86DCA4-FFF9-28DC-E08C-EAC3AA05A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5F6C8A-EA4B-7FFA-9AA0-820FFFFCB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55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3FB32-AEC2-3A34-73AF-0B316612C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387600"/>
          </a:xfrm>
        </p:spPr>
        <p:txBody>
          <a:bodyPr/>
          <a:lstStyle/>
          <a:p>
            <a:r>
              <a:rPr lang="ko-KR" altLang="en-US" dirty="0"/>
              <a:t>용사트럭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F27F09-4357-DC6F-F684-1D1906FA2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55470"/>
            <a:ext cx="9144000" cy="432013"/>
          </a:xfrm>
        </p:spPr>
        <p:txBody>
          <a:bodyPr/>
          <a:lstStyle/>
          <a:p>
            <a:r>
              <a:rPr lang="en-US" altLang="ko-KR" dirty="0"/>
              <a:t>**</a:t>
            </a:r>
            <a:r>
              <a:rPr lang="ko-KR" altLang="en-US" dirty="0"/>
              <a:t>추가 회의가 필요 항목은 </a:t>
            </a:r>
            <a:r>
              <a:rPr lang="ko-KR" altLang="en-US" strike="sngStrike" dirty="0"/>
              <a:t>취소선</a:t>
            </a:r>
            <a:r>
              <a:rPr lang="ko-KR" altLang="en-US" dirty="0"/>
              <a:t> 처리</a:t>
            </a:r>
          </a:p>
        </p:txBody>
      </p:sp>
    </p:spTree>
    <p:extLst>
      <p:ext uri="{BB962C8B-B14F-4D97-AF65-F5344CB8AC3E}">
        <p14:creationId xmlns:p14="http://schemas.microsoft.com/office/powerpoint/2010/main" val="2759865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98EFFE8-9A86-CEF3-E80A-B57B536628E2}"/>
              </a:ext>
            </a:extLst>
          </p:cNvPr>
          <p:cNvSpPr txBox="1"/>
          <p:nvPr/>
        </p:nvSpPr>
        <p:spPr>
          <a:xfrm>
            <a:off x="569843" y="1079078"/>
            <a:ext cx="4015409" cy="1112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/>
              <a:t>	= scene </a:t>
            </a:r>
            <a:r>
              <a:rPr lang="ko-KR" altLang="en-US" dirty="0"/>
              <a:t>이름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	= </a:t>
            </a:r>
            <a:r>
              <a:rPr lang="ko-KR" altLang="en-US" dirty="0"/>
              <a:t>포함된 </a:t>
            </a:r>
            <a:r>
              <a:rPr lang="ko-KR" altLang="en-US" dirty="0" err="1"/>
              <a:t>프리팹</a:t>
            </a:r>
            <a:r>
              <a:rPr lang="ko-KR" altLang="en-US" dirty="0"/>
              <a:t> 팝업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497640-A598-8722-5FE7-C0780C845F29}"/>
              </a:ext>
            </a:extLst>
          </p:cNvPr>
          <p:cNvSpPr/>
          <p:nvPr/>
        </p:nvSpPr>
        <p:spPr>
          <a:xfrm>
            <a:off x="1749933" y="2750392"/>
            <a:ext cx="1775791" cy="861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Entry</a:t>
            </a:r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로그인 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B5E9BC-54B4-C5B6-FF0A-570577872AA0}"/>
              </a:ext>
            </a:extLst>
          </p:cNvPr>
          <p:cNvSpPr/>
          <p:nvPr/>
        </p:nvSpPr>
        <p:spPr>
          <a:xfrm>
            <a:off x="5076227" y="2750392"/>
            <a:ext cx="1775791" cy="861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Lobby</a:t>
            </a:r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로비화면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4A9E5F-E032-A7DE-C07A-DF57723670B7}"/>
              </a:ext>
            </a:extLst>
          </p:cNvPr>
          <p:cNvSpPr/>
          <p:nvPr/>
        </p:nvSpPr>
        <p:spPr>
          <a:xfrm>
            <a:off x="8508535" y="2737140"/>
            <a:ext cx="1775791" cy="861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7C980E2-A68B-EAB0-B578-277EBFF385F8}"/>
              </a:ext>
            </a:extLst>
          </p:cNvPr>
          <p:cNvCxnSpPr/>
          <p:nvPr/>
        </p:nvCxnSpPr>
        <p:spPr>
          <a:xfrm>
            <a:off x="3704625" y="3167836"/>
            <a:ext cx="1020418" cy="13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4A7F669-BCEF-262C-813D-8BEAA60DF611}"/>
              </a:ext>
            </a:extLst>
          </p:cNvPr>
          <p:cNvCxnSpPr/>
          <p:nvPr/>
        </p:nvCxnSpPr>
        <p:spPr>
          <a:xfrm>
            <a:off x="7279254" y="3181088"/>
            <a:ext cx="1020418" cy="13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C398F23-4932-5262-3917-643FF8029182}"/>
              </a:ext>
            </a:extLst>
          </p:cNvPr>
          <p:cNvSpPr txBox="1"/>
          <p:nvPr/>
        </p:nvSpPr>
        <p:spPr>
          <a:xfrm>
            <a:off x="7000958" y="2883563"/>
            <a:ext cx="15770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플레이 버튼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F1897B2-01C6-26C8-D475-20C6D8B1FEC5}"/>
              </a:ext>
            </a:extLst>
          </p:cNvPr>
          <p:cNvSpPr/>
          <p:nvPr/>
        </p:nvSpPr>
        <p:spPr>
          <a:xfrm>
            <a:off x="901147" y="1293916"/>
            <a:ext cx="569843" cy="3578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E85932-3B58-4681-00C7-3D0A88FFBD91}"/>
              </a:ext>
            </a:extLst>
          </p:cNvPr>
          <p:cNvSpPr/>
          <p:nvPr/>
        </p:nvSpPr>
        <p:spPr>
          <a:xfrm>
            <a:off x="901147" y="1737336"/>
            <a:ext cx="569843" cy="3578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6AF5A-60E8-C6E1-0A3B-55808A707828}"/>
              </a:ext>
            </a:extLst>
          </p:cNvPr>
          <p:cNvSpPr txBox="1"/>
          <p:nvPr/>
        </p:nvSpPr>
        <p:spPr>
          <a:xfrm>
            <a:off x="450574" y="1166191"/>
            <a:ext cx="368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9C64C31E-6E98-9498-F20B-DF86D3E33A0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	</a:t>
            </a:r>
            <a:r>
              <a:rPr lang="en-US" altLang="ko-KR" sz="3600" dirty="0"/>
              <a:t>01 Scene Flow</a:t>
            </a:r>
            <a:r>
              <a:rPr lang="ko-KR" altLang="en-US" sz="3600" dirty="0"/>
              <a:t> </a:t>
            </a:r>
            <a:r>
              <a:rPr lang="en-US" altLang="ko-KR" sz="3600" dirty="0"/>
              <a:t>I </a:t>
            </a:r>
            <a:r>
              <a:rPr lang="en-US" altLang="ko-KR" sz="1800" dirty="0" err="1"/>
              <a:t>Uihud</a:t>
            </a:r>
            <a:endParaRPr lang="ko-KR" altLang="en-US" sz="18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E3F0DED-9F89-714C-5B6E-C9A72B25133A}"/>
              </a:ext>
            </a:extLst>
          </p:cNvPr>
          <p:cNvSpPr/>
          <p:nvPr/>
        </p:nvSpPr>
        <p:spPr>
          <a:xfrm>
            <a:off x="4956676" y="4212845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ui_lobby_tap_truck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A81D93-914E-59B0-0B0C-C28C7833ED6E}"/>
              </a:ext>
            </a:extLst>
          </p:cNvPr>
          <p:cNvSpPr/>
          <p:nvPr/>
        </p:nvSpPr>
        <p:spPr>
          <a:xfrm>
            <a:off x="4956676" y="5071647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Shop_popup</a:t>
            </a:r>
            <a:endParaRPr lang="ko-KR" altLang="en-US" sz="14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9E7E6E8-9214-9043-DCA5-4E4EE4C4E320}"/>
              </a:ext>
            </a:extLst>
          </p:cNvPr>
          <p:cNvSpPr/>
          <p:nvPr/>
        </p:nvSpPr>
        <p:spPr>
          <a:xfrm>
            <a:off x="4956676" y="5884949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Setting_popup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B8FDFC-6B5E-16A4-AA61-ED420CAF0693}"/>
              </a:ext>
            </a:extLst>
          </p:cNvPr>
          <p:cNvSpPr/>
          <p:nvPr/>
        </p:nvSpPr>
        <p:spPr>
          <a:xfrm>
            <a:off x="8388984" y="4152764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popup_pause</a:t>
            </a:r>
            <a:endParaRPr lang="ko-KR" altLang="en-US" sz="14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095AB5-B165-5421-FB3A-82BA914E95E0}"/>
              </a:ext>
            </a:extLst>
          </p:cNvPr>
          <p:cNvSpPr/>
          <p:nvPr/>
        </p:nvSpPr>
        <p:spPr>
          <a:xfrm>
            <a:off x="8388984" y="5046423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popup_ingame_result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7E43826-9218-CF4A-AB99-7155300E1FA5}"/>
              </a:ext>
            </a:extLst>
          </p:cNvPr>
          <p:cNvSpPr/>
          <p:nvPr/>
        </p:nvSpPr>
        <p:spPr>
          <a:xfrm>
            <a:off x="8388984" y="5940082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ui_ingame_talk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07592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7AD69CB8-C237-196A-5D6D-847501E27D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trike="sngStrike" dirty="0"/>
              <a:t>	</a:t>
            </a:r>
            <a:r>
              <a:rPr lang="en-US" altLang="ko-KR" sz="3600" strike="sngStrike" dirty="0"/>
              <a:t>01 Entry</a:t>
            </a:r>
            <a:endParaRPr lang="ko-KR" altLang="en-US" sz="1800" strike="sngStrik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C8324-2283-2C17-D26C-04AF748F56A6}"/>
              </a:ext>
            </a:extLst>
          </p:cNvPr>
          <p:cNvSpPr txBox="1"/>
          <p:nvPr/>
        </p:nvSpPr>
        <p:spPr>
          <a:xfrm>
            <a:off x="1003610" y="2062976"/>
            <a:ext cx="3323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</a:t>
            </a:r>
            <a:r>
              <a:rPr lang="ko-KR" altLang="en-US" dirty="0"/>
              <a:t>로비화면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타이틀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게임시작 버튼</a:t>
            </a:r>
          </a:p>
        </p:txBody>
      </p:sp>
    </p:spTree>
    <p:extLst>
      <p:ext uri="{BB962C8B-B14F-4D97-AF65-F5344CB8AC3E}">
        <p14:creationId xmlns:p14="http://schemas.microsoft.com/office/powerpoint/2010/main" val="233207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A7EC93C-090C-38F0-CE29-6B3F09E2D5E5}"/>
              </a:ext>
            </a:extLst>
          </p:cNvPr>
          <p:cNvSpPr txBox="1"/>
          <p:nvPr/>
        </p:nvSpPr>
        <p:spPr>
          <a:xfrm>
            <a:off x="8355493" y="1554327"/>
            <a:ext cx="3525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dirty="0"/>
              <a:t>피로도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골드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다이아</a:t>
            </a:r>
            <a:endParaRPr lang="en-US" altLang="ko-KR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56003-5F55-FF2F-5402-470DA46F1770}"/>
              </a:ext>
            </a:extLst>
          </p:cNvPr>
          <p:cNvSpPr txBox="1"/>
          <p:nvPr/>
        </p:nvSpPr>
        <p:spPr>
          <a:xfrm>
            <a:off x="655563" y="5829863"/>
            <a:ext cx="3009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dirty="0"/>
              <a:t>트럭 육성</a:t>
            </a:r>
            <a:r>
              <a:rPr lang="en-US" altLang="ko-KR" sz="1200" dirty="0"/>
              <a:t>: </a:t>
            </a:r>
            <a:r>
              <a:rPr lang="ko-KR" altLang="en-US" sz="1200" dirty="0"/>
              <a:t>캐릭터 팝업 </a:t>
            </a:r>
            <a:r>
              <a:rPr lang="ko-KR" altLang="en-US" sz="1200" dirty="0" err="1"/>
              <a:t>프리팹</a:t>
            </a:r>
            <a:r>
              <a:rPr lang="ko-KR" altLang="en-US" sz="1200" dirty="0"/>
              <a:t> 출력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메인</a:t>
            </a:r>
            <a:r>
              <a:rPr lang="en-US" altLang="ko-KR" sz="1200" dirty="0"/>
              <a:t>: </a:t>
            </a:r>
            <a:r>
              <a:rPr lang="ko-KR" altLang="en-US" sz="1200" dirty="0"/>
              <a:t>현재 출력되는 화면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상점</a:t>
            </a:r>
            <a:r>
              <a:rPr lang="en-US" altLang="ko-KR" sz="1200" dirty="0"/>
              <a:t>: </a:t>
            </a:r>
            <a:r>
              <a:rPr lang="ko-KR" altLang="en-US" sz="1200" dirty="0"/>
              <a:t>상점 팝업 </a:t>
            </a:r>
            <a:r>
              <a:rPr lang="ko-KR" altLang="en-US" sz="1200" dirty="0" err="1"/>
              <a:t>프리팹</a:t>
            </a:r>
            <a:r>
              <a:rPr lang="ko-KR" altLang="en-US" sz="1200" dirty="0"/>
              <a:t> 출력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B58C54-C575-9D45-135C-0F320A4E249E}"/>
              </a:ext>
            </a:extLst>
          </p:cNvPr>
          <p:cNvSpPr txBox="1"/>
          <p:nvPr/>
        </p:nvSpPr>
        <p:spPr>
          <a:xfrm>
            <a:off x="864383" y="1646659"/>
            <a:ext cx="259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/>
              <a:t>**</a:t>
            </a:r>
            <a:r>
              <a:rPr lang="ko-KR" altLang="en-US" sz="1200" dirty="0"/>
              <a:t>유저 정보</a:t>
            </a:r>
            <a:endParaRPr lang="en-US" altLang="ko-KR" sz="1200" dirty="0"/>
          </a:p>
          <a:p>
            <a:pPr algn="r"/>
            <a:r>
              <a:rPr lang="ko-KR" altLang="en-US" sz="1200" dirty="0"/>
              <a:t>아이콘</a:t>
            </a:r>
            <a:r>
              <a:rPr lang="en-US" altLang="ko-KR" sz="1200" dirty="0"/>
              <a:t>, </a:t>
            </a:r>
            <a:r>
              <a:rPr lang="ko-KR" altLang="en-US" sz="1200" dirty="0"/>
              <a:t>레벨</a:t>
            </a:r>
            <a:r>
              <a:rPr lang="en-US" altLang="ko-KR" sz="1200" dirty="0"/>
              <a:t>, </a:t>
            </a:r>
            <a:r>
              <a:rPr lang="ko-KR" altLang="en-US" sz="1200" dirty="0"/>
              <a:t>경험치 바 표기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3DE2DE-CCDA-0ADA-21B3-A2CA7DE1F3FB}"/>
              </a:ext>
            </a:extLst>
          </p:cNvPr>
          <p:cNvSpPr txBox="1"/>
          <p:nvPr/>
        </p:nvSpPr>
        <p:spPr>
          <a:xfrm>
            <a:off x="8355493" y="3331623"/>
            <a:ext cx="352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설정 버튼</a:t>
            </a:r>
            <a:endParaRPr lang="en-US" altLang="ko-KR" sz="1200" dirty="0"/>
          </a:p>
          <a:p>
            <a:r>
              <a:rPr lang="ko-KR" altLang="en-US" sz="1200" dirty="0"/>
              <a:t>클릭 시 </a:t>
            </a:r>
            <a:r>
              <a:rPr lang="en-US" altLang="ko-KR" sz="1200" dirty="0" err="1"/>
              <a:t>setting_popup</a:t>
            </a:r>
            <a:r>
              <a:rPr lang="ko-KR" altLang="en-US" sz="1200" dirty="0"/>
              <a:t> 출력</a:t>
            </a:r>
            <a:endParaRPr lang="en-US" altLang="ko-KR" sz="1200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7AD69CB8-C237-196A-5D6D-847501E27D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	</a:t>
            </a:r>
            <a:r>
              <a:rPr lang="en-US" altLang="ko-KR" sz="3600" dirty="0"/>
              <a:t>01 Lobby</a:t>
            </a:r>
            <a:endParaRPr lang="ko-KR" altLang="en-US" sz="18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84676DB-36A5-2A62-3591-2AC885954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208" y="994973"/>
            <a:ext cx="3240155" cy="55966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F5B14A7-19BB-87D0-BB22-ECDA398D1A06}"/>
              </a:ext>
            </a:extLst>
          </p:cNvPr>
          <p:cNvSpPr txBox="1"/>
          <p:nvPr/>
        </p:nvSpPr>
        <p:spPr>
          <a:xfrm>
            <a:off x="5208233" y="946560"/>
            <a:ext cx="233141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3FA41B9D-4BB2-60C0-6D61-5B35C0039F88}"/>
              </a:ext>
            </a:extLst>
          </p:cNvPr>
          <p:cNvCxnSpPr>
            <a:stCxn id="21" idx="3"/>
            <a:endCxn id="8" idx="1"/>
          </p:cNvCxnSpPr>
          <p:nvPr/>
        </p:nvCxnSpPr>
        <p:spPr>
          <a:xfrm>
            <a:off x="7539648" y="1131226"/>
            <a:ext cx="815845" cy="74626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17149A-6345-7A0E-33A4-4563307FA50E}"/>
              </a:ext>
            </a:extLst>
          </p:cNvPr>
          <p:cNvSpPr txBox="1"/>
          <p:nvPr/>
        </p:nvSpPr>
        <p:spPr>
          <a:xfrm>
            <a:off x="7103389" y="1412026"/>
            <a:ext cx="3994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247CD76-990B-0E62-B4E0-5C0869CAB308}"/>
              </a:ext>
            </a:extLst>
          </p:cNvPr>
          <p:cNvCxnSpPr>
            <a:cxnSpLocks/>
            <a:stCxn id="25" idx="2"/>
            <a:endCxn id="11" idx="1"/>
          </p:cNvCxnSpPr>
          <p:nvPr/>
        </p:nvCxnSpPr>
        <p:spPr>
          <a:xfrm rot="16200000" flipH="1">
            <a:off x="6938766" y="2145729"/>
            <a:ext cx="1781098" cy="105235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030B773-2382-D887-601A-D39269EF7E44}"/>
              </a:ext>
            </a:extLst>
          </p:cNvPr>
          <p:cNvSpPr txBox="1"/>
          <p:nvPr/>
        </p:nvSpPr>
        <p:spPr>
          <a:xfrm>
            <a:off x="4320209" y="942679"/>
            <a:ext cx="84157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3247AD67-A984-BB61-28DF-6E16E535BA6F}"/>
              </a:ext>
            </a:extLst>
          </p:cNvPr>
          <p:cNvCxnSpPr>
            <a:cxnSpLocks/>
            <a:stCxn id="30" idx="1"/>
            <a:endCxn id="10" idx="3"/>
          </p:cNvCxnSpPr>
          <p:nvPr/>
        </p:nvCxnSpPr>
        <p:spPr>
          <a:xfrm rot="10800000" flipV="1">
            <a:off x="3455825" y="1127344"/>
            <a:ext cx="864384" cy="75014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A6F3A1-B763-1F83-8F67-A27EC9A51CF4}"/>
              </a:ext>
            </a:extLst>
          </p:cNvPr>
          <p:cNvSpPr txBox="1"/>
          <p:nvPr/>
        </p:nvSpPr>
        <p:spPr>
          <a:xfrm>
            <a:off x="4818486" y="6153028"/>
            <a:ext cx="2284903" cy="4385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0D3635F6-4398-AED1-7839-EF117937DB79}"/>
              </a:ext>
            </a:extLst>
          </p:cNvPr>
          <p:cNvCxnSpPr>
            <a:cxnSpLocks/>
            <a:stCxn id="36" idx="1"/>
            <a:endCxn id="9" idx="3"/>
          </p:cNvCxnSpPr>
          <p:nvPr/>
        </p:nvCxnSpPr>
        <p:spPr>
          <a:xfrm rot="10800000">
            <a:off x="3664646" y="6153030"/>
            <a:ext cx="1153841" cy="21928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055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7AD69CB8-C237-196A-5D6D-847501E27D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trike="sngStrike" dirty="0"/>
              <a:t>	</a:t>
            </a:r>
            <a:r>
              <a:rPr lang="en-US" altLang="ko-KR" sz="3600" strike="sngStrike" dirty="0"/>
              <a:t>01 Lobby I </a:t>
            </a:r>
            <a:r>
              <a:rPr lang="en-US" altLang="ko-KR" sz="1800" strike="sngStrike" dirty="0" err="1"/>
              <a:t>setting_popup</a:t>
            </a:r>
            <a:endParaRPr lang="ko-KR" altLang="en-US" sz="1800" strike="sngStrik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A00D51-7EE3-DAB9-A3A3-96BA7164D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356" y="1793487"/>
            <a:ext cx="6289288" cy="393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C3F0E4-32FA-A508-9ACC-840EDFE239EB}"/>
              </a:ext>
            </a:extLst>
          </p:cNvPr>
          <p:cNvSpPr txBox="1"/>
          <p:nvPr/>
        </p:nvSpPr>
        <p:spPr>
          <a:xfrm>
            <a:off x="312234" y="1793487"/>
            <a:ext cx="2152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</a:t>
            </a:r>
            <a:r>
              <a:rPr lang="ko-KR" altLang="en-US" dirty="0"/>
              <a:t>사운드 제거 버튼</a:t>
            </a:r>
            <a:endParaRPr lang="en-US" altLang="ko-KR" dirty="0"/>
          </a:p>
          <a:p>
            <a:r>
              <a:rPr lang="en-US" altLang="ko-KR" dirty="0"/>
              <a:t>**</a:t>
            </a:r>
            <a:r>
              <a:rPr lang="ko-KR" altLang="en-US" dirty="0"/>
              <a:t>공지버튼</a:t>
            </a:r>
          </a:p>
        </p:txBody>
      </p:sp>
    </p:spTree>
    <p:extLst>
      <p:ext uri="{BB962C8B-B14F-4D97-AF65-F5344CB8AC3E}">
        <p14:creationId xmlns:p14="http://schemas.microsoft.com/office/powerpoint/2010/main" val="3128610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7AD69CB8-C237-196A-5D6D-847501E27D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	</a:t>
            </a:r>
            <a:r>
              <a:rPr lang="en-US" altLang="ko-KR" sz="3600" dirty="0"/>
              <a:t>01 Lobby I </a:t>
            </a:r>
            <a:r>
              <a:rPr lang="en-US" altLang="ko-KR" sz="1800" dirty="0" err="1"/>
              <a:t>ui_lobby_tap_truck</a:t>
            </a:r>
            <a:endParaRPr lang="ko-KR" altLang="en-US" sz="18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84676DB-36A5-2A62-3591-2AC885954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272" y="1066967"/>
            <a:ext cx="3240155" cy="559663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AA6F3A1-B763-1F83-8F67-A27EC9A51CF4}"/>
              </a:ext>
            </a:extLst>
          </p:cNvPr>
          <p:cNvSpPr txBox="1"/>
          <p:nvPr/>
        </p:nvSpPr>
        <p:spPr>
          <a:xfrm>
            <a:off x="2059551" y="6225022"/>
            <a:ext cx="812880" cy="4385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ABF94C3F-1E13-A048-6803-211F6E18D9D7}"/>
              </a:ext>
            </a:extLst>
          </p:cNvPr>
          <p:cNvCxnSpPr>
            <a:cxnSpLocks/>
            <a:stCxn id="36" idx="0"/>
          </p:cNvCxnSpPr>
          <p:nvPr/>
        </p:nvCxnSpPr>
        <p:spPr>
          <a:xfrm rot="5400000" flipH="1" flipV="1">
            <a:off x="3971221" y="4112258"/>
            <a:ext cx="607535" cy="361799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F0ABA406-6B0F-BD87-4D2D-6F40435B1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041" y="1043848"/>
            <a:ext cx="319087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67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7AD69CB8-C237-196A-5D6D-847501E27D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	</a:t>
            </a:r>
            <a:r>
              <a:rPr lang="en-US" altLang="ko-KR" sz="3600" dirty="0"/>
              <a:t>01 Lobby I </a:t>
            </a:r>
            <a:r>
              <a:rPr lang="en-US" altLang="ko-KR" sz="1800" dirty="0" err="1"/>
              <a:t>ui_lobby_tap_truck</a:t>
            </a:r>
            <a:endParaRPr lang="ko-KR" altLang="en-US" sz="18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0ABA406-6B0F-BD87-4D2D-6F40435B1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742" y="1064119"/>
            <a:ext cx="3190875" cy="5619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DEFD03-9A1A-D9D1-D3D8-677EA97B0E06}"/>
              </a:ext>
            </a:extLst>
          </p:cNvPr>
          <p:cNvSpPr txBox="1"/>
          <p:nvPr/>
        </p:nvSpPr>
        <p:spPr>
          <a:xfrm>
            <a:off x="4256047" y="3317487"/>
            <a:ext cx="2810108" cy="4683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9EB9B90E-3823-F471-8C78-D3D5150DD762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7066155" y="3551663"/>
            <a:ext cx="745784" cy="83356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F2136D-E62B-C6EE-2ECF-21CFC47CC7A9}"/>
              </a:ext>
            </a:extLst>
          </p:cNvPr>
          <p:cNvSpPr txBox="1"/>
          <p:nvPr/>
        </p:nvSpPr>
        <p:spPr>
          <a:xfrm>
            <a:off x="7811939" y="3423424"/>
            <a:ext cx="4380061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**</a:t>
            </a:r>
            <a:r>
              <a:rPr lang="ko-KR" altLang="en-US" sz="1400" dirty="0"/>
              <a:t>강화 카테고리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캐릭터 </a:t>
            </a:r>
            <a:r>
              <a:rPr lang="ko-KR" altLang="en-US" sz="1400" dirty="0" err="1"/>
              <a:t>레벨업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캐릭터 스킬 정보</a:t>
            </a:r>
            <a:r>
              <a:rPr lang="en-US" altLang="ko-KR" sz="1400" dirty="0"/>
              <a:t>, </a:t>
            </a:r>
            <a:r>
              <a:rPr lang="ko-KR" altLang="en-US" sz="1400" dirty="0"/>
              <a:t>강화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캐릭터 등급 강화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r>
              <a:rPr lang="ko-KR" altLang="en-US" sz="1400" dirty="0"/>
              <a:t>선택하는 카테고리 별로 하단에 출력되는 내용 변경</a:t>
            </a:r>
            <a:endParaRPr lang="en-US" altLang="ko-KR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F831C0-EE02-E808-58EC-E8D9570ADCFC}"/>
              </a:ext>
            </a:extLst>
          </p:cNvPr>
          <p:cNvSpPr/>
          <p:nvPr/>
        </p:nvSpPr>
        <p:spPr>
          <a:xfrm>
            <a:off x="4272772" y="3873994"/>
            <a:ext cx="2718809" cy="1735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3B38A3-3CB9-2098-9F97-E15867075956}"/>
              </a:ext>
            </a:extLst>
          </p:cNvPr>
          <p:cNvSpPr txBox="1"/>
          <p:nvPr/>
        </p:nvSpPr>
        <p:spPr>
          <a:xfrm>
            <a:off x="5632177" y="1655956"/>
            <a:ext cx="1433977" cy="1573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2D1CD689-BA5E-BB44-D4C5-64E5905AE9F8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7066154" y="1875061"/>
            <a:ext cx="1967961" cy="567583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D3B3F0E-5C06-E73B-0A20-3E9768E61BC8}"/>
              </a:ext>
            </a:extLst>
          </p:cNvPr>
          <p:cNvSpPr txBox="1"/>
          <p:nvPr/>
        </p:nvSpPr>
        <p:spPr>
          <a:xfrm>
            <a:off x="9034115" y="1203370"/>
            <a:ext cx="2929053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1. </a:t>
            </a:r>
            <a:r>
              <a:rPr lang="ko-KR" altLang="en-US" sz="1400" dirty="0"/>
              <a:t>캐릭터 명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2. </a:t>
            </a:r>
            <a:r>
              <a:rPr lang="ko-KR" altLang="en-US" sz="1400" dirty="0"/>
              <a:t>현재 </a:t>
            </a:r>
            <a:r>
              <a:rPr lang="ko-KR" altLang="en-US" sz="1400" dirty="0" err="1"/>
              <a:t>스탯</a:t>
            </a:r>
            <a:r>
              <a:rPr lang="ko-KR" altLang="en-US" sz="1400" dirty="0"/>
              <a:t> 정보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3. </a:t>
            </a:r>
            <a:r>
              <a:rPr lang="ko-KR" altLang="en-US" sz="1400" dirty="0"/>
              <a:t>보유 스킬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 err="1"/>
              <a:t>스킬아이콘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스킬이름</a:t>
            </a:r>
            <a:r>
              <a:rPr lang="en-US" altLang="ko-KR" sz="1400" dirty="0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86388E-F3FB-5F87-1DF9-882D6EB515F5}"/>
              </a:ext>
            </a:extLst>
          </p:cNvPr>
          <p:cNvSpPr txBox="1"/>
          <p:nvPr/>
        </p:nvSpPr>
        <p:spPr>
          <a:xfrm>
            <a:off x="4164749" y="1669296"/>
            <a:ext cx="1081668" cy="13471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E0B7697E-6C26-0B7A-97FD-DC5DE3D0706C}"/>
              </a:ext>
            </a:extLst>
          </p:cNvPr>
          <p:cNvCxnSpPr>
            <a:cxnSpLocks/>
            <a:stCxn id="22" idx="1"/>
            <a:endCxn id="33" idx="3"/>
          </p:cNvCxnSpPr>
          <p:nvPr/>
        </p:nvCxnSpPr>
        <p:spPr>
          <a:xfrm rot="10800000" flipV="1">
            <a:off x="3051811" y="2342849"/>
            <a:ext cx="1112939" cy="179693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037FE59-2D3D-F8AB-5D7A-372492B5E827}"/>
              </a:ext>
            </a:extLst>
          </p:cNvPr>
          <p:cNvSpPr txBox="1"/>
          <p:nvPr/>
        </p:nvSpPr>
        <p:spPr>
          <a:xfrm>
            <a:off x="0" y="3016404"/>
            <a:ext cx="305181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현재 선택된 캐릭터 아이콘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등급 </a:t>
            </a:r>
            <a:r>
              <a:rPr lang="en-US" altLang="ko-KR" sz="1400" dirty="0"/>
              <a:t>1</a:t>
            </a:r>
            <a:r>
              <a:rPr lang="ko-KR" altLang="en-US" sz="1400" dirty="0"/>
              <a:t>성 </a:t>
            </a:r>
            <a:r>
              <a:rPr lang="en-US" altLang="ko-KR" sz="1400" dirty="0"/>
              <a:t>~ 3</a:t>
            </a:r>
            <a:r>
              <a:rPr lang="ko-KR" altLang="en-US" sz="1400" dirty="0"/>
              <a:t>성</a:t>
            </a:r>
            <a:r>
              <a:rPr lang="en-US" altLang="ko-KR" sz="1400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캐릭터 변경 버튼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클릭 시 캐릭터 변경 팝업 출력</a:t>
            </a:r>
            <a:r>
              <a:rPr lang="en-US" altLang="ko-KR" sz="1400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등급 표기 </a:t>
            </a:r>
            <a:r>
              <a:rPr lang="en-US" altLang="ko-KR" sz="1400" dirty="0"/>
              <a:t>(1</a:t>
            </a:r>
            <a:r>
              <a:rPr lang="ko-KR" altLang="en-US" sz="1400" dirty="0" err="1"/>
              <a:t>성이여도</a:t>
            </a:r>
            <a:r>
              <a:rPr lang="ko-KR" altLang="en-US" sz="1400" dirty="0"/>
              <a:t> 남은 등급은 </a:t>
            </a:r>
            <a:r>
              <a:rPr lang="ko-KR" altLang="en-US" sz="1400" dirty="0" err="1"/>
              <a:t>블러처리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D2BF65B-86D0-6D01-1B42-929D7BBCF1F6}"/>
              </a:ext>
            </a:extLst>
          </p:cNvPr>
          <p:cNvSpPr/>
          <p:nvPr/>
        </p:nvSpPr>
        <p:spPr>
          <a:xfrm>
            <a:off x="11186300" y="5072651"/>
            <a:ext cx="434340" cy="2402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내용</a:t>
            </a:r>
          </a:p>
        </p:txBody>
      </p:sp>
      <p:sp>
        <p:nvSpPr>
          <p:cNvPr id="42" name="곱하기 기호 41">
            <a:extLst>
              <a:ext uri="{FF2B5EF4-FFF2-40B4-BE49-F238E27FC236}">
                <a16:creationId xmlns:a16="http://schemas.microsoft.com/office/drawing/2014/main" id="{39C1C979-7614-9AB3-7D4B-8277CAF751BE}"/>
              </a:ext>
            </a:extLst>
          </p:cNvPr>
          <p:cNvSpPr/>
          <p:nvPr/>
        </p:nvSpPr>
        <p:spPr>
          <a:xfrm>
            <a:off x="6877167" y="1349785"/>
            <a:ext cx="228831" cy="23975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E9FDEA-F6F8-1A52-4621-7AE861E1D8EA}"/>
              </a:ext>
            </a:extLst>
          </p:cNvPr>
          <p:cNvSpPr txBox="1"/>
          <p:nvPr/>
        </p:nvSpPr>
        <p:spPr>
          <a:xfrm>
            <a:off x="4326674" y="5622436"/>
            <a:ext cx="1750741" cy="3679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ECE9160-D3E4-29A9-D8D9-2F959946CC6E}"/>
              </a:ext>
            </a:extLst>
          </p:cNvPr>
          <p:cNvCxnSpPr>
            <a:cxnSpLocks/>
            <a:stCxn id="43" idx="1"/>
            <a:endCxn id="45" idx="3"/>
          </p:cNvCxnSpPr>
          <p:nvPr/>
        </p:nvCxnSpPr>
        <p:spPr>
          <a:xfrm flipH="1" flipV="1">
            <a:off x="2489256" y="5797598"/>
            <a:ext cx="1837418" cy="88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9F1FE79-5AEC-5422-AC77-F842F771C657}"/>
              </a:ext>
            </a:extLst>
          </p:cNvPr>
          <p:cNvSpPr txBox="1"/>
          <p:nvPr/>
        </p:nvSpPr>
        <p:spPr>
          <a:xfrm>
            <a:off x="-21395" y="5643709"/>
            <a:ext cx="2510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/>
              <a:t>레벨업</a:t>
            </a:r>
            <a:r>
              <a:rPr lang="ko-KR" altLang="en-US" sz="1400" dirty="0"/>
              <a:t> 비용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8995DC-BCA8-659D-1D0C-1BFD047AC13D}"/>
              </a:ext>
            </a:extLst>
          </p:cNvPr>
          <p:cNvSpPr txBox="1"/>
          <p:nvPr/>
        </p:nvSpPr>
        <p:spPr>
          <a:xfrm>
            <a:off x="6092189" y="5630329"/>
            <a:ext cx="958773" cy="3679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C55568-C25C-AA30-80F4-58FA15B22766}"/>
              </a:ext>
            </a:extLst>
          </p:cNvPr>
          <p:cNvSpPr txBox="1"/>
          <p:nvPr/>
        </p:nvSpPr>
        <p:spPr>
          <a:xfrm>
            <a:off x="7811939" y="6163497"/>
            <a:ext cx="2510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레벨업</a:t>
            </a:r>
            <a:r>
              <a:rPr lang="ko-KR" altLang="en-US" sz="1400" dirty="0"/>
              <a:t> 버튼</a:t>
            </a:r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8F816188-5B46-6FA6-C9D6-4303D082AAF4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>
            <a:off x="7050962" y="5814321"/>
            <a:ext cx="760977" cy="50306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6F63E3-5922-C653-4255-B86709506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" y="5014315"/>
            <a:ext cx="2486025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38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1E3EA991-0245-7025-006A-59131BBA8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25" y="1069695"/>
            <a:ext cx="3228975" cy="5695950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7AD69CB8-C237-196A-5D6D-847501E27D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	</a:t>
            </a:r>
            <a:r>
              <a:rPr lang="en-US" altLang="ko-KR" sz="3600" dirty="0"/>
              <a:t>01 Lobby I </a:t>
            </a:r>
            <a:r>
              <a:rPr lang="en-US" altLang="ko-KR" sz="1800" dirty="0" err="1"/>
              <a:t>ui_lobby_tap_truck</a:t>
            </a:r>
            <a:r>
              <a:rPr lang="en-US" altLang="ko-KR" sz="1800" dirty="0"/>
              <a:t> (</a:t>
            </a:r>
            <a:r>
              <a:rPr lang="en-US" altLang="ko-KR" sz="1800" dirty="0" err="1"/>
              <a:t>view_stat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D724B-3336-4BF2-04CB-70B39BE4EE4B}"/>
              </a:ext>
            </a:extLst>
          </p:cNvPr>
          <p:cNvSpPr txBox="1"/>
          <p:nvPr/>
        </p:nvSpPr>
        <p:spPr>
          <a:xfrm>
            <a:off x="4761571" y="3757961"/>
            <a:ext cx="2665141" cy="1650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CE13AA39-2750-1AE9-3D78-8C2AA0FEB05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2520177" y="3757961"/>
            <a:ext cx="2241395" cy="82519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58445B7-8807-B095-C381-A976923D9954}"/>
              </a:ext>
            </a:extLst>
          </p:cNvPr>
          <p:cNvSpPr txBox="1"/>
          <p:nvPr/>
        </p:nvSpPr>
        <p:spPr>
          <a:xfrm>
            <a:off x="0" y="3496351"/>
            <a:ext cx="2510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 err="1"/>
              <a:t>스탯</a:t>
            </a:r>
            <a:r>
              <a:rPr lang="ko-KR" altLang="en-US" sz="1400" dirty="0"/>
              <a:t> 아이콘</a:t>
            </a:r>
            <a:endParaRPr lang="en-US" altLang="ko-KR" sz="1400" dirty="0"/>
          </a:p>
          <a:p>
            <a:r>
              <a:rPr lang="en-US" altLang="ko-KR" sz="1400" dirty="0"/>
              <a:t>2. </a:t>
            </a:r>
            <a:r>
              <a:rPr lang="ko-KR" altLang="en-US" sz="1400" dirty="0" err="1"/>
              <a:t>레벨업</a:t>
            </a:r>
            <a:r>
              <a:rPr lang="ko-KR" altLang="en-US" sz="1400" dirty="0"/>
              <a:t> 시 </a:t>
            </a:r>
            <a:r>
              <a:rPr lang="ko-KR" altLang="en-US" sz="1400" dirty="0" err="1"/>
              <a:t>스탯</a:t>
            </a:r>
            <a:r>
              <a:rPr lang="ko-KR" altLang="en-US" sz="1400" dirty="0"/>
              <a:t> 변화 정보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658378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7AD69CB8-C237-196A-5D6D-847501E27D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	</a:t>
            </a:r>
            <a:r>
              <a:rPr lang="en-US" altLang="ko-KR" sz="3600" dirty="0"/>
              <a:t>01 Lobby I </a:t>
            </a:r>
            <a:r>
              <a:rPr lang="en-US" altLang="ko-KR" sz="1800" dirty="0" err="1"/>
              <a:t>ui_lobby_tap_truck</a:t>
            </a:r>
            <a:r>
              <a:rPr lang="en-US" altLang="ko-KR" sz="1800" dirty="0"/>
              <a:t> (</a:t>
            </a:r>
            <a:r>
              <a:rPr lang="en-US" altLang="ko-KR" sz="1800" dirty="0" err="1"/>
              <a:t>view_skill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445B7-8807-B095-C381-A976923D9954}"/>
              </a:ext>
            </a:extLst>
          </p:cNvPr>
          <p:cNvSpPr txBox="1"/>
          <p:nvPr/>
        </p:nvSpPr>
        <p:spPr>
          <a:xfrm>
            <a:off x="299455" y="3489656"/>
            <a:ext cx="2421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/>
              <a:t>스킬 아이콘</a:t>
            </a:r>
            <a:endParaRPr lang="en-US" altLang="ko-KR" sz="1400" dirty="0"/>
          </a:p>
          <a:p>
            <a:pPr algn="r"/>
            <a:r>
              <a:rPr lang="ko-KR" altLang="en-US" sz="1400" dirty="0"/>
              <a:t>스킬 내용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37C68E-5BD9-AB2B-4818-0FBEF8842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475" y="1069694"/>
            <a:ext cx="3257187" cy="56902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921663-D9F9-037F-9AEF-FBA93FE03AD6}"/>
              </a:ext>
            </a:extLst>
          </p:cNvPr>
          <p:cNvSpPr txBox="1"/>
          <p:nvPr/>
        </p:nvSpPr>
        <p:spPr>
          <a:xfrm>
            <a:off x="4750420" y="3880624"/>
            <a:ext cx="2787804" cy="646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EF073EC8-2AE7-B1C9-B0D1-73DB764ABCF1}"/>
              </a:ext>
            </a:extLst>
          </p:cNvPr>
          <p:cNvCxnSpPr>
            <a:cxnSpLocks/>
            <a:endCxn id="11" idx="3"/>
          </p:cNvCxnSpPr>
          <p:nvPr/>
        </p:nvCxnSpPr>
        <p:spPr>
          <a:xfrm rot="10800000">
            <a:off x="2720898" y="3751267"/>
            <a:ext cx="2029524" cy="46389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FC6DA17-99C6-0299-2969-10EC7396D12E}"/>
              </a:ext>
            </a:extLst>
          </p:cNvPr>
          <p:cNvSpPr txBox="1"/>
          <p:nvPr/>
        </p:nvSpPr>
        <p:spPr>
          <a:xfrm>
            <a:off x="4750420" y="4750420"/>
            <a:ext cx="2787804" cy="646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4C6DE3CC-CEB7-9086-3EB2-6686FF033626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 flipV="1">
            <a:off x="7538224" y="3868959"/>
            <a:ext cx="1226634" cy="120484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85402D-8A83-DA78-DC8F-77957D1D8827}"/>
              </a:ext>
            </a:extLst>
          </p:cNvPr>
          <p:cNvSpPr txBox="1"/>
          <p:nvPr/>
        </p:nvSpPr>
        <p:spPr>
          <a:xfrm>
            <a:off x="8764858" y="2550937"/>
            <a:ext cx="3427142" cy="2636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/>
              <a:t>**</a:t>
            </a:r>
            <a:r>
              <a:rPr lang="ko-KR" altLang="en-US" sz="1400" b="1" dirty="0"/>
              <a:t>강화 후 스킬 정보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강화 후 상승하는 수치 부분만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텍스트 색깔을 다르게 하여 표기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Ex) 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바리게이트</a:t>
            </a:r>
            <a:r>
              <a:rPr lang="ko-KR" altLang="en-US" sz="1400" dirty="0"/>
              <a:t> 충돌 시 </a:t>
            </a:r>
            <a:r>
              <a:rPr lang="en-US" altLang="ko-KR" sz="1400" dirty="0"/>
              <a:t>5% </a:t>
            </a:r>
            <a:r>
              <a:rPr lang="ko-KR" altLang="en-US" sz="1400" dirty="0"/>
              <a:t>확률로 파괴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	        </a:t>
            </a:r>
            <a:r>
              <a:rPr lang="ko-KR" altLang="en-US" sz="1400" dirty="0"/>
              <a:t>↓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바리게이트</a:t>
            </a:r>
            <a:r>
              <a:rPr lang="ko-KR" altLang="en-US" sz="1400" dirty="0"/>
              <a:t> 충돌 시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10%</a:t>
            </a:r>
            <a:r>
              <a:rPr lang="en-US" altLang="ko-KR" sz="1400" dirty="0"/>
              <a:t> </a:t>
            </a:r>
            <a:r>
              <a:rPr lang="ko-KR" altLang="en-US" sz="1400" dirty="0"/>
              <a:t>확률로 파괴</a:t>
            </a:r>
          </a:p>
        </p:txBody>
      </p:sp>
    </p:spTree>
    <p:extLst>
      <p:ext uri="{BB962C8B-B14F-4D97-AF65-F5344CB8AC3E}">
        <p14:creationId xmlns:p14="http://schemas.microsoft.com/office/powerpoint/2010/main" val="2138646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9607703-CD87-F846-BAC8-72CE394C2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1069695"/>
            <a:ext cx="3223061" cy="566983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5BBBF19-3EA6-31B4-F224-2BB1129C6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007" y="3709041"/>
            <a:ext cx="2486025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7AD69CB8-C237-196A-5D6D-847501E27D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	</a:t>
            </a:r>
            <a:r>
              <a:rPr lang="en-US" altLang="ko-KR" sz="3600" dirty="0"/>
              <a:t>01 Lobby I </a:t>
            </a:r>
            <a:r>
              <a:rPr lang="en-US" altLang="ko-KR" sz="1800" dirty="0" err="1"/>
              <a:t>ui_lobby_tap_truck</a:t>
            </a:r>
            <a:r>
              <a:rPr lang="en-US" altLang="ko-KR" sz="1800" dirty="0"/>
              <a:t> (</a:t>
            </a:r>
            <a:r>
              <a:rPr lang="en-US" altLang="ko-KR" sz="1800" dirty="0" err="1"/>
              <a:t>view_up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445B7-8807-B095-C381-A976923D9954}"/>
              </a:ext>
            </a:extLst>
          </p:cNvPr>
          <p:cNvSpPr txBox="1"/>
          <p:nvPr/>
        </p:nvSpPr>
        <p:spPr>
          <a:xfrm>
            <a:off x="299455" y="3489656"/>
            <a:ext cx="2421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/>
              <a:t>해당 캐릭터 등급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최대 </a:t>
            </a:r>
            <a:r>
              <a:rPr lang="en-US" altLang="ko-KR" sz="1400" dirty="0"/>
              <a:t>3</a:t>
            </a:r>
            <a:r>
              <a:rPr lang="ko-KR" altLang="en-US" sz="1400" dirty="0"/>
              <a:t>성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21663-D9F9-037F-9AEF-FBA93FE03AD6}"/>
              </a:ext>
            </a:extLst>
          </p:cNvPr>
          <p:cNvSpPr txBox="1"/>
          <p:nvPr/>
        </p:nvSpPr>
        <p:spPr>
          <a:xfrm>
            <a:off x="4750420" y="3702170"/>
            <a:ext cx="2787804" cy="46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EF073EC8-2AE7-B1C9-B0D1-73DB764ABCF1}"/>
              </a:ext>
            </a:extLst>
          </p:cNvPr>
          <p:cNvCxnSpPr>
            <a:cxnSpLocks/>
            <a:stCxn id="4" idx="1"/>
            <a:endCxn id="11" idx="3"/>
          </p:cNvCxnSpPr>
          <p:nvPr/>
        </p:nvCxnSpPr>
        <p:spPr>
          <a:xfrm rot="10800000">
            <a:off x="2720898" y="3751266"/>
            <a:ext cx="2029522" cy="184904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4C6DE3CC-CEB7-9086-3EB2-6686FF033626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 flipV="1">
            <a:off x="7493619" y="3751266"/>
            <a:ext cx="971783" cy="123333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85402D-8A83-DA78-DC8F-77957D1D8827}"/>
              </a:ext>
            </a:extLst>
          </p:cNvPr>
          <p:cNvSpPr txBox="1"/>
          <p:nvPr/>
        </p:nvSpPr>
        <p:spPr>
          <a:xfrm>
            <a:off x="8465402" y="938604"/>
            <a:ext cx="3726597" cy="562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b="1" dirty="0"/>
              <a:t>**</a:t>
            </a:r>
            <a:r>
              <a:rPr lang="ko-KR" altLang="en-US" sz="1400" b="1" dirty="0"/>
              <a:t>등급 보너스 정보</a:t>
            </a:r>
            <a:endParaRPr lang="en-US" altLang="ko-KR" sz="1400" b="1" dirty="0"/>
          </a:p>
          <a:p>
            <a:pPr>
              <a:lnSpc>
                <a:spcPct val="200000"/>
              </a:lnSpc>
            </a:pPr>
            <a:r>
              <a:rPr lang="ko-KR" altLang="en-US" sz="1400" dirty="0"/>
              <a:t>등급 상승 후 해금되는 패시브 정보 표기 </a:t>
            </a:r>
            <a:endParaRPr lang="en-US" altLang="ko-KR" sz="14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1400" dirty="0"/>
              <a:t>이미 해금된 능력</a:t>
            </a:r>
            <a:endParaRPr lang="en-US" altLang="ko-KR" sz="14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1400" dirty="0"/>
              <a:t>등급 상승하면 해금될 능력</a:t>
            </a:r>
            <a:endParaRPr lang="en-US" altLang="ko-KR" sz="14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1400" dirty="0"/>
              <a:t>해금 </a:t>
            </a:r>
            <a:r>
              <a:rPr lang="ko-KR" altLang="en-US" sz="1400" dirty="0" err="1"/>
              <a:t>안되있는</a:t>
            </a:r>
            <a:r>
              <a:rPr lang="ko-KR" altLang="en-US" sz="1400" dirty="0"/>
              <a:t> 능력</a:t>
            </a: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ko-KR" altLang="en-US" sz="1400" dirty="0"/>
              <a:t>해금 상태에 따라 텍스트 색깔로 구분주기</a:t>
            </a: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en-US" altLang="ko-KR" sz="1400" dirty="0"/>
              <a:t>Ex) 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chemeClr val="accent6"/>
                </a:solidFill>
              </a:rPr>
              <a:t>●할아버지 용사 획득 시 </a:t>
            </a:r>
            <a:r>
              <a:rPr lang="ko-KR" altLang="en-US" sz="1400" dirty="0" err="1">
                <a:solidFill>
                  <a:schemeClr val="accent6"/>
                </a:solidFill>
              </a:rPr>
              <a:t>간달브로</a:t>
            </a:r>
            <a:r>
              <a:rPr lang="ko-KR" altLang="en-US" sz="1400" dirty="0">
                <a:solidFill>
                  <a:schemeClr val="accent6"/>
                </a:solidFill>
              </a:rPr>
              <a:t> 변경될 확률 </a:t>
            </a:r>
            <a:r>
              <a:rPr lang="en-US" altLang="ko-KR" sz="1400" dirty="0">
                <a:solidFill>
                  <a:schemeClr val="accent6"/>
                </a:solidFill>
              </a:rPr>
              <a:t>1% </a:t>
            </a:r>
            <a:r>
              <a:rPr lang="ko-KR" altLang="en-US" sz="1400" dirty="0">
                <a:solidFill>
                  <a:schemeClr val="accent6"/>
                </a:solidFill>
              </a:rPr>
              <a:t>증가 </a:t>
            </a:r>
            <a:r>
              <a:rPr lang="en-US" altLang="ko-KR" sz="1400" dirty="0">
                <a:solidFill>
                  <a:schemeClr val="accent6"/>
                </a:solidFill>
              </a:rPr>
              <a:t>(</a:t>
            </a:r>
            <a:r>
              <a:rPr lang="ko-KR" altLang="en-US" sz="1400" dirty="0">
                <a:solidFill>
                  <a:schemeClr val="accent6"/>
                </a:solidFill>
              </a:rPr>
              <a:t>해금</a:t>
            </a:r>
            <a:r>
              <a:rPr lang="en-US" altLang="ko-KR" sz="1400" dirty="0">
                <a:solidFill>
                  <a:schemeClr val="accent6"/>
                </a:solidFill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chemeClr val="accent2"/>
                </a:solidFill>
              </a:rPr>
              <a:t>●할아버지 </a:t>
            </a:r>
            <a:r>
              <a:rPr lang="ko-KR" altLang="en-US" sz="1400" dirty="0" err="1">
                <a:solidFill>
                  <a:schemeClr val="accent2"/>
                </a:solidFill>
              </a:rPr>
              <a:t>몹</a:t>
            </a:r>
            <a:r>
              <a:rPr lang="ko-KR" altLang="en-US" sz="1400" dirty="0">
                <a:solidFill>
                  <a:schemeClr val="accent2"/>
                </a:solidFill>
              </a:rPr>
              <a:t> 등장확률 </a:t>
            </a:r>
            <a:r>
              <a:rPr lang="en-US" altLang="ko-KR" sz="1400" dirty="0">
                <a:solidFill>
                  <a:schemeClr val="accent2"/>
                </a:solidFill>
              </a:rPr>
              <a:t>2%</a:t>
            </a:r>
            <a:r>
              <a:rPr lang="ko-KR" altLang="en-US" sz="1400" dirty="0">
                <a:solidFill>
                  <a:schemeClr val="accent2"/>
                </a:solidFill>
              </a:rPr>
              <a:t>증가 </a:t>
            </a:r>
            <a:r>
              <a:rPr lang="en-US" altLang="ko-KR" sz="1400" dirty="0">
                <a:solidFill>
                  <a:schemeClr val="accent2"/>
                </a:solidFill>
              </a:rPr>
              <a:t>(</a:t>
            </a:r>
            <a:r>
              <a:rPr lang="ko-KR" altLang="en-US" sz="1400" dirty="0" err="1">
                <a:solidFill>
                  <a:schemeClr val="accent2"/>
                </a:solidFill>
              </a:rPr>
              <a:t>등급업</a:t>
            </a:r>
            <a:r>
              <a:rPr lang="ko-KR" altLang="en-US" sz="1400" dirty="0">
                <a:solidFill>
                  <a:schemeClr val="accent2"/>
                </a:solidFill>
              </a:rPr>
              <a:t> 하면 획득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●할아버지가 자동으로 차에 부딪힘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미해금</a:t>
            </a:r>
            <a:r>
              <a:rPr lang="en-US" altLang="ko-KR" sz="1400" dirty="0"/>
              <a:t>)</a:t>
            </a:r>
          </a:p>
          <a:p>
            <a:pPr>
              <a:lnSpc>
                <a:spcPct val="200000"/>
              </a:lnSpc>
            </a:pP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A5081A-E7EE-7033-74CF-87A7164E014C}"/>
              </a:ext>
            </a:extLst>
          </p:cNvPr>
          <p:cNvSpPr txBox="1"/>
          <p:nvPr/>
        </p:nvSpPr>
        <p:spPr>
          <a:xfrm>
            <a:off x="4795024" y="4404732"/>
            <a:ext cx="2698595" cy="1159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9591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C2E816F4-4257-E9EB-C6C8-4B75A328F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128" y="1147912"/>
            <a:ext cx="3162300" cy="55340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F4B5067-141B-FEA8-3288-BEDA5E8D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94"/>
          </a:xfrm>
        </p:spPr>
        <p:txBody>
          <a:bodyPr/>
          <a:lstStyle/>
          <a:p>
            <a:r>
              <a:rPr lang="en-US" altLang="ko-KR" dirty="0"/>
              <a:t>	</a:t>
            </a:r>
            <a:r>
              <a:rPr lang="en-US" altLang="ko-KR" sz="3600" dirty="0"/>
              <a:t>02 Main</a:t>
            </a:r>
            <a:r>
              <a:rPr lang="ko-KR" altLang="en-US" sz="3600" dirty="0"/>
              <a:t> </a:t>
            </a:r>
            <a:r>
              <a:rPr lang="en-US" altLang="ko-KR" sz="3600" dirty="0"/>
              <a:t>I </a:t>
            </a:r>
            <a:r>
              <a:rPr lang="en-US" altLang="ko-KR" sz="1800" dirty="0" err="1"/>
              <a:t>Uihud</a:t>
            </a:r>
            <a:endParaRPr lang="ko-KR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DE073-E027-5F1E-B460-97939A73D92B}"/>
              </a:ext>
            </a:extLst>
          </p:cNvPr>
          <p:cNvSpPr txBox="1"/>
          <p:nvPr/>
        </p:nvSpPr>
        <p:spPr>
          <a:xfrm>
            <a:off x="5545584" y="1166788"/>
            <a:ext cx="1100831" cy="435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6580DF77-E8DB-07E5-F512-9D646E4189C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6646415" y="1384291"/>
            <a:ext cx="1639312" cy="1087465"/>
          </a:xfrm>
          <a:prstGeom prst="bentConnector3">
            <a:avLst>
              <a:gd name="adj1" fmla="val 3375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819467-CA39-B527-ED5F-0FDE074DC97C}"/>
              </a:ext>
            </a:extLst>
          </p:cNvPr>
          <p:cNvSpPr txBox="1"/>
          <p:nvPr/>
        </p:nvSpPr>
        <p:spPr>
          <a:xfrm>
            <a:off x="8285727" y="2333256"/>
            <a:ext cx="1908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점수 </a:t>
            </a:r>
            <a:r>
              <a:rPr lang="en-US" altLang="ko-KR" sz="1200" dirty="0"/>
              <a:t>/ </a:t>
            </a:r>
            <a:r>
              <a:rPr lang="ko-KR" altLang="en-US" sz="1200" dirty="0"/>
              <a:t>이동한 거리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E0B2F3-8BBE-9768-CEAF-2225E83B176D}"/>
              </a:ext>
            </a:extLst>
          </p:cNvPr>
          <p:cNvSpPr txBox="1"/>
          <p:nvPr/>
        </p:nvSpPr>
        <p:spPr>
          <a:xfrm>
            <a:off x="5333170" y="1648724"/>
            <a:ext cx="1494215" cy="435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896006-1F55-2348-2BEC-45C78E36C0C4}"/>
              </a:ext>
            </a:extLst>
          </p:cNvPr>
          <p:cNvSpPr txBox="1"/>
          <p:nvPr/>
        </p:nvSpPr>
        <p:spPr>
          <a:xfrm>
            <a:off x="8211842" y="3914924"/>
            <a:ext cx="3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상단</a:t>
            </a:r>
            <a:r>
              <a:rPr lang="en-US" altLang="ko-KR" sz="1200" dirty="0"/>
              <a:t>: </a:t>
            </a:r>
            <a:r>
              <a:rPr lang="ko-KR" altLang="en-US" sz="1200" dirty="0"/>
              <a:t>보스 </a:t>
            </a:r>
            <a:r>
              <a:rPr lang="ko-KR" altLang="en-US" sz="1200" dirty="0" err="1"/>
              <a:t>체력게이지</a:t>
            </a:r>
            <a:endParaRPr lang="en-US" altLang="ko-KR" sz="1200" dirty="0"/>
          </a:p>
          <a:p>
            <a:r>
              <a:rPr lang="ko-KR" altLang="en-US" sz="1200" dirty="0"/>
              <a:t>하단</a:t>
            </a:r>
            <a:r>
              <a:rPr lang="en-US" altLang="ko-KR" sz="1200" dirty="0"/>
              <a:t>: </a:t>
            </a:r>
            <a:r>
              <a:rPr lang="ko-KR" altLang="en-US" sz="1200" dirty="0"/>
              <a:t>보스 클리어까지 남은 시간</a:t>
            </a:r>
            <a:endParaRPr lang="en-US" altLang="ko-KR" sz="1200" dirty="0"/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시간 초과 시 게임오버 </a:t>
            </a:r>
            <a:r>
              <a:rPr lang="en-US" altLang="ko-KR" sz="1200" dirty="0"/>
              <a:t>or </a:t>
            </a:r>
            <a:r>
              <a:rPr lang="ko-KR" altLang="en-US" sz="1200" dirty="0"/>
              <a:t>보스 </a:t>
            </a:r>
            <a:r>
              <a:rPr lang="ko-KR" altLang="en-US" sz="1200" dirty="0" err="1"/>
              <a:t>도망감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B93C1-EB8B-F4F7-E312-EF29FB3EC0ED}"/>
              </a:ext>
            </a:extLst>
          </p:cNvPr>
          <p:cNvSpPr txBox="1"/>
          <p:nvPr/>
        </p:nvSpPr>
        <p:spPr>
          <a:xfrm>
            <a:off x="7376104" y="1167274"/>
            <a:ext cx="269097" cy="282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180F2DA-BBA4-0E6F-3760-4AD96EABDB5D}"/>
              </a:ext>
            </a:extLst>
          </p:cNvPr>
          <p:cNvCxnSpPr>
            <a:cxnSpLocks/>
          </p:cNvCxnSpPr>
          <p:nvPr/>
        </p:nvCxnSpPr>
        <p:spPr>
          <a:xfrm flipV="1">
            <a:off x="7666284" y="1304354"/>
            <a:ext cx="624299" cy="1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B0A8AB3-7071-3FC4-1C4C-2D47EB71F08E}"/>
              </a:ext>
            </a:extLst>
          </p:cNvPr>
          <p:cNvSpPr txBox="1"/>
          <p:nvPr/>
        </p:nvSpPr>
        <p:spPr>
          <a:xfrm>
            <a:off x="8295439" y="1094730"/>
            <a:ext cx="1908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일시 정지</a:t>
            </a:r>
            <a:endParaRPr lang="en-US" altLang="ko-KR" sz="1200" dirty="0"/>
          </a:p>
          <a:p>
            <a:r>
              <a:rPr lang="en-US" altLang="ko-KR" sz="1200" dirty="0" err="1"/>
              <a:t>popup_pause</a:t>
            </a:r>
            <a:r>
              <a:rPr lang="en-US" altLang="ko-KR" sz="1200" dirty="0"/>
              <a:t> </a:t>
            </a:r>
            <a:r>
              <a:rPr lang="ko-KR" altLang="en-US" sz="1200" dirty="0"/>
              <a:t>팝업 출력</a:t>
            </a: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80B105DD-B9F3-9895-56CA-A847DDE2B5D2}"/>
              </a:ext>
            </a:extLst>
          </p:cNvPr>
          <p:cNvCxnSpPr>
            <a:cxnSpLocks/>
            <a:stCxn id="12" idx="2"/>
            <a:endCxn id="16" idx="1"/>
          </p:cNvCxnSpPr>
          <p:nvPr/>
        </p:nvCxnSpPr>
        <p:spPr>
          <a:xfrm rot="16200000" flipH="1">
            <a:off x="6068880" y="2095128"/>
            <a:ext cx="2154360" cy="213156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6A6FC0-8B38-006E-8416-568D1980A3E4}"/>
              </a:ext>
            </a:extLst>
          </p:cNvPr>
          <p:cNvSpPr txBox="1"/>
          <p:nvPr/>
        </p:nvSpPr>
        <p:spPr>
          <a:xfrm>
            <a:off x="4489416" y="1184259"/>
            <a:ext cx="659633" cy="282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97863FE-CE00-96DF-4EC2-BFF1431AE439}"/>
              </a:ext>
            </a:extLst>
          </p:cNvPr>
          <p:cNvCxnSpPr>
            <a:cxnSpLocks/>
            <a:stCxn id="38" idx="1"/>
            <a:endCxn id="42" idx="3"/>
          </p:cNvCxnSpPr>
          <p:nvPr/>
        </p:nvCxnSpPr>
        <p:spPr>
          <a:xfrm flipH="1">
            <a:off x="3508683" y="1325562"/>
            <a:ext cx="980733" cy="28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3214D35-0205-2A59-C526-04FF67558CB4}"/>
              </a:ext>
            </a:extLst>
          </p:cNvPr>
          <p:cNvSpPr txBox="1"/>
          <p:nvPr/>
        </p:nvSpPr>
        <p:spPr>
          <a:xfrm>
            <a:off x="1599984" y="1189866"/>
            <a:ext cx="1908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/>
              <a:t>플레이어 </a:t>
            </a:r>
            <a:r>
              <a:rPr lang="en-US" altLang="ko-KR" sz="1200" dirty="0"/>
              <a:t>HP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A7F4FB-2C4B-2270-06A4-8C86212598EC}"/>
              </a:ext>
            </a:extLst>
          </p:cNvPr>
          <p:cNvSpPr txBox="1"/>
          <p:nvPr/>
        </p:nvSpPr>
        <p:spPr>
          <a:xfrm>
            <a:off x="5384400" y="6137465"/>
            <a:ext cx="2131565" cy="435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F7798FB7-A985-DD03-02F4-D956D9B5F88F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7515965" y="6354968"/>
            <a:ext cx="69587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D0A1E80-F99A-5ACF-E585-A50BB25CABF4}"/>
              </a:ext>
            </a:extLst>
          </p:cNvPr>
          <p:cNvSpPr txBox="1"/>
          <p:nvPr/>
        </p:nvSpPr>
        <p:spPr>
          <a:xfrm>
            <a:off x="8211842" y="6124135"/>
            <a:ext cx="3980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/>
              <a:t>아이템 획득 시 말풍선으로 간단 설명 출력</a:t>
            </a:r>
            <a:r>
              <a:rPr lang="en-US" altLang="ko-KR" sz="1200" dirty="0"/>
              <a:t>(3</a:t>
            </a:r>
            <a:r>
              <a:rPr lang="ko-KR" altLang="en-US" sz="1200" dirty="0" err="1"/>
              <a:t>초정도</a:t>
            </a:r>
            <a:r>
              <a:rPr lang="en-US" altLang="ko-KR" sz="1200" dirty="0"/>
              <a:t>)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아이템 버튼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97007FF-1D0E-BD2B-56C0-C1592E3C0818}"/>
              </a:ext>
            </a:extLst>
          </p:cNvPr>
          <p:cNvSpPr/>
          <p:nvPr/>
        </p:nvSpPr>
        <p:spPr>
          <a:xfrm>
            <a:off x="6321155" y="6234918"/>
            <a:ext cx="246451" cy="240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614C1EF6-7D3E-C3E9-3F88-69C3E800AF47}"/>
              </a:ext>
            </a:extLst>
          </p:cNvPr>
          <p:cNvSpPr/>
          <p:nvPr/>
        </p:nvSpPr>
        <p:spPr>
          <a:xfrm>
            <a:off x="7201617" y="6234916"/>
            <a:ext cx="258053" cy="240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315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B5067-141B-FEA8-3288-BEDA5E8D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94"/>
          </a:xfrm>
        </p:spPr>
        <p:txBody>
          <a:bodyPr/>
          <a:lstStyle/>
          <a:p>
            <a:r>
              <a:rPr lang="en-US" altLang="ko-KR" strike="sngStrike" dirty="0"/>
              <a:t>	</a:t>
            </a:r>
            <a:r>
              <a:rPr lang="en-US" altLang="ko-KR" sz="3600" strike="sngStrike" dirty="0"/>
              <a:t>02 Main</a:t>
            </a:r>
            <a:r>
              <a:rPr lang="ko-KR" altLang="en-US" sz="3600" strike="sngStrike" dirty="0"/>
              <a:t> </a:t>
            </a:r>
            <a:r>
              <a:rPr lang="en-US" altLang="ko-KR" sz="3600" strike="sngStrike" dirty="0"/>
              <a:t>I </a:t>
            </a:r>
            <a:r>
              <a:rPr lang="en-US" altLang="ko-KR" sz="1800" strike="sngStrike" dirty="0" err="1"/>
              <a:t>popup_pause</a:t>
            </a:r>
            <a:endParaRPr lang="ko-KR" altLang="en-US" sz="1800" strike="sngStrike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52085F-5912-DC47-8751-B279B01CF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06" y="1227117"/>
            <a:ext cx="3208187" cy="549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08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0FE822C-BF75-4124-D9BC-5E987D6A9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05" y="1227117"/>
            <a:ext cx="3217315" cy="54970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F4B5067-141B-FEA8-3288-BEDA5E8D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94"/>
          </a:xfrm>
        </p:spPr>
        <p:txBody>
          <a:bodyPr/>
          <a:lstStyle/>
          <a:p>
            <a:r>
              <a:rPr lang="en-US" altLang="ko-KR" strike="sngStrike" dirty="0"/>
              <a:t>	</a:t>
            </a:r>
            <a:r>
              <a:rPr lang="en-US" altLang="ko-KR" sz="3600" strike="sngStrike" dirty="0"/>
              <a:t>02 Main</a:t>
            </a:r>
            <a:r>
              <a:rPr lang="ko-KR" altLang="en-US" sz="3600" strike="sngStrike" dirty="0"/>
              <a:t> </a:t>
            </a:r>
            <a:r>
              <a:rPr lang="en-US" altLang="ko-KR" sz="3600" strike="sngStrike" dirty="0"/>
              <a:t>I </a:t>
            </a:r>
            <a:r>
              <a:rPr lang="en-US" altLang="ko-KR" sz="1800" strike="sngStrike" dirty="0" err="1"/>
              <a:t>popup_ingame_result</a:t>
            </a:r>
            <a:endParaRPr lang="ko-KR" altLang="en-US" sz="1800" strike="sngStrike" dirty="0"/>
          </a:p>
        </p:txBody>
      </p:sp>
    </p:spTree>
    <p:extLst>
      <p:ext uri="{BB962C8B-B14F-4D97-AF65-F5344CB8AC3E}">
        <p14:creationId xmlns:p14="http://schemas.microsoft.com/office/powerpoint/2010/main" val="3570107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B5067-141B-FEA8-3288-BEDA5E8D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94"/>
          </a:xfrm>
        </p:spPr>
        <p:txBody>
          <a:bodyPr/>
          <a:lstStyle/>
          <a:p>
            <a:r>
              <a:rPr lang="en-US" altLang="ko-KR" dirty="0"/>
              <a:t>	</a:t>
            </a:r>
            <a:r>
              <a:rPr lang="en-US" altLang="ko-KR" sz="3600" dirty="0"/>
              <a:t>02 Main</a:t>
            </a:r>
            <a:r>
              <a:rPr lang="ko-KR" altLang="en-US" sz="3600" dirty="0"/>
              <a:t> </a:t>
            </a:r>
            <a:r>
              <a:rPr lang="en-US" altLang="ko-KR" sz="3600" dirty="0"/>
              <a:t>I </a:t>
            </a:r>
            <a:r>
              <a:rPr lang="en-US" altLang="ko-KR" sz="1800" dirty="0" err="1"/>
              <a:t>ui_ingame_talk</a:t>
            </a:r>
            <a:endParaRPr lang="ko-KR" alt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09C027-6A74-9D68-BC17-2C1B31F5D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712" y="1265547"/>
            <a:ext cx="3076575" cy="5419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777071-1F6C-E484-38E0-28EAE8381552}"/>
              </a:ext>
            </a:extLst>
          </p:cNvPr>
          <p:cNvSpPr txBox="1"/>
          <p:nvPr/>
        </p:nvSpPr>
        <p:spPr>
          <a:xfrm>
            <a:off x="4557712" y="5564459"/>
            <a:ext cx="3076575" cy="11208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870CB-1DE1-FE91-9B60-107D3D5006C6}"/>
              </a:ext>
            </a:extLst>
          </p:cNvPr>
          <p:cNvSpPr txBox="1"/>
          <p:nvPr/>
        </p:nvSpPr>
        <p:spPr>
          <a:xfrm>
            <a:off x="4635771" y="4451772"/>
            <a:ext cx="950990" cy="1014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37A1E-84B4-E9B3-BF89-32BCFC6084AD}"/>
              </a:ext>
            </a:extLst>
          </p:cNvPr>
          <p:cNvSpPr txBox="1"/>
          <p:nvPr/>
        </p:nvSpPr>
        <p:spPr>
          <a:xfrm>
            <a:off x="1761893" y="4774486"/>
            <a:ext cx="210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캐릭터 이미지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9F6E487-A688-4D5F-DE86-DC8E572681CD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 flipV="1">
            <a:off x="3869473" y="4959152"/>
            <a:ext cx="76629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2EE432D-7D24-9A0C-E500-C480066EE4AC}"/>
              </a:ext>
            </a:extLst>
          </p:cNvPr>
          <p:cNvCxnSpPr>
            <a:stCxn id="6" idx="3"/>
          </p:cNvCxnSpPr>
          <p:nvPr/>
        </p:nvCxnSpPr>
        <p:spPr>
          <a:xfrm flipV="1">
            <a:off x="7634287" y="6124865"/>
            <a:ext cx="97445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F72B94E-5B23-8A1E-18D0-A005ED49C85B}"/>
              </a:ext>
            </a:extLst>
          </p:cNvPr>
          <p:cNvSpPr txBox="1"/>
          <p:nvPr/>
        </p:nvSpPr>
        <p:spPr>
          <a:xfrm>
            <a:off x="8608741" y="5940199"/>
            <a:ext cx="292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캐릭터 대사 창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EFC5F-50ED-3363-5A94-81C004E8ED2B}"/>
              </a:ext>
            </a:extLst>
          </p:cNvPr>
          <p:cNvSpPr/>
          <p:nvPr/>
        </p:nvSpPr>
        <p:spPr>
          <a:xfrm>
            <a:off x="6802244" y="1265547"/>
            <a:ext cx="832043" cy="364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Skip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62FA85D-F900-69EC-A0B8-4A6EE52BCC25}"/>
              </a:ext>
            </a:extLst>
          </p:cNvPr>
          <p:cNvCxnSpPr/>
          <p:nvPr/>
        </p:nvCxnSpPr>
        <p:spPr>
          <a:xfrm flipV="1">
            <a:off x="7682608" y="1447823"/>
            <a:ext cx="97445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C4226F-B2B0-A583-B223-AE97237CC506}"/>
              </a:ext>
            </a:extLst>
          </p:cNvPr>
          <p:cNvSpPr txBox="1"/>
          <p:nvPr/>
        </p:nvSpPr>
        <p:spPr>
          <a:xfrm>
            <a:off x="8705383" y="1265547"/>
            <a:ext cx="292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스킵</a:t>
            </a:r>
            <a:r>
              <a:rPr lang="ko-KR" altLang="en-US" dirty="0"/>
              <a:t> 버튼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237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483</Words>
  <Application>Microsoft Office PowerPoint</Application>
  <PresentationFormat>와이드스크린</PresentationFormat>
  <Paragraphs>100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용사트럭 UI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02 Main I Uihud</vt:lpstr>
      <vt:lpstr> 02 Main I popup_pause</vt:lpstr>
      <vt:lpstr> 02 Main I popup_ingame_result</vt:lpstr>
      <vt:lpstr> 02 Main I ui_ingame_talk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wooseok kim</dc:creator>
  <cp:lastModifiedBy>wooseok kim</cp:lastModifiedBy>
  <cp:revision>12</cp:revision>
  <dcterms:created xsi:type="dcterms:W3CDTF">2024-10-05T04:04:33Z</dcterms:created>
  <dcterms:modified xsi:type="dcterms:W3CDTF">2024-10-05T09:00:43Z</dcterms:modified>
</cp:coreProperties>
</file>