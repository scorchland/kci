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준병" initials="박" lastIdx="1" clrIdx="0">
    <p:extLst>
      <p:ext uri="{19B8F6BF-5375-455C-9EA6-DF929625EA0E}">
        <p15:presenceInfo xmlns:p15="http://schemas.microsoft.com/office/powerpoint/2012/main" userId="박준병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38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8683B-2362-4E76-AEBA-565213346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076B9A-E918-4707-BFD2-E7DE704B6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0C8180-B6E2-44B4-A1D0-EAE1B49A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49AE4F-2618-48D2-9040-076995E9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D3B9D-F1FD-4DBE-A00D-F9C9489E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69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7A49B-2EF5-48DF-AE7E-C3B1BA3D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52B301-0896-43ED-8CE1-CED787D54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51958E-FCF5-4894-86C7-57FB00E9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1FA2CD-0B89-418A-A80F-1D87E71D3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4A09BD-78C0-4C6C-9580-5F16F57F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23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FEBB0-7F57-41F8-A024-B64CB8B6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AF56D0-DE27-4D9A-9B8B-0377EE0E2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A7D4E9-3113-4FD2-8332-A082875C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3014A5-473F-4001-A9EA-76153688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429EF3-72B6-4720-8ABF-FF3EA40F5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789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A5F66-0465-400A-A58C-4D9D1AAD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3A172-C471-43C5-B5B7-85779A160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DB2477-F164-412E-A522-7CB516792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B3AEDC-BDDC-4498-9195-8FC8B8E6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13AE2D-B13B-44C9-830F-0E4D7E26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4CE156-C139-4FE9-9F90-E0C2F834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29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E252C-8F11-45E8-A1C0-731E6EB42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6C1EE-AD36-4384-B526-256C8406F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550BAA-9402-404C-9819-E0440950D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828FED-BD30-402D-A718-B2E83275F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C62E19-F6A5-4717-8FC1-BCC7EBD4A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4D8BD4-37B6-40DD-A6BA-4A5285FF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55351F-4CCE-44C1-9BE4-E955313B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487AB6-C542-494D-B186-6A836B71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44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8C518-8E83-42C9-85D6-3950911E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8BEFFD-378A-41A2-A39B-06B5E329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756196-40B5-41A4-8F10-5B3DFBF6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123C45-519D-4E85-963A-6F3D7DD8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10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B716C2-D848-42AD-9BCE-1A4DA9B4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D0E36C-34EB-48A0-A421-7E92938B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ED5D52-5607-4E9E-B291-35AF6775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27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4168A-CD1A-4E7A-9953-A1700A05A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71AFB2-11BA-4AC6-B382-ABB149779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F479C7-64C7-4F5E-A5A3-C7C23929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C96F28-29CE-455C-BFBB-0AFB269C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898D81-2C20-4B48-89F2-E7C39A40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C3403C-46EA-4CEB-8C54-E5BC051E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195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E9831-C1FE-4299-BB21-9089A61C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18A934-DA92-4028-8474-EAF8A54469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FD2E5F-8930-4817-8675-169265C28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470AE5-F059-40D3-9E4C-9E1A9D4A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142464-AC15-4DCC-82D1-97849203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0F2D91-C8ED-48E2-B9E6-3368F9BA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38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82E3A-6879-4853-A394-B682BF1B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49ECCF-E232-4BD5-89E4-62F50F6A2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0B8623-655C-4C3A-8594-4473395D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77F9B0-1AD9-430D-9AAD-255CF58A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F86646-E485-4E10-9AF1-B982020A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177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4E4507-7858-422B-BAF7-CF5923E96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97DF0E-BC8F-446D-ADE8-4DC1FE579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948475-E240-491A-A817-33270418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FD9D36-2649-4A58-BDB5-7BB9A2AAA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CFEBE2-F62A-48AE-8467-991F9270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71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593047-1BFA-47B5-A4A2-972AA193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EA64A4-7507-4235-B43E-307BF8411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DDDC50-9822-4653-A9F8-755876A73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F5A59-4C58-44DB-986A-66764A921BDF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8091DC-3ECD-45AD-8A88-90BC58594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FAEF36-EFDC-4269-8009-AA8E8D5CF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34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D605FA-0986-4426-943A-407FB8E51E9D}"/>
              </a:ext>
            </a:extLst>
          </p:cNvPr>
          <p:cNvSpPr txBox="1"/>
          <p:nvPr/>
        </p:nvSpPr>
        <p:spPr>
          <a:xfrm>
            <a:off x="4096096" y="2032144"/>
            <a:ext cx="3999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웨이브 전환 쪽문서</a:t>
            </a:r>
          </a:p>
        </p:txBody>
      </p:sp>
    </p:spTree>
    <p:extLst>
      <p:ext uri="{BB962C8B-B14F-4D97-AF65-F5344CB8AC3E}">
        <p14:creationId xmlns:p14="http://schemas.microsoft.com/office/powerpoint/2010/main" val="35271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313620-6EC6-4086-B8AA-5A3E4D8B507F}"/>
              </a:ext>
            </a:extLst>
          </p:cNvPr>
          <p:cNvSpPr txBox="1"/>
          <p:nvPr/>
        </p:nvSpPr>
        <p:spPr>
          <a:xfrm>
            <a:off x="5029042" y="663576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문서 수정 내역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EEF15E-59B2-4B4B-99AB-16D897A76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926394"/>
              </p:ext>
            </p:extLst>
          </p:nvPr>
        </p:nvGraphicFramePr>
        <p:xfrm>
          <a:off x="714376" y="1470597"/>
          <a:ext cx="10763248" cy="425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69">
                  <a:extLst>
                    <a:ext uri="{9D8B030D-6E8A-4147-A177-3AD203B41FA5}">
                      <a16:colId xmlns:a16="http://schemas.microsoft.com/office/drawing/2014/main" val="4084353122"/>
                    </a:ext>
                  </a:extLst>
                </a:gridCol>
                <a:gridCol w="6357044">
                  <a:extLst>
                    <a:ext uri="{9D8B030D-6E8A-4147-A177-3AD203B41FA5}">
                      <a16:colId xmlns:a16="http://schemas.microsoft.com/office/drawing/2014/main" val="10204353"/>
                    </a:ext>
                  </a:extLst>
                </a:gridCol>
                <a:gridCol w="2140035">
                  <a:extLst>
                    <a:ext uri="{9D8B030D-6E8A-4147-A177-3AD203B41FA5}">
                      <a16:colId xmlns:a16="http://schemas.microsoft.com/office/drawing/2014/main" val="3250840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에스코어 드림 7 ExtraBold" panose="020B0803030302020204" pitchFamily="34" charset="-127"/>
                          <a:ea typeface="에스코어 드림 7 ExtraBold" panose="020B0803030302020204" pitchFamily="34" charset="-127"/>
                        </a:rPr>
                        <a:t>날짜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에스코어 드림 7 ExtraBold" panose="020B0803030302020204" pitchFamily="34" charset="-127"/>
                          <a:ea typeface="에스코어 드림 7 ExtraBold" panose="020B0803030302020204" pitchFamily="34" charset="-127"/>
                        </a:rPr>
                        <a:t>수정 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에스코어 드림 7 ExtraBold" panose="020B0803030302020204" pitchFamily="34" charset="-127"/>
                          <a:ea typeface="에스코어 드림 7 ExtraBold" panose="020B0803030302020204" pitchFamily="34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25127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2025. 05. 08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문서 최초 공유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72309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40462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69377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8836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789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2981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78437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7512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0910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4525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48638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046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57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84DD7ED-D641-4048-B2DC-2FD2B03ECAF3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895FC-AD32-4677-B940-70D4BECD64E1}"/>
              </a:ext>
            </a:extLst>
          </p:cNvPr>
          <p:cNvSpPr txBox="1"/>
          <p:nvPr/>
        </p:nvSpPr>
        <p:spPr>
          <a:xfrm>
            <a:off x="840746" y="513168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1-1.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사전 정보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91E2A-0CA9-46D9-96A4-09EEBF073158}"/>
              </a:ext>
            </a:extLst>
          </p:cNvPr>
          <p:cNvSpPr txBox="1"/>
          <p:nvPr/>
        </p:nvSpPr>
        <p:spPr>
          <a:xfrm>
            <a:off x="745699" y="755794"/>
            <a:ext cx="2973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웨이브 전환 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UX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점검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41DB52A-6D10-48D7-9D2E-616D25CEE9A6}"/>
              </a:ext>
            </a:extLst>
          </p:cNvPr>
          <p:cNvSpPr/>
          <p:nvPr/>
        </p:nvSpPr>
        <p:spPr>
          <a:xfrm>
            <a:off x="9223629" y="2442138"/>
            <a:ext cx="2022824" cy="35961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EFDF9BC-5832-4C80-9577-9B74F1A16011}"/>
              </a:ext>
            </a:extLst>
          </p:cNvPr>
          <p:cNvSpPr/>
          <p:nvPr/>
        </p:nvSpPr>
        <p:spPr>
          <a:xfrm>
            <a:off x="9303403" y="2524340"/>
            <a:ext cx="340613" cy="389984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1E27016-D713-4487-BAFC-9F696E23D23F}"/>
              </a:ext>
            </a:extLst>
          </p:cNvPr>
          <p:cNvSpPr/>
          <p:nvPr/>
        </p:nvSpPr>
        <p:spPr>
          <a:xfrm>
            <a:off x="9299700" y="2953726"/>
            <a:ext cx="340613" cy="422146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A9C1FA5-2624-489E-B02B-0D7281F642C7}"/>
              </a:ext>
            </a:extLst>
          </p:cNvPr>
          <p:cNvSpPr/>
          <p:nvPr/>
        </p:nvSpPr>
        <p:spPr>
          <a:xfrm>
            <a:off x="10826766" y="2524340"/>
            <a:ext cx="340613" cy="173782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7EDCD46-FE51-4534-BC48-53C5CFA2D996}"/>
              </a:ext>
            </a:extLst>
          </p:cNvPr>
          <p:cNvSpPr/>
          <p:nvPr/>
        </p:nvSpPr>
        <p:spPr>
          <a:xfrm>
            <a:off x="10064733" y="2524340"/>
            <a:ext cx="340613" cy="1737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8D6481F-BD80-48E6-B935-E3658FB0D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425" y="3923114"/>
            <a:ext cx="304527" cy="356688"/>
          </a:xfrm>
          <a:prstGeom prst="rect">
            <a:avLst/>
          </a:prstGeom>
        </p:spPr>
      </p:pic>
      <p:pic>
        <p:nvPicPr>
          <p:cNvPr id="36" name="Picture 6" descr="박쥐 게임 스프라이트 | 프리미엄 벡터">
            <a:extLst>
              <a:ext uri="{FF2B5EF4-FFF2-40B4-BE49-F238E27FC236}">
                <a16:creationId xmlns:a16="http://schemas.microsoft.com/office/drawing/2014/main" id="{87ED3FA9-4E38-4F96-A819-8AD574E7BD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757564" y="2953727"/>
            <a:ext cx="471030" cy="18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6" descr="박쥐 게임 스프라이트 | 프리미엄 벡터">
            <a:extLst>
              <a:ext uri="{FF2B5EF4-FFF2-40B4-BE49-F238E27FC236}">
                <a16:creationId xmlns:a16="http://schemas.microsoft.com/office/drawing/2014/main" id="{80EE6665-4C99-4E19-A6DE-90C7B742E0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10366272" y="2928984"/>
            <a:ext cx="299248" cy="12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박쥐 게임 스프라이트 | 프리미엄 벡터">
            <a:extLst>
              <a:ext uri="{FF2B5EF4-FFF2-40B4-BE49-F238E27FC236}">
                <a16:creationId xmlns:a16="http://schemas.microsoft.com/office/drawing/2014/main" id="{EB3F649F-1B12-4A11-A03F-75D8C83E68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727399" y="3191813"/>
            <a:ext cx="471030" cy="18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박쥐 게임 스프라이트 | 프리미엄 벡터">
            <a:extLst>
              <a:ext uri="{FF2B5EF4-FFF2-40B4-BE49-F238E27FC236}">
                <a16:creationId xmlns:a16="http://schemas.microsoft.com/office/drawing/2014/main" id="{080FF3CD-74F8-439D-A4B9-4200B40B8C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943168" y="4868865"/>
            <a:ext cx="471030" cy="18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 descr="박쥐 게임 스프라이트 | 프리미엄 벡터">
            <a:extLst>
              <a:ext uri="{FF2B5EF4-FFF2-40B4-BE49-F238E27FC236}">
                <a16:creationId xmlns:a16="http://schemas.microsoft.com/office/drawing/2014/main" id="{6FDFA809-F1B3-4B29-80AB-105DF929A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10543750" y="3182532"/>
            <a:ext cx="299248" cy="12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 descr="박쥐 게임 스프라이트 | 프리미엄 벡터">
            <a:extLst>
              <a:ext uri="{FF2B5EF4-FFF2-40B4-BE49-F238E27FC236}">
                <a16:creationId xmlns:a16="http://schemas.microsoft.com/office/drawing/2014/main" id="{86BB87E5-6757-47A3-882A-9CA72485AB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363300" y="4646301"/>
            <a:ext cx="471030" cy="18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6" descr="박쥐 게임 스프라이트 | 프리미엄 벡터">
            <a:extLst>
              <a:ext uri="{FF2B5EF4-FFF2-40B4-BE49-F238E27FC236}">
                <a16:creationId xmlns:a16="http://schemas.microsoft.com/office/drawing/2014/main" id="{62C1AB3A-0D1F-4A59-89E4-EA67212FB2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254640" y="3691580"/>
            <a:ext cx="471030" cy="18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6" descr="박쥐 게임 스프라이트 | 프리미엄 벡터">
            <a:extLst>
              <a:ext uri="{FF2B5EF4-FFF2-40B4-BE49-F238E27FC236}">
                <a16:creationId xmlns:a16="http://schemas.microsoft.com/office/drawing/2014/main" id="{F62BD552-6819-4C59-B61B-E4E46CBF2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9591382" y="4954499"/>
            <a:ext cx="471027" cy="18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6" descr="박쥐 게임 스프라이트 | 프리미엄 벡터">
            <a:extLst>
              <a:ext uri="{FF2B5EF4-FFF2-40B4-BE49-F238E27FC236}">
                <a16:creationId xmlns:a16="http://schemas.microsoft.com/office/drawing/2014/main" id="{539CA860-31A6-47D4-AB1F-4A31BE2838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>
            <a:off x="9392062" y="4385860"/>
            <a:ext cx="471030" cy="18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659F463-C237-47CD-ABE3-731E9D7347F6}"/>
              </a:ext>
            </a:extLst>
          </p:cNvPr>
          <p:cNvSpPr txBox="1"/>
          <p:nvPr/>
        </p:nvSpPr>
        <p:spPr>
          <a:xfrm>
            <a:off x="9401322" y="2159015"/>
            <a:ext cx="1667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latin typeface="에스코어 드림 5 Medium" panose="020B0503030302020204" pitchFamily="34" charset="-127"/>
                <a:ea typeface="에스코어 드림 5 Medium" panose="020B0503030302020204" pitchFamily="34" charset="-127"/>
              </a:defRPr>
            </a:lvl1pPr>
          </a:lstStyle>
          <a:p>
            <a:r>
              <a:rPr lang="ko-KR" altLang="en-US"/>
              <a:t>전투 </a:t>
            </a:r>
            <a:r>
              <a:rPr lang="en-US" altLang="ko-KR" dirty="0"/>
              <a:t>&amp; </a:t>
            </a:r>
            <a:r>
              <a:rPr lang="ko-KR" altLang="en-US" dirty="0"/>
              <a:t>디펜스 웨이브</a:t>
            </a:r>
          </a:p>
        </p:txBody>
      </p:sp>
      <p:pic>
        <p:nvPicPr>
          <p:cNvPr id="47" name="Picture 6" descr="박쥐 게임 스프라이트 | 프리미엄 벡터">
            <a:extLst>
              <a:ext uri="{FF2B5EF4-FFF2-40B4-BE49-F238E27FC236}">
                <a16:creationId xmlns:a16="http://schemas.microsoft.com/office/drawing/2014/main" id="{9CA56CDA-EF58-4421-86FA-80D6E2E87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81" b="40439" l="5000" r="93611">
                        <a14:foregroundMark x1="5000" y1="10031" x2="14444" y2="7524"/>
                        <a14:foregroundMark x1="14444" y1="4702" x2="31389" y2="5956"/>
                        <a14:foregroundMark x1="68611" y1="3762" x2="81389" y2="2194"/>
                        <a14:foregroundMark x1="90556" y1="9404" x2="93611" y2="11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4514"/>
          <a:stretch/>
        </p:blipFill>
        <p:spPr bwMode="auto">
          <a:xfrm flipH="1">
            <a:off x="10572874" y="4909051"/>
            <a:ext cx="546343" cy="22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196A5BE8-0FE6-437A-9AAE-684C272577DE}"/>
              </a:ext>
            </a:extLst>
          </p:cNvPr>
          <p:cNvGrpSpPr/>
          <p:nvPr/>
        </p:nvGrpSpPr>
        <p:grpSpPr>
          <a:xfrm>
            <a:off x="10508404" y="3832145"/>
            <a:ext cx="348517" cy="515485"/>
            <a:chOff x="10529392" y="3206783"/>
            <a:chExt cx="253716" cy="375266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E96BD30A-17B7-41D5-A966-C6E7EA54D675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F068B842-8D93-4F69-ABCF-7B93BC0531AA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1DD33856-4864-4CA5-8A04-DF87D07193BD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D968ECBA-33FB-4399-BA59-7C566D9D9054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B5D02076-B571-465F-AF7C-70DC6DC19F36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6409EEFD-98E7-4BAE-B28F-3C026BE02D93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26E77F8C-D439-4B6A-8383-A261EADEF5FB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</p:grp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62B9087D-EFB3-4873-940F-C6A5C84B6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4026960-FE8A-4C3B-AF17-8E8BDA4EC3C0}"/>
              </a:ext>
            </a:extLst>
          </p:cNvPr>
          <p:cNvGrpSpPr/>
          <p:nvPr/>
        </p:nvGrpSpPr>
        <p:grpSpPr>
          <a:xfrm>
            <a:off x="10164987" y="3324905"/>
            <a:ext cx="348517" cy="515485"/>
            <a:chOff x="10290996" y="2826696"/>
            <a:chExt cx="253716" cy="375266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A74DCC45-812F-4DEE-AA39-E34D324A754C}"/>
                </a:ext>
              </a:extLst>
            </p:cNvPr>
            <p:cNvGrpSpPr/>
            <p:nvPr/>
          </p:nvGrpSpPr>
          <p:grpSpPr>
            <a:xfrm>
              <a:off x="10290996" y="2826696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25CBE59D-81D6-45B7-9967-141E437332DA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AF056F9C-079A-4F0B-9357-8B9D96947DB4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87FDCB00-DE7E-4C89-BE61-F6F21EF00568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2C849B0F-433C-446C-A1EB-CA92BFD779A9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9929E67D-C83E-4469-8EA5-BBA969AC1E7B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AF6E2DD5-E860-4917-910A-2D505EEA40B2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</p:grp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A7673721-82A6-4B18-A495-FEA568C6B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32660" y="2916008"/>
              <a:ext cx="167686" cy="147049"/>
            </a:xfrm>
            <a:prstGeom prst="rect">
              <a:avLst/>
            </a:prstGeom>
          </p:spPr>
        </p:pic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A376F33-9407-4DA3-9ECD-A3FDCEA5D4ED}"/>
              </a:ext>
            </a:extLst>
          </p:cNvPr>
          <p:cNvGrpSpPr/>
          <p:nvPr/>
        </p:nvGrpSpPr>
        <p:grpSpPr>
          <a:xfrm>
            <a:off x="9823023" y="3498681"/>
            <a:ext cx="348517" cy="341031"/>
            <a:chOff x="10031415" y="2950781"/>
            <a:chExt cx="253716" cy="248266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30A9FD6A-E3B1-487A-B7AC-CDA55AE5C18A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A3ED28EA-5E2F-4190-817D-B16A65A18C2E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BD576FF4-1D1E-42C1-9E2D-9FEC3E71A880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7AD072A8-DC49-427F-A625-CE0FBAA23684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D0C82603-326D-4A35-8BBD-FC8F3806F92F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</p:grpSp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913C5749-9D14-460D-B89F-F86EE0787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1DD6DCB1-EDC0-44AB-A122-22D1EC76BC6D}"/>
              </a:ext>
            </a:extLst>
          </p:cNvPr>
          <p:cNvGrpSpPr/>
          <p:nvPr/>
        </p:nvGrpSpPr>
        <p:grpSpPr>
          <a:xfrm>
            <a:off x="10177493" y="4342170"/>
            <a:ext cx="348517" cy="515485"/>
            <a:chOff x="10529392" y="3206783"/>
            <a:chExt cx="253716" cy="375266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AD65CEF8-50B2-4AFC-AC4A-EF32C08C92FB}"/>
                </a:ext>
              </a:extLst>
            </p:cNvPr>
            <p:cNvGrpSpPr/>
            <p:nvPr/>
          </p:nvGrpSpPr>
          <p:grpSpPr>
            <a:xfrm>
              <a:off x="10529392" y="3206783"/>
              <a:ext cx="253716" cy="375266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0AAF8941-E423-4FB2-8C6B-2F25C73E73C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FE6D5370-E61B-4A8D-9616-4400595BD793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FABCE1DC-E2BF-4AA1-BB29-4E698869B280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52293D5B-CD4E-44DC-B295-621AB21C97E9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9A72FBBF-0741-4D97-B7DA-DDAE8BC06392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33914751-2C82-4B87-A320-3A569959E09B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</p:grp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0014B630-5A3B-4669-A1DC-2E2903DB5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1056" y="3296095"/>
              <a:ext cx="167686" cy="147049"/>
            </a:xfrm>
            <a:prstGeom prst="rect">
              <a:avLst/>
            </a:prstGeom>
          </p:spPr>
        </p:pic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073EC42A-81BE-4E35-B7B0-1C2835ECB967}"/>
              </a:ext>
            </a:extLst>
          </p:cNvPr>
          <p:cNvGrpSpPr/>
          <p:nvPr/>
        </p:nvGrpSpPr>
        <p:grpSpPr>
          <a:xfrm>
            <a:off x="9831652" y="4343534"/>
            <a:ext cx="348517" cy="341031"/>
            <a:chOff x="10031415" y="2950781"/>
            <a:chExt cx="253716" cy="248266"/>
          </a:xfrm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ABCA5F34-0345-4B02-830C-8885AD32BD5C}"/>
                </a:ext>
              </a:extLst>
            </p:cNvPr>
            <p:cNvGrpSpPr/>
            <p:nvPr/>
          </p:nvGrpSpPr>
          <p:grpSpPr>
            <a:xfrm>
              <a:off x="10031415" y="2950781"/>
              <a:ext cx="253716" cy="248266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46299C5E-EC40-4C84-A940-DF67E572A6B5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D0A096A2-6A8D-4758-9F01-35C0B08E50C2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F7A68513-FA71-4C11-925E-348791E155C5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92679B18-830C-4F11-A025-BAB08DFAD43F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</p:grpSp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171C62A2-9FDF-496F-AD4D-E6508595E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3079" y="3001932"/>
              <a:ext cx="167686" cy="147049"/>
            </a:xfrm>
            <a:prstGeom prst="rect">
              <a:avLst/>
            </a:prstGeom>
          </p:spPr>
        </p:pic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8FF8EBEC-31F2-47B6-9288-99FF94FD67EE}"/>
              </a:ext>
            </a:extLst>
          </p:cNvPr>
          <p:cNvGrpSpPr/>
          <p:nvPr/>
        </p:nvGrpSpPr>
        <p:grpSpPr>
          <a:xfrm>
            <a:off x="9223629" y="2438701"/>
            <a:ext cx="2022823" cy="46989"/>
            <a:chOff x="5645144" y="3140870"/>
            <a:chExt cx="249768" cy="110534"/>
          </a:xfrm>
        </p:grpSpPr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B93B0FC1-C05C-4D2C-B546-1D6573066345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EC96BBFD-50AD-4BAA-A34F-07D20248EBA7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</p:grpSp>
      <p:pic>
        <p:nvPicPr>
          <p:cNvPr id="102" name="그림 101">
            <a:extLst>
              <a:ext uri="{FF2B5EF4-FFF2-40B4-BE49-F238E27FC236}">
                <a16:creationId xmlns:a16="http://schemas.microsoft.com/office/drawing/2014/main" id="{17E300F2-8C42-425B-8EB1-6EBCF52E8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547" y="2542929"/>
            <a:ext cx="235924" cy="276336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7920058D-F7F4-481E-BA1F-692920E3E9A3}"/>
              </a:ext>
            </a:extLst>
          </p:cNvPr>
          <p:cNvSpPr txBox="1"/>
          <p:nvPr/>
        </p:nvSpPr>
        <p:spPr>
          <a:xfrm>
            <a:off x="9306249" y="2763449"/>
            <a:ext cx="407484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7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7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04" name="Picture 2" descr="돋보기 - 무료 도구 및기구개 아이콘">
            <a:extLst>
              <a:ext uri="{FF2B5EF4-FFF2-40B4-BE49-F238E27FC236}">
                <a16:creationId xmlns:a16="http://schemas.microsoft.com/office/drawing/2014/main" id="{CE355516-5257-4B2B-818F-8F456CC7E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522" y="2785505"/>
            <a:ext cx="144186" cy="14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2556839B-714D-4785-A240-57D231FE564F}"/>
              </a:ext>
            </a:extLst>
          </p:cNvPr>
          <p:cNvSpPr/>
          <p:nvPr/>
        </p:nvSpPr>
        <p:spPr>
          <a:xfrm>
            <a:off x="9256543" y="5418520"/>
            <a:ext cx="1955166" cy="574359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E9635936-5D9F-448B-80D4-7DF7658704C8}"/>
              </a:ext>
            </a:extLst>
          </p:cNvPr>
          <p:cNvSpPr/>
          <p:nvPr/>
        </p:nvSpPr>
        <p:spPr>
          <a:xfrm>
            <a:off x="9256543" y="5412761"/>
            <a:ext cx="1955166" cy="159635"/>
          </a:xfrm>
          <a:prstGeom prst="roundRect">
            <a:avLst>
              <a:gd name="adj" fmla="val 6787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88EF2897-2058-423D-A4B2-11B4628AA5A0}"/>
              </a:ext>
            </a:extLst>
          </p:cNvPr>
          <p:cNvSpPr/>
          <p:nvPr/>
        </p:nvSpPr>
        <p:spPr>
          <a:xfrm>
            <a:off x="9623384" y="5609730"/>
            <a:ext cx="330284" cy="34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5B9466D5-FC85-434A-AC69-6315028EB6D1}"/>
              </a:ext>
            </a:extLst>
          </p:cNvPr>
          <p:cNvGrpSpPr/>
          <p:nvPr/>
        </p:nvGrpSpPr>
        <p:grpSpPr>
          <a:xfrm>
            <a:off x="9693596" y="5693802"/>
            <a:ext cx="188616" cy="184564"/>
            <a:chOff x="10356957" y="4935575"/>
            <a:chExt cx="321867" cy="31495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19634C5-541E-4D6A-AA60-12C7DB21B791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C02AB1FC-AA14-4322-8963-AF6DA9215C0D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3E628688-BFF4-4DD4-9A03-CB16811FF2FC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BFFA24C7-E517-496D-8A33-F11FB0577C8C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pic>
        <p:nvPicPr>
          <p:cNvPr id="113" name="그림 112">
            <a:extLst>
              <a:ext uri="{FF2B5EF4-FFF2-40B4-BE49-F238E27FC236}">
                <a16:creationId xmlns:a16="http://schemas.microsoft.com/office/drawing/2014/main" id="{6E56E3E4-181B-45DB-BF8A-383F8E8FAA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569" y="5731828"/>
            <a:ext cx="124660" cy="109318"/>
          </a:xfrm>
          <a:prstGeom prst="rect">
            <a:avLst/>
          </a:prstGeom>
        </p:spPr>
      </p:pic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8ABF7BD-286D-487C-BD4C-C75F23E97127}"/>
              </a:ext>
            </a:extLst>
          </p:cNvPr>
          <p:cNvSpPr/>
          <p:nvPr/>
        </p:nvSpPr>
        <p:spPr>
          <a:xfrm>
            <a:off x="10007098" y="5609730"/>
            <a:ext cx="330284" cy="34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6F736C13-1C9F-4BEB-A0BA-B915F46FA838}"/>
              </a:ext>
            </a:extLst>
          </p:cNvPr>
          <p:cNvGrpSpPr/>
          <p:nvPr/>
        </p:nvGrpSpPr>
        <p:grpSpPr>
          <a:xfrm>
            <a:off x="10077310" y="5642875"/>
            <a:ext cx="188616" cy="27897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66DABBC3-4F46-4A89-9978-773E4BCD9D00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6F3D3D0F-22C8-4826-8D8A-3E4BE8BCA59A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CA2C114B-F892-4A24-A9D5-7052CEB1D695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70DA5AC3-CA0E-4D18-B392-0710451CF8D1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E96C80A5-707B-409C-8C4C-57AF836F1387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4298D7C5-FF61-4B2E-A73D-61180E56B40F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pic>
        <p:nvPicPr>
          <p:cNvPr id="122" name="그림 121">
            <a:extLst>
              <a:ext uri="{FF2B5EF4-FFF2-40B4-BE49-F238E27FC236}">
                <a16:creationId xmlns:a16="http://schemas.microsoft.com/office/drawing/2014/main" id="{B9B489F4-A756-4A34-9D78-465166793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84" y="5709271"/>
            <a:ext cx="124660" cy="109318"/>
          </a:xfrm>
          <a:prstGeom prst="rect">
            <a:avLst/>
          </a:prstGeom>
        </p:spPr>
      </p:pic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4C1AD538-DA29-4ADF-B47D-A6F432EF5A09}"/>
              </a:ext>
            </a:extLst>
          </p:cNvPr>
          <p:cNvSpPr/>
          <p:nvPr/>
        </p:nvSpPr>
        <p:spPr>
          <a:xfrm>
            <a:off x="10390812" y="5609730"/>
            <a:ext cx="330284" cy="34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E6002F98-1DA7-42D3-A8F6-D419FD686854}"/>
              </a:ext>
            </a:extLst>
          </p:cNvPr>
          <p:cNvGrpSpPr/>
          <p:nvPr/>
        </p:nvGrpSpPr>
        <p:grpSpPr>
          <a:xfrm>
            <a:off x="10461024" y="5642875"/>
            <a:ext cx="188616" cy="27897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92739883-CF62-4A40-8FF0-8FF6EA4F1559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E49C4853-BF7E-4303-927F-D866A0C27E56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B516BFF1-4DAC-4A1E-8D37-8DA02EB08A4E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D3396181-4E25-4302-82B2-A9E93E7927D6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033BA934-ABD9-4EA2-9411-6AB5B9135113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C7CC797C-081C-49B9-8EFB-D8ADA5FECC6C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pic>
        <p:nvPicPr>
          <p:cNvPr id="131" name="그림 130">
            <a:extLst>
              <a:ext uri="{FF2B5EF4-FFF2-40B4-BE49-F238E27FC236}">
                <a16:creationId xmlns:a16="http://schemas.microsoft.com/office/drawing/2014/main" id="{6F763F86-B99B-46C0-AD87-970CE4F67F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998" y="5709271"/>
            <a:ext cx="124660" cy="109318"/>
          </a:xfrm>
          <a:prstGeom prst="rect">
            <a:avLst/>
          </a:prstGeom>
        </p:spPr>
      </p:pic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176C6A89-832F-4DE8-85BB-9F78E0D6B9E9}"/>
              </a:ext>
            </a:extLst>
          </p:cNvPr>
          <p:cNvSpPr/>
          <p:nvPr/>
        </p:nvSpPr>
        <p:spPr>
          <a:xfrm>
            <a:off x="9348828" y="5410332"/>
            <a:ext cx="1576088" cy="146186"/>
          </a:xfrm>
          <a:prstGeom prst="roundRect">
            <a:avLst>
              <a:gd name="adj" fmla="val 6787"/>
            </a:avLst>
          </a:prstGeom>
          <a:solidFill>
            <a:srgbClr val="00D2FF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F420563-79C6-481C-A358-57621F7FB11A}"/>
              </a:ext>
            </a:extLst>
          </p:cNvPr>
          <p:cNvSpPr txBox="1"/>
          <p:nvPr/>
        </p:nvSpPr>
        <p:spPr>
          <a:xfrm>
            <a:off x="10000686" y="5374075"/>
            <a:ext cx="5020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90%</a:t>
            </a:r>
            <a:endParaRPr lang="ko-KR" altLang="en-US" sz="11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6089A52B-5DC2-4610-899D-C5703918188A}"/>
              </a:ext>
            </a:extLst>
          </p:cNvPr>
          <p:cNvGrpSpPr/>
          <p:nvPr/>
        </p:nvGrpSpPr>
        <p:grpSpPr>
          <a:xfrm>
            <a:off x="9235422" y="5346532"/>
            <a:ext cx="261608" cy="261608"/>
            <a:chOff x="3782121" y="3757226"/>
            <a:chExt cx="1094680" cy="1094680"/>
          </a:xfrm>
        </p:grpSpPr>
        <p:sp>
          <p:nvSpPr>
            <p:cNvPr id="135" name="사각형: 둥근 모서리 134">
              <a:extLst>
                <a:ext uri="{FF2B5EF4-FFF2-40B4-BE49-F238E27FC236}">
                  <a16:creationId xmlns:a16="http://schemas.microsoft.com/office/drawing/2014/main" id="{E53D3FA2-2570-447E-A385-C52764CA7126}"/>
                </a:ext>
              </a:extLst>
            </p:cNvPr>
            <p:cNvSpPr/>
            <p:nvPr/>
          </p:nvSpPr>
          <p:spPr>
            <a:xfrm>
              <a:off x="3782121" y="3757226"/>
              <a:ext cx="1094680" cy="1094680"/>
            </a:xfrm>
            <a:prstGeom prst="roundRect">
              <a:avLst>
                <a:gd name="adj" fmla="val 4397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pic>
          <p:nvPicPr>
            <p:cNvPr id="136" name="Picture 12">
              <a:extLst>
                <a:ext uri="{FF2B5EF4-FFF2-40B4-BE49-F238E27FC236}">
                  <a16:creationId xmlns:a16="http://schemas.microsoft.com/office/drawing/2014/main" id="{E417F05F-D078-4583-9CB9-0BC76716E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2492" y="3768673"/>
              <a:ext cx="998443" cy="9984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56A859-C976-44D2-AF3B-D575EABB1457}"/>
              </a:ext>
            </a:extLst>
          </p:cNvPr>
          <p:cNvSpPr/>
          <p:nvPr/>
        </p:nvSpPr>
        <p:spPr>
          <a:xfrm>
            <a:off x="905515" y="2442138"/>
            <a:ext cx="2022824" cy="35961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E5AA20E-EE27-4C31-A189-1E06FDF94A57}"/>
              </a:ext>
            </a:extLst>
          </p:cNvPr>
          <p:cNvSpPr/>
          <p:nvPr/>
        </p:nvSpPr>
        <p:spPr>
          <a:xfrm>
            <a:off x="985289" y="2524340"/>
            <a:ext cx="340613" cy="389984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F0F1175-51E2-481E-8797-2FAE78702EE2}"/>
              </a:ext>
            </a:extLst>
          </p:cNvPr>
          <p:cNvSpPr/>
          <p:nvPr/>
        </p:nvSpPr>
        <p:spPr>
          <a:xfrm>
            <a:off x="981586" y="2953726"/>
            <a:ext cx="340613" cy="422146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DBEB1E3-C116-4BDF-A072-6D32C8ADF27C}"/>
              </a:ext>
            </a:extLst>
          </p:cNvPr>
          <p:cNvSpPr/>
          <p:nvPr/>
        </p:nvSpPr>
        <p:spPr>
          <a:xfrm>
            <a:off x="2508652" y="2524340"/>
            <a:ext cx="340613" cy="173782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F329A94-B9AE-4395-884F-B6AD70D2264A}"/>
              </a:ext>
            </a:extLst>
          </p:cNvPr>
          <p:cNvSpPr/>
          <p:nvPr/>
        </p:nvSpPr>
        <p:spPr>
          <a:xfrm>
            <a:off x="1746619" y="2524340"/>
            <a:ext cx="340613" cy="1737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61BA4B5-5E14-44B0-AF47-78776D589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57868" y="4298017"/>
            <a:ext cx="176700" cy="15495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FB1C7B8-87FB-4538-B2AC-B5ECC9782B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078" y="3650586"/>
            <a:ext cx="176700" cy="15495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C41700C-6753-4D6A-BB27-27303A8C9A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617" y="4488992"/>
            <a:ext cx="195933" cy="17181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89F6D61-FE11-4167-B832-CD797A1C4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05" y="3986686"/>
            <a:ext cx="195933" cy="17181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29C0B3A-62D6-450F-AD09-CD5382D05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811" y="4159323"/>
            <a:ext cx="195933" cy="17181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DA1B1CF-E70A-4E2A-BD9A-5B10311F74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84810" y="4714697"/>
            <a:ext cx="216730" cy="19005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1809837-4237-4127-8F02-899FFCAC5998}"/>
              </a:ext>
            </a:extLst>
          </p:cNvPr>
          <p:cNvSpPr txBox="1"/>
          <p:nvPr/>
        </p:nvSpPr>
        <p:spPr>
          <a:xfrm>
            <a:off x="1342894" y="2159015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빌드업 웨이브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B28AFA5A-8864-4AED-9049-DEC34770C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500" y="3048346"/>
            <a:ext cx="195933" cy="171818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0AB69A90-1862-4462-B18D-BCBA262E4F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696" y="5092835"/>
            <a:ext cx="195933" cy="171818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70BFAD9-583B-4ABD-BB07-3062324188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932" y="3339744"/>
            <a:ext cx="195933" cy="171818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4301A827-39E1-4020-91C8-B577ECEFE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663" y="4546424"/>
            <a:ext cx="304527" cy="356688"/>
          </a:xfrm>
          <a:prstGeom prst="rect">
            <a:avLst/>
          </a:prstGeom>
        </p:spPr>
      </p:pic>
      <p:grpSp>
        <p:nvGrpSpPr>
          <p:cNvPr id="93" name="그룹 92">
            <a:extLst>
              <a:ext uri="{FF2B5EF4-FFF2-40B4-BE49-F238E27FC236}">
                <a16:creationId xmlns:a16="http://schemas.microsoft.com/office/drawing/2014/main" id="{837825CA-E292-45EF-AA85-BBB0A4DB6B64}"/>
              </a:ext>
            </a:extLst>
          </p:cNvPr>
          <p:cNvGrpSpPr/>
          <p:nvPr/>
        </p:nvGrpSpPr>
        <p:grpSpPr>
          <a:xfrm>
            <a:off x="909525" y="2438701"/>
            <a:ext cx="2022823" cy="46989"/>
            <a:chOff x="5645144" y="3140870"/>
            <a:chExt cx="249768" cy="110534"/>
          </a:xfrm>
        </p:grpSpPr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3A1BB08F-22B2-4916-A99E-2546E92B4A8D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BC5A7384-4A12-4951-85D1-8C4F3D3B83C3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</p:grpSp>
      <p:pic>
        <p:nvPicPr>
          <p:cNvPr id="99" name="그림 98">
            <a:extLst>
              <a:ext uri="{FF2B5EF4-FFF2-40B4-BE49-F238E27FC236}">
                <a16:creationId xmlns:a16="http://schemas.microsoft.com/office/drawing/2014/main" id="{61D967ED-AF02-4C33-8ACF-9E1E9B724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80" y="2542929"/>
            <a:ext cx="235924" cy="276336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9D0522AA-5069-49DD-9C95-4A344296E5E2}"/>
              </a:ext>
            </a:extLst>
          </p:cNvPr>
          <p:cNvSpPr txBox="1"/>
          <p:nvPr/>
        </p:nvSpPr>
        <p:spPr>
          <a:xfrm>
            <a:off x="980782" y="2763449"/>
            <a:ext cx="407484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7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7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101" name="Picture 2" descr="돋보기 - 무료 도구 및기구개 아이콘">
            <a:extLst>
              <a:ext uri="{FF2B5EF4-FFF2-40B4-BE49-F238E27FC236}">
                <a16:creationId xmlns:a16="http://schemas.microsoft.com/office/drawing/2014/main" id="{7A127F00-DEB2-48A3-BEB6-F2A198B1A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55" y="2785505"/>
            <a:ext cx="144186" cy="14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4A9AC318-82E4-4582-A11C-810226D69044}"/>
              </a:ext>
            </a:extLst>
          </p:cNvPr>
          <p:cNvSpPr/>
          <p:nvPr/>
        </p:nvSpPr>
        <p:spPr>
          <a:xfrm>
            <a:off x="945547" y="5418520"/>
            <a:ext cx="1955166" cy="574359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6A9B944F-DA4E-4A1F-B68F-43DAB08CE407}"/>
              </a:ext>
            </a:extLst>
          </p:cNvPr>
          <p:cNvSpPr/>
          <p:nvPr/>
        </p:nvSpPr>
        <p:spPr>
          <a:xfrm>
            <a:off x="945547" y="5412761"/>
            <a:ext cx="1955166" cy="159635"/>
          </a:xfrm>
          <a:prstGeom prst="roundRect">
            <a:avLst>
              <a:gd name="adj" fmla="val 6787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46A592CF-CBC0-441C-8B41-E20AAEE9EAEA}"/>
              </a:ext>
            </a:extLst>
          </p:cNvPr>
          <p:cNvSpPr/>
          <p:nvPr/>
        </p:nvSpPr>
        <p:spPr>
          <a:xfrm>
            <a:off x="1312388" y="5609730"/>
            <a:ext cx="330284" cy="34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794C173C-DE06-462E-9B90-4A5F6F2E27A4}"/>
              </a:ext>
            </a:extLst>
          </p:cNvPr>
          <p:cNvGrpSpPr/>
          <p:nvPr/>
        </p:nvGrpSpPr>
        <p:grpSpPr>
          <a:xfrm>
            <a:off x="1382600" y="5693802"/>
            <a:ext cx="188616" cy="184564"/>
            <a:chOff x="10356957" y="4935575"/>
            <a:chExt cx="321867" cy="31495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F0AA38ED-2AB8-4784-885B-FF62EE84D382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E0B72F8D-CCD9-42E9-B5ED-D48146A1F8AB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ED339C23-4A54-4D3C-8716-211B84A31C43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011FB567-8023-47A6-ADC5-10CBF0C654EC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pic>
        <p:nvPicPr>
          <p:cNvPr id="145" name="그림 144">
            <a:extLst>
              <a:ext uri="{FF2B5EF4-FFF2-40B4-BE49-F238E27FC236}">
                <a16:creationId xmlns:a16="http://schemas.microsoft.com/office/drawing/2014/main" id="{B927F769-EA9A-4230-9DF5-D1465A42DC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573" y="5731828"/>
            <a:ext cx="124660" cy="109318"/>
          </a:xfrm>
          <a:prstGeom prst="rect">
            <a:avLst/>
          </a:prstGeom>
        </p:spPr>
      </p:pic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A670D10-25FC-4FF3-9FC8-9CB2CE5AE473}"/>
              </a:ext>
            </a:extLst>
          </p:cNvPr>
          <p:cNvSpPr/>
          <p:nvPr/>
        </p:nvSpPr>
        <p:spPr>
          <a:xfrm>
            <a:off x="1696102" y="5609730"/>
            <a:ext cx="330284" cy="34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CAB9A338-55EA-41CC-86ED-E3525938B399}"/>
              </a:ext>
            </a:extLst>
          </p:cNvPr>
          <p:cNvGrpSpPr/>
          <p:nvPr/>
        </p:nvGrpSpPr>
        <p:grpSpPr>
          <a:xfrm>
            <a:off x="1766314" y="5642875"/>
            <a:ext cx="188616" cy="27897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C899D4D1-E388-4A6C-96A9-5738C3B3A482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906B136F-27BE-4D06-BEE1-C0A6915C4FF0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A423B3EE-CA06-45D3-8DA4-E167E32D9B18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3A1CAD0C-B4B2-4CE4-8E67-5B9CBF06B9B7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A0B64811-81C4-4C93-A897-EC80EE3C8B49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F8AFE428-BC97-4CF3-9184-9F04D80D9678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pic>
        <p:nvPicPr>
          <p:cNvPr id="154" name="그림 153">
            <a:extLst>
              <a:ext uri="{FF2B5EF4-FFF2-40B4-BE49-F238E27FC236}">
                <a16:creationId xmlns:a16="http://schemas.microsoft.com/office/drawing/2014/main" id="{52A584B7-7207-4618-AC32-0594742B2A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288" y="5709271"/>
            <a:ext cx="124660" cy="109318"/>
          </a:xfrm>
          <a:prstGeom prst="rect">
            <a:avLst/>
          </a:prstGeom>
        </p:spPr>
      </p:pic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14CCD51A-E25F-4CA8-B1FD-53FF25B7DEA8}"/>
              </a:ext>
            </a:extLst>
          </p:cNvPr>
          <p:cNvSpPr/>
          <p:nvPr/>
        </p:nvSpPr>
        <p:spPr>
          <a:xfrm>
            <a:off x="2079816" y="5609730"/>
            <a:ext cx="330284" cy="34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A44E8778-4E97-47DE-BE62-2B51EFD8198D}"/>
              </a:ext>
            </a:extLst>
          </p:cNvPr>
          <p:cNvGrpSpPr/>
          <p:nvPr/>
        </p:nvGrpSpPr>
        <p:grpSpPr>
          <a:xfrm>
            <a:off x="2150028" y="5642875"/>
            <a:ext cx="188616" cy="27897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C9C7D270-4D5F-4CAA-9F49-ABEEFEEB4E2E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24145AC6-0229-4BDD-9E4F-B074F1F1DC25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67543C2E-7821-4ECB-8E15-C3883190D959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F0033C0B-AF8D-4F45-B260-329F09BF50D2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11459CC3-C011-4321-8610-728C086608BC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5347EBAF-072E-436E-AFF8-0D7898D9D7F2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pic>
        <p:nvPicPr>
          <p:cNvPr id="163" name="그림 162">
            <a:extLst>
              <a:ext uri="{FF2B5EF4-FFF2-40B4-BE49-F238E27FC236}">
                <a16:creationId xmlns:a16="http://schemas.microsoft.com/office/drawing/2014/main" id="{20DE9DBB-2A21-4775-A681-08C5076193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002" y="5709271"/>
            <a:ext cx="124660" cy="109318"/>
          </a:xfrm>
          <a:prstGeom prst="rect">
            <a:avLst/>
          </a:prstGeom>
        </p:spPr>
      </p:pic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93463097-7C74-4BDD-9483-99B1F2E214DB}"/>
              </a:ext>
            </a:extLst>
          </p:cNvPr>
          <p:cNvSpPr/>
          <p:nvPr/>
        </p:nvSpPr>
        <p:spPr>
          <a:xfrm>
            <a:off x="1037832" y="5410332"/>
            <a:ext cx="1576088" cy="146186"/>
          </a:xfrm>
          <a:prstGeom prst="roundRect">
            <a:avLst>
              <a:gd name="adj" fmla="val 6787"/>
            </a:avLst>
          </a:prstGeom>
          <a:solidFill>
            <a:srgbClr val="00D2FF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240CCDD-450F-45D3-8BE4-DCD1538BB605}"/>
              </a:ext>
            </a:extLst>
          </p:cNvPr>
          <p:cNvSpPr txBox="1"/>
          <p:nvPr/>
        </p:nvSpPr>
        <p:spPr>
          <a:xfrm>
            <a:off x="1689690" y="5374075"/>
            <a:ext cx="5020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90%</a:t>
            </a:r>
            <a:endParaRPr lang="ko-KR" altLang="en-US" sz="11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54E07D7B-B09C-407D-BC73-AE955AC55B34}"/>
              </a:ext>
            </a:extLst>
          </p:cNvPr>
          <p:cNvGrpSpPr/>
          <p:nvPr/>
        </p:nvGrpSpPr>
        <p:grpSpPr>
          <a:xfrm>
            <a:off x="924426" y="5346532"/>
            <a:ext cx="261608" cy="261608"/>
            <a:chOff x="3782121" y="3757226"/>
            <a:chExt cx="1094680" cy="1094680"/>
          </a:xfrm>
        </p:grpSpPr>
        <p:sp>
          <p:nvSpPr>
            <p:cNvPr id="167" name="사각형: 둥근 모서리 166">
              <a:extLst>
                <a:ext uri="{FF2B5EF4-FFF2-40B4-BE49-F238E27FC236}">
                  <a16:creationId xmlns:a16="http://schemas.microsoft.com/office/drawing/2014/main" id="{44D1DEF8-5F78-4D9F-9A66-7C176CB6E507}"/>
                </a:ext>
              </a:extLst>
            </p:cNvPr>
            <p:cNvSpPr/>
            <p:nvPr/>
          </p:nvSpPr>
          <p:spPr>
            <a:xfrm>
              <a:off x="3782121" y="3757226"/>
              <a:ext cx="1094680" cy="1094680"/>
            </a:xfrm>
            <a:prstGeom prst="roundRect">
              <a:avLst>
                <a:gd name="adj" fmla="val 4397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pic>
          <p:nvPicPr>
            <p:cNvPr id="168" name="Picture 12">
              <a:extLst>
                <a:ext uri="{FF2B5EF4-FFF2-40B4-BE49-F238E27FC236}">
                  <a16:creationId xmlns:a16="http://schemas.microsoft.com/office/drawing/2014/main" id="{A079A1F0-1E41-4477-B095-496FB5851B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2492" y="3768673"/>
              <a:ext cx="998443" cy="9984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1BC7FD7F-6EB3-4182-A742-B18203755E83}"/>
              </a:ext>
            </a:extLst>
          </p:cNvPr>
          <p:cNvSpPr/>
          <p:nvPr/>
        </p:nvSpPr>
        <p:spPr>
          <a:xfrm rot="5400000">
            <a:off x="3890376" y="4045586"/>
            <a:ext cx="216168" cy="171718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이등변 삼각형 224">
            <a:extLst>
              <a:ext uri="{FF2B5EF4-FFF2-40B4-BE49-F238E27FC236}">
                <a16:creationId xmlns:a16="http://schemas.microsoft.com/office/drawing/2014/main" id="{FC0CECB9-9BF2-4CCA-A091-9B7911152AEC}"/>
              </a:ext>
            </a:extLst>
          </p:cNvPr>
          <p:cNvSpPr/>
          <p:nvPr/>
        </p:nvSpPr>
        <p:spPr>
          <a:xfrm rot="5400000">
            <a:off x="8049433" y="4045586"/>
            <a:ext cx="216168" cy="171718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240EAAF4-9543-4D5B-AEDB-6C8497BB0316}"/>
              </a:ext>
            </a:extLst>
          </p:cNvPr>
          <p:cNvSpPr/>
          <p:nvPr/>
        </p:nvSpPr>
        <p:spPr>
          <a:xfrm>
            <a:off x="5064572" y="2442138"/>
            <a:ext cx="2022824" cy="35961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pic>
        <p:nvPicPr>
          <p:cNvPr id="174" name="그림 173">
            <a:extLst>
              <a:ext uri="{FF2B5EF4-FFF2-40B4-BE49-F238E27FC236}">
                <a16:creationId xmlns:a16="http://schemas.microsoft.com/office/drawing/2014/main" id="{0A832B3E-0455-4A71-A51D-E1E16678B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516925" y="4298017"/>
            <a:ext cx="176700" cy="154953"/>
          </a:xfrm>
          <a:prstGeom prst="rect">
            <a:avLst/>
          </a:prstGeom>
        </p:spPr>
      </p:pic>
      <p:pic>
        <p:nvPicPr>
          <p:cNvPr id="175" name="그림 174">
            <a:extLst>
              <a:ext uri="{FF2B5EF4-FFF2-40B4-BE49-F238E27FC236}">
                <a16:creationId xmlns:a16="http://schemas.microsoft.com/office/drawing/2014/main" id="{60AB9B99-9487-4851-A799-43BFAE6B7B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135" y="3650586"/>
            <a:ext cx="176700" cy="154953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C981DCD8-8268-49C9-86FA-CACFB594F2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674" y="4488992"/>
            <a:ext cx="195933" cy="171818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21CE03A7-0D12-48EB-BDCE-3408A8CE36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162" y="3986686"/>
            <a:ext cx="195933" cy="171818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854F92F3-2210-4186-9A44-4BD5DEB319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868" y="4159323"/>
            <a:ext cx="195933" cy="171818"/>
          </a:xfrm>
          <a:prstGeom prst="rect">
            <a:avLst/>
          </a:prstGeom>
        </p:spPr>
      </p:pic>
      <p:pic>
        <p:nvPicPr>
          <p:cNvPr id="179" name="그림 178">
            <a:extLst>
              <a:ext uri="{FF2B5EF4-FFF2-40B4-BE49-F238E27FC236}">
                <a16:creationId xmlns:a16="http://schemas.microsoft.com/office/drawing/2014/main" id="{4D10C452-90CD-4225-AE19-CA82654173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643867" y="4714697"/>
            <a:ext cx="216730" cy="190055"/>
          </a:xfrm>
          <a:prstGeom prst="rect">
            <a:avLst/>
          </a:prstGeom>
        </p:spPr>
      </p:pic>
      <p:pic>
        <p:nvPicPr>
          <p:cNvPr id="180" name="그림 179">
            <a:extLst>
              <a:ext uri="{FF2B5EF4-FFF2-40B4-BE49-F238E27FC236}">
                <a16:creationId xmlns:a16="http://schemas.microsoft.com/office/drawing/2014/main" id="{C91F19C8-1533-4388-B154-229AD31595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557" y="3048346"/>
            <a:ext cx="195933" cy="171818"/>
          </a:xfrm>
          <a:prstGeom prst="rect">
            <a:avLst/>
          </a:prstGeom>
        </p:spPr>
      </p:pic>
      <p:pic>
        <p:nvPicPr>
          <p:cNvPr id="181" name="그림 180">
            <a:extLst>
              <a:ext uri="{FF2B5EF4-FFF2-40B4-BE49-F238E27FC236}">
                <a16:creationId xmlns:a16="http://schemas.microsoft.com/office/drawing/2014/main" id="{233EFE30-35F7-4A1F-B32F-2E75DBB1F5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753" y="5092835"/>
            <a:ext cx="195933" cy="171818"/>
          </a:xfrm>
          <a:prstGeom prst="rect">
            <a:avLst/>
          </a:prstGeom>
        </p:spPr>
      </p:pic>
      <p:pic>
        <p:nvPicPr>
          <p:cNvPr id="182" name="그림 181">
            <a:extLst>
              <a:ext uri="{FF2B5EF4-FFF2-40B4-BE49-F238E27FC236}">
                <a16:creationId xmlns:a16="http://schemas.microsoft.com/office/drawing/2014/main" id="{1A2D129F-8986-42DF-BBA7-D1DEB346DF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989" y="3339744"/>
            <a:ext cx="195933" cy="171818"/>
          </a:xfrm>
          <a:prstGeom prst="rect">
            <a:avLst/>
          </a:prstGeom>
        </p:spPr>
      </p:pic>
      <p:pic>
        <p:nvPicPr>
          <p:cNvPr id="183" name="그림 182">
            <a:extLst>
              <a:ext uri="{FF2B5EF4-FFF2-40B4-BE49-F238E27FC236}">
                <a16:creationId xmlns:a16="http://schemas.microsoft.com/office/drawing/2014/main" id="{6265624C-C4B7-4931-9546-CD5438254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720" y="4546424"/>
            <a:ext cx="304527" cy="356688"/>
          </a:xfrm>
          <a:prstGeom prst="rect">
            <a:avLst/>
          </a:prstGeom>
        </p:spPr>
      </p:pic>
      <p:sp>
        <p:nvSpPr>
          <p:cNvPr id="222" name="TextBox 221">
            <a:extLst>
              <a:ext uri="{FF2B5EF4-FFF2-40B4-BE49-F238E27FC236}">
                <a16:creationId xmlns:a16="http://schemas.microsoft.com/office/drawing/2014/main" id="{B0C799AF-0F58-4945-BF1D-6512AF7A98D3}"/>
              </a:ext>
            </a:extLst>
          </p:cNvPr>
          <p:cNvSpPr txBox="1"/>
          <p:nvPr/>
        </p:nvSpPr>
        <p:spPr>
          <a:xfrm>
            <a:off x="4978091" y="2080224"/>
            <a:ext cx="2137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70C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짧은 씬 전환 애니메이션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DA946994-EBC4-4865-80F0-CF5DB0D16074}"/>
              </a:ext>
            </a:extLst>
          </p:cNvPr>
          <p:cNvSpPr txBox="1"/>
          <p:nvPr/>
        </p:nvSpPr>
        <p:spPr>
          <a:xfrm>
            <a:off x="5550365" y="1643573"/>
            <a:ext cx="992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EE77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▼추가됨</a:t>
            </a:r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7220C2E0-E05C-4CEE-AA82-44AAC9C5ABFB}"/>
              </a:ext>
            </a:extLst>
          </p:cNvPr>
          <p:cNvSpPr/>
          <p:nvPr/>
        </p:nvSpPr>
        <p:spPr>
          <a:xfrm>
            <a:off x="5055037" y="2442138"/>
            <a:ext cx="2022824" cy="35961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84" name="사각형: 둥근 모서리 283">
            <a:extLst>
              <a:ext uri="{FF2B5EF4-FFF2-40B4-BE49-F238E27FC236}">
                <a16:creationId xmlns:a16="http://schemas.microsoft.com/office/drawing/2014/main" id="{1D104871-0AF1-4B1C-8E0A-404DD7FEDA0F}"/>
              </a:ext>
            </a:extLst>
          </p:cNvPr>
          <p:cNvSpPr/>
          <p:nvPr/>
        </p:nvSpPr>
        <p:spPr>
          <a:xfrm>
            <a:off x="5144346" y="2524340"/>
            <a:ext cx="340613" cy="389984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85" name="사각형: 둥근 모서리 284">
            <a:extLst>
              <a:ext uri="{FF2B5EF4-FFF2-40B4-BE49-F238E27FC236}">
                <a16:creationId xmlns:a16="http://schemas.microsoft.com/office/drawing/2014/main" id="{C1BB5696-676E-4D6B-B0FD-9F488BB44E3E}"/>
              </a:ext>
            </a:extLst>
          </p:cNvPr>
          <p:cNvSpPr/>
          <p:nvPr/>
        </p:nvSpPr>
        <p:spPr>
          <a:xfrm>
            <a:off x="5140643" y="2953726"/>
            <a:ext cx="340613" cy="422146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86" name="사각형: 둥근 모서리 285">
            <a:extLst>
              <a:ext uri="{FF2B5EF4-FFF2-40B4-BE49-F238E27FC236}">
                <a16:creationId xmlns:a16="http://schemas.microsoft.com/office/drawing/2014/main" id="{09DBD12A-CA53-4BD6-8DD3-321F04CDC47C}"/>
              </a:ext>
            </a:extLst>
          </p:cNvPr>
          <p:cNvSpPr/>
          <p:nvPr/>
        </p:nvSpPr>
        <p:spPr>
          <a:xfrm>
            <a:off x="6667709" y="2524340"/>
            <a:ext cx="340613" cy="173782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287" name="사각형: 둥근 모서리 286">
            <a:extLst>
              <a:ext uri="{FF2B5EF4-FFF2-40B4-BE49-F238E27FC236}">
                <a16:creationId xmlns:a16="http://schemas.microsoft.com/office/drawing/2014/main" id="{C1FD099E-68AB-49BD-AEF8-F34760CAA542}"/>
              </a:ext>
            </a:extLst>
          </p:cNvPr>
          <p:cNvSpPr/>
          <p:nvPr/>
        </p:nvSpPr>
        <p:spPr>
          <a:xfrm>
            <a:off x="5905676" y="2524340"/>
            <a:ext cx="340613" cy="1737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B14A7437-28D3-4DD7-8DE8-5926973C5287}"/>
              </a:ext>
            </a:extLst>
          </p:cNvPr>
          <p:cNvGrpSpPr/>
          <p:nvPr/>
        </p:nvGrpSpPr>
        <p:grpSpPr>
          <a:xfrm>
            <a:off x="5068582" y="2438701"/>
            <a:ext cx="2022823" cy="46989"/>
            <a:chOff x="5645144" y="3140870"/>
            <a:chExt cx="249768" cy="110534"/>
          </a:xfrm>
        </p:grpSpPr>
        <p:sp>
          <p:nvSpPr>
            <p:cNvPr id="289" name="사각형: 둥근 모서리 288">
              <a:extLst>
                <a:ext uri="{FF2B5EF4-FFF2-40B4-BE49-F238E27FC236}">
                  <a16:creationId xmlns:a16="http://schemas.microsoft.com/office/drawing/2014/main" id="{F22BF8E3-9395-4EA5-A9E0-2EC5225BF211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290" name="사각형: 둥근 모서리 289">
              <a:extLst>
                <a:ext uri="{FF2B5EF4-FFF2-40B4-BE49-F238E27FC236}">
                  <a16:creationId xmlns:a16="http://schemas.microsoft.com/office/drawing/2014/main" id="{9EA9B847-55DA-430B-951D-C8ADF1FE70D5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</p:grpSp>
      <p:pic>
        <p:nvPicPr>
          <p:cNvPr id="291" name="그림 290">
            <a:extLst>
              <a:ext uri="{FF2B5EF4-FFF2-40B4-BE49-F238E27FC236}">
                <a16:creationId xmlns:a16="http://schemas.microsoft.com/office/drawing/2014/main" id="{580C4409-E0E1-4825-85BD-904272FE3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137" y="2542929"/>
            <a:ext cx="235924" cy="276336"/>
          </a:xfrm>
          <a:prstGeom prst="rect">
            <a:avLst/>
          </a:prstGeom>
        </p:spPr>
      </p:pic>
      <p:sp>
        <p:nvSpPr>
          <p:cNvPr id="292" name="TextBox 291">
            <a:extLst>
              <a:ext uri="{FF2B5EF4-FFF2-40B4-BE49-F238E27FC236}">
                <a16:creationId xmlns:a16="http://schemas.microsoft.com/office/drawing/2014/main" id="{73D02710-174E-4FF6-AC62-21EA77B9CBC9}"/>
              </a:ext>
            </a:extLst>
          </p:cNvPr>
          <p:cNvSpPr txBox="1"/>
          <p:nvPr/>
        </p:nvSpPr>
        <p:spPr>
          <a:xfrm>
            <a:off x="5139839" y="2763449"/>
            <a:ext cx="407484" cy="200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7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7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293" name="Picture 2" descr="돋보기 - 무료 도구 및기구개 아이콘">
            <a:extLst>
              <a:ext uri="{FF2B5EF4-FFF2-40B4-BE49-F238E27FC236}">
                <a16:creationId xmlns:a16="http://schemas.microsoft.com/office/drawing/2014/main" id="{2E7DFD24-7960-4213-BF08-28C3C3D7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112" y="2785505"/>
            <a:ext cx="144186" cy="14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4" name="사각형: 둥근 모서리 293">
            <a:extLst>
              <a:ext uri="{FF2B5EF4-FFF2-40B4-BE49-F238E27FC236}">
                <a16:creationId xmlns:a16="http://schemas.microsoft.com/office/drawing/2014/main" id="{CAC310BB-A143-49ED-B753-1BBCC20DECB8}"/>
              </a:ext>
            </a:extLst>
          </p:cNvPr>
          <p:cNvSpPr/>
          <p:nvPr/>
        </p:nvSpPr>
        <p:spPr>
          <a:xfrm>
            <a:off x="5104604" y="5418520"/>
            <a:ext cx="1955166" cy="574359"/>
          </a:xfrm>
          <a:prstGeom prst="roundRect">
            <a:avLst>
              <a:gd name="adj" fmla="val 678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295" name="사각형: 둥근 모서리 294">
            <a:extLst>
              <a:ext uri="{FF2B5EF4-FFF2-40B4-BE49-F238E27FC236}">
                <a16:creationId xmlns:a16="http://schemas.microsoft.com/office/drawing/2014/main" id="{A275F4C1-6FB6-49CE-A207-8511B7597E0A}"/>
              </a:ext>
            </a:extLst>
          </p:cNvPr>
          <p:cNvSpPr/>
          <p:nvPr/>
        </p:nvSpPr>
        <p:spPr>
          <a:xfrm>
            <a:off x="5104604" y="5412761"/>
            <a:ext cx="1955166" cy="159635"/>
          </a:xfrm>
          <a:prstGeom prst="roundRect">
            <a:avLst>
              <a:gd name="adj" fmla="val 6787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D4F3BEC0-AF7F-4C6A-A76A-CEBC0E4E7FE0}"/>
              </a:ext>
            </a:extLst>
          </p:cNvPr>
          <p:cNvSpPr/>
          <p:nvPr/>
        </p:nvSpPr>
        <p:spPr>
          <a:xfrm>
            <a:off x="5471445" y="5609730"/>
            <a:ext cx="330284" cy="34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grpSp>
        <p:nvGrpSpPr>
          <p:cNvPr id="297" name="그룹 296">
            <a:extLst>
              <a:ext uri="{FF2B5EF4-FFF2-40B4-BE49-F238E27FC236}">
                <a16:creationId xmlns:a16="http://schemas.microsoft.com/office/drawing/2014/main" id="{5188F23A-67B3-4A05-B712-A47FF2D236F9}"/>
              </a:ext>
            </a:extLst>
          </p:cNvPr>
          <p:cNvGrpSpPr/>
          <p:nvPr/>
        </p:nvGrpSpPr>
        <p:grpSpPr>
          <a:xfrm>
            <a:off x="5541657" y="5693802"/>
            <a:ext cx="188616" cy="184564"/>
            <a:chOff x="10356957" y="4935575"/>
            <a:chExt cx="321867" cy="31495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98" name="직사각형 297">
              <a:extLst>
                <a:ext uri="{FF2B5EF4-FFF2-40B4-BE49-F238E27FC236}">
                  <a16:creationId xmlns:a16="http://schemas.microsoft.com/office/drawing/2014/main" id="{1D02862C-D7E4-4839-91A6-E29B10C606E9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299" name="직사각형 298">
              <a:extLst>
                <a:ext uri="{FF2B5EF4-FFF2-40B4-BE49-F238E27FC236}">
                  <a16:creationId xmlns:a16="http://schemas.microsoft.com/office/drawing/2014/main" id="{8ADD3021-9DBF-4174-AC0D-6851D1BD7006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00" name="직사각형 299">
              <a:extLst>
                <a:ext uri="{FF2B5EF4-FFF2-40B4-BE49-F238E27FC236}">
                  <a16:creationId xmlns:a16="http://schemas.microsoft.com/office/drawing/2014/main" id="{87D7DE30-6C4D-4B95-B051-0EC939176F2C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01" name="직사각형 300">
              <a:extLst>
                <a:ext uri="{FF2B5EF4-FFF2-40B4-BE49-F238E27FC236}">
                  <a16:creationId xmlns:a16="http://schemas.microsoft.com/office/drawing/2014/main" id="{2EF13221-E5BC-4F6A-950D-B1BCBAC2E662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pic>
        <p:nvPicPr>
          <p:cNvPr id="302" name="그림 301">
            <a:extLst>
              <a:ext uri="{FF2B5EF4-FFF2-40B4-BE49-F238E27FC236}">
                <a16:creationId xmlns:a16="http://schemas.microsoft.com/office/drawing/2014/main" id="{82948B4C-522E-4ADF-A487-9384A084F3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630" y="5731828"/>
            <a:ext cx="124660" cy="109318"/>
          </a:xfrm>
          <a:prstGeom prst="rect">
            <a:avLst/>
          </a:prstGeom>
        </p:spPr>
      </p:pic>
      <p:sp>
        <p:nvSpPr>
          <p:cNvPr id="303" name="직사각형 302">
            <a:extLst>
              <a:ext uri="{FF2B5EF4-FFF2-40B4-BE49-F238E27FC236}">
                <a16:creationId xmlns:a16="http://schemas.microsoft.com/office/drawing/2014/main" id="{B345CAB4-BC0B-43E0-B25F-10CE1847EC4D}"/>
              </a:ext>
            </a:extLst>
          </p:cNvPr>
          <p:cNvSpPr/>
          <p:nvPr/>
        </p:nvSpPr>
        <p:spPr>
          <a:xfrm>
            <a:off x="5855159" y="5609730"/>
            <a:ext cx="330284" cy="34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90A237D0-ABEF-432B-A3A0-667939DF5D96}"/>
              </a:ext>
            </a:extLst>
          </p:cNvPr>
          <p:cNvGrpSpPr/>
          <p:nvPr/>
        </p:nvGrpSpPr>
        <p:grpSpPr>
          <a:xfrm>
            <a:off x="5925371" y="5642875"/>
            <a:ext cx="188616" cy="27897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05" name="직사각형 304">
              <a:extLst>
                <a:ext uri="{FF2B5EF4-FFF2-40B4-BE49-F238E27FC236}">
                  <a16:creationId xmlns:a16="http://schemas.microsoft.com/office/drawing/2014/main" id="{987908AC-C924-4D18-9E95-61263CE3C455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06" name="직사각형 305">
              <a:extLst>
                <a:ext uri="{FF2B5EF4-FFF2-40B4-BE49-F238E27FC236}">
                  <a16:creationId xmlns:a16="http://schemas.microsoft.com/office/drawing/2014/main" id="{04780166-ED0C-45FF-BC20-C152E8F71DFE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1680ECD3-6743-4457-B1E0-D31451B24615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08" name="직사각형 307">
              <a:extLst>
                <a:ext uri="{FF2B5EF4-FFF2-40B4-BE49-F238E27FC236}">
                  <a16:creationId xmlns:a16="http://schemas.microsoft.com/office/drawing/2014/main" id="{A5591076-F8D1-43F6-9621-0772D5E52F5F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09" name="직사각형 308">
              <a:extLst>
                <a:ext uri="{FF2B5EF4-FFF2-40B4-BE49-F238E27FC236}">
                  <a16:creationId xmlns:a16="http://schemas.microsoft.com/office/drawing/2014/main" id="{0C99F7B3-4D1D-4B40-BDC4-37FA8E38CDB8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10" name="직사각형 309">
              <a:extLst>
                <a:ext uri="{FF2B5EF4-FFF2-40B4-BE49-F238E27FC236}">
                  <a16:creationId xmlns:a16="http://schemas.microsoft.com/office/drawing/2014/main" id="{261B5BF1-BE5A-4F26-8355-8725552B6E81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pic>
        <p:nvPicPr>
          <p:cNvPr id="311" name="그림 310">
            <a:extLst>
              <a:ext uri="{FF2B5EF4-FFF2-40B4-BE49-F238E27FC236}">
                <a16:creationId xmlns:a16="http://schemas.microsoft.com/office/drawing/2014/main" id="{3E10C438-53F8-4122-99EE-426D0460AD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345" y="5709271"/>
            <a:ext cx="124660" cy="109318"/>
          </a:xfrm>
          <a:prstGeom prst="rect">
            <a:avLst/>
          </a:prstGeom>
        </p:spPr>
      </p:pic>
      <p:sp>
        <p:nvSpPr>
          <p:cNvPr id="312" name="직사각형 311">
            <a:extLst>
              <a:ext uri="{FF2B5EF4-FFF2-40B4-BE49-F238E27FC236}">
                <a16:creationId xmlns:a16="http://schemas.microsoft.com/office/drawing/2014/main" id="{3CA2BB72-0594-4A67-921E-708B176FBC42}"/>
              </a:ext>
            </a:extLst>
          </p:cNvPr>
          <p:cNvSpPr/>
          <p:nvPr/>
        </p:nvSpPr>
        <p:spPr>
          <a:xfrm>
            <a:off x="6238873" y="5609730"/>
            <a:ext cx="330284" cy="347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15C2C95C-F6C7-43BE-A64D-D80A540316FB}"/>
              </a:ext>
            </a:extLst>
          </p:cNvPr>
          <p:cNvGrpSpPr/>
          <p:nvPr/>
        </p:nvGrpSpPr>
        <p:grpSpPr>
          <a:xfrm>
            <a:off x="6309085" y="5642875"/>
            <a:ext cx="188616" cy="278977"/>
            <a:chOff x="10356957" y="4774461"/>
            <a:chExt cx="321867" cy="47606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14" name="직사각형 313">
              <a:extLst>
                <a:ext uri="{FF2B5EF4-FFF2-40B4-BE49-F238E27FC236}">
                  <a16:creationId xmlns:a16="http://schemas.microsoft.com/office/drawing/2014/main" id="{7610E22F-7231-42B9-B30F-62D848888263}"/>
                </a:ext>
              </a:extLst>
            </p:cNvPr>
            <p:cNvSpPr/>
            <p:nvPr/>
          </p:nvSpPr>
          <p:spPr>
            <a:xfrm>
              <a:off x="10356958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01473953-C269-4911-838E-314A94A804DA}"/>
                </a:ext>
              </a:extLst>
            </p:cNvPr>
            <p:cNvSpPr/>
            <p:nvPr/>
          </p:nvSpPr>
          <p:spPr>
            <a:xfrm>
              <a:off x="10516581" y="4935575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16" name="직사각형 315">
              <a:extLst>
                <a:ext uri="{FF2B5EF4-FFF2-40B4-BE49-F238E27FC236}">
                  <a16:creationId xmlns:a16="http://schemas.microsoft.com/office/drawing/2014/main" id="{37531EFA-C943-4D9E-BA23-716C239D861C}"/>
                </a:ext>
              </a:extLst>
            </p:cNvPr>
            <p:cNvSpPr/>
            <p:nvPr/>
          </p:nvSpPr>
          <p:spPr>
            <a:xfrm>
              <a:off x="10516581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17" name="직사각형 316">
              <a:extLst>
                <a:ext uri="{FF2B5EF4-FFF2-40B4-BE49-F238E27FC236}">
                  <a16:creationId xmlns:a16="http://schemas.microsoft.com/office/drawing/2014/main" id="{F6F586CE-967A-4B53-9840-1C98C36A3321}"/>
                </a:ext>
              </a:extLst>
            </p:cNvPr>
            <p:cNvSpPr/>
            <p:nvPr/>
          </p:nvSpPr>
          <p:spPr>
            <a:xfrm>
              <a:off x="10356957" y="5088286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18" name="직사각형 317">
              <a:extLst>
                <a:ext uri="{FF2B5EF4-FFF2-40B4-BE49-F238E27FC236}">
                  <a16:creationId xmlns:a16="http://schemas.microsoft.com/office/drawing/2014/main" id="{FAAB7679-77DD-4BF1-AD67-C01C74E60298}"/>
                </a:ext>
              </a:extLst>
            </p:cNvPr>
            <p:cNvSpPr/>
            <p:nvPr/>
          </p:nvSpPr>
          <p:spPr>
            <a:xfrm>
              <a:off x="10356958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19" name="직사각형 318">
              <a:extLst>
                <a:ext uri="{FF2B5EF4-FFF2-40B4-BE49-F238E27FC236}">
                  <a16:creationId xmlns:a16="http://schemas.microsoft.com/office/drawing/2014/main" id="{47AC9C26-FF33-418C-90A9-5719939AEDD1}"/>
                </a:ext>
              </a:extLst>
            </p:cNvPr>
            <p:cNvSpPr/>
            <p:nvPr/>
          </p:nvSpPr>
          <p:spPr>
            <a:xfrm>
              <a:off x="10516581" y="4774461"/>
              <a:ext cx="162243" cy="1622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pic>
        <p:nvPicPr>
          <p:cNvPr id="320" name="그림 319">
            <a:extLst>
              <a:ext uri="{FF2B5EF4-FFF2-40B4-BE49-F238E27FC236}">
                <a16:creationId xmlns:a16="http://schemas.microsoft.com/office/drawing/2014/main" id="{B2838905-A3F2-405C-9882-7EAE03CA2B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059" y="5709271"/>
            <a:ext cx="124660" cy="109318"/>
          </a:xfrm>
          <a:prstGeom prst="rect">
            <a:avLst/>
          </a:prstGeom>
        </p:spPr>
      </p:pic>
      <p:sp>
        <p:nvSpPr>
          <p:cNvPr id="321" name="사각형: 둥근 모서리 320">
            <a:extLst>
              <a:ext uri="{FF2B5EF4-FFF2-40B4-BE49-F238E27FC236}">
                <a16:creationId xmlns:a16="http://schemas.microsoft.com/office/drawing/2014/main" id="{33FFCABE-0320-45BC-9D60-799E1FBDF462}"/>
              </a:ext>
            </a:extLst>
          </p:cNvPr>
          <p:cNvSpPr/>
          <p:nvPr/>
        </p:nvSpPr>
        <p:spPr>
          <a:xfrm>
            <a:off x="5196889" y="5410332"/>
            <a:ext cx="1576088" cy="146186"/>
          </a:xfrm>
          <a:prstGeom prst="roundRect">
            <a:avLst>
              <a:gd name="adj" fmla="val 6787"/>
            </a:avLst>
          </a:prstGeom>
          <a:solidFill>
            <a:srgbClr val="00D2FF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230E2D2B-E171-40CB-A018-255F93106A8D}"/>
              </a:ext>
            </a:extLst>
          </p:cNvPr>
          <p:cNvSpPr txBox="1"/>
          <p:nvPr/>
        </p:nvSpPr>
        <p:spPr>
          <a:xfrm>
            <a:off x="5848747" y="5374075"/>
            <a:ext cx="5020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90%</a:t>
            </a:r>
            <a:endParaRPr lang="ko-KR" altLang="en-US" sz="11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323" name="그룹 322">
            <a:extLst>
              <a:ext uri="{FF2B5EF4-FFF2-40B4-BE49-F238E27FC236}">
                <a16:creationId xmlns:a16="http://schemas.microsoft.com/office/drawing/2014/main" id="{EB282725-51FF-4771-9733-F196DD4007FD}"/>
              </a:ext>
            </a:extLst>
          </p:cNvPr>
          <p:cNvGrpSpPr/>
          <p:nvPr/>
        </p:nvGrpSpPr>
        <p:grpSpPr>
          <a:xfrm>
            <a:off x="5083483" y="5346532"/>
            <a:ext cx="261608" cy="261608"/>
            <a:chOff x="3782121" y="3757226"/>
            <a:chExt cx="1094680" cy="1094680"/>
          </a:xfrm>
        </p:grpSpPr>
        <p:sp>
          <p:nvSpPr>
            <p:cNvPr id="324" name="사각형: 둥근 모서리 323">
              <a:extLst>
                <a:ext uri="{FF2B5EF4-FFF2-40B4-BE49-F238E27FC236}">
                  <a16:creationId xmlns:a16="http://schemas.microsoft.com/office/drawing/2014/main" id="{6D0FD3B2-1080-404C-A275-5F73C9E8A745}"/>
                </a:ext>
              </a:extLst>
            </p:cNvPr>
            <p:cNvSpPr/>
            <p:nvPr/>
          </p:nvSpPr>
          <p:spPr>
            <a:xfrm>
              <a:off x="3782121" y="3757226"/>
              <a:ext cx="1094680" cy="1094680"/>
            </a:xfrm>
            <a:prstGeom prst="roundRect">
              <a:avLst>
                <a:gd name="adj" fmla="val 4397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pic>
          <p:nvPicPr>
            <p:cNvPr id="325" name="Picture 12">
              <a:extLst>
                <a:ext uri="{FF2B5EF4-FFF2-40B4-BE49-F238E27FC236}">
                  <a16:creationId xmlns:a16="http://schemas.microsoft.com/office/drawing/2014/main" id="{06E74CF1-3732-4EDF-92AA-FCA5C6DE0B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2492" y="3768673"/>
              <a:ext cx="998443" cy="9984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78955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84DD7ED-D641-4048-B2DC-2FD2B03ECAF3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91E2A-0CA9-46D9-96A4-09EEBF073158}"/>
              </a:ext>
            </a:extLst>
          </p:cNvPr>
          <p:cNvSpPr txBox="1"/>
          <p:nvPr/>
        </p:nvSpPr>
        <p:spPr>
          <a:xfrm>
            <a:off x="745699" y="755794"/>
            <a:ext cx="3794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각 웨이브별 작업 목표 요약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02B9B7-0673-455A-9825-85BDF795EF13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B9584C9-BA41-4292-B8D6-4C482240C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9340" y="4804595"/>
            <a:ext cx="223412" cy="19591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90ED560-19DC-4FA9-B59B-56B791D45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06860B9-B904-4F33-BA8C-743C19BA6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E6EBF14-2DC6-4BF0-B903-7D034B17A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23" y="3549696"/>
            <a:ext cx="247730" cy="21724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E418AE6-9706-4D32-ADFA-937F06CAF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961" y="3789415"/>
            <a:ext cx="247730" cy="21724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144A832-4EC7-42FA-BAAB-85E1DB33F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C0BCFD2-E533-4E27-B9A2-3E9C71C49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301A495-F9E7-4C2E-B1A1-0C49A9B7F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D759AEC5-079E-4852-9A2C-1FB36E13D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FDBEF927-F562-405E-AB83-8290B1378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9F6053F-6D61-45A7-9805-49D45DF73851}"/>
              </a:ext>
            </a:extLst>
          </p:cNvPr>
          <p:cNvSpPr txBox="1"/>
          <p:nvPr/>
        </p:nvSpPr>
        <p:spPr>
          <a:xfrm>
            <a:off x="4751166" y="1458695"/>
            <a:ext cx="3589444" cy="1331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간단한 연출 추가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프리팹 이름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: </a:t>
            </a:r>
            <a:r>
              <a:rPr lang="en-US" altLang="ko-KR" sz="1200" dirty="0">
                <a:solidFill>
                  <a:srgbClr val="0070C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UiLoadingWave 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웨이브가 전환될 때 간단한 애니메이션 작동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애니메이션 전환 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0.5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초 동안 유저의 터치 제한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  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화면이 암전 되는 시간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F9E8F0-BFDA-41F9-8703-EEBA6D8BD97F}"/>
              </a:ext>
            </a:extLst>
          </p:cNvPr>
          <p:cNvSpPr txBox="1"/>
          <p:nvPr/>
        </p:nvSpPr>
        <p:spPr>
          <a:xfrm>
            <a:off x="4751166" y="4744334"/>
            <a:ext cx="5783956" cy="16450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3.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전투 웨이브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웨이브가 시작되면 </a:t>
            </a:r>
            <a:r>
              <a:rPr lang="ko-KR" altLang="en-US" sz="1200" dirty="0">
                <a:solidFill>
                  <a:srgbClr val="0070C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타워들이 활성화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됨</a:t>
            </a:r>
            <a:endParaRPr lang="en-US" altLang="ko-KR" sz="5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웨이브가 시작되면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맵 중앙으로 트럭 이동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    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애니메이션 암전 중일 때 이동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시간상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애니메이션 시작 후 약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0.4~0.5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초 사이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 중에는 트럭 이동 조작을 할 수 없음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전투 웨이브 중에는 타워 인벤토리에서 타워를 배치할 수 있음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F8F79AC-C667-492A-AEFA-74751699FB39}"/>
              </a:ext>
            </a:extLst>
          </p:cNvPr>
          <p:cNvSpPr txBox="1"/>
          <p:nvPr/>
        </p:nvSpPr>
        <p:spPr>
          <a:xfrm>
            <a:off x="4751166" y="3055348"/>
            <a:ext cx="6507231" cy="1423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2.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빌드업 웨이브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웨이브가 시작되면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>
                <a:solidFill>
                  <a:srgbClr val="C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타워들이 비활성화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타워들의 활성화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비활성화 연출은 후순위로 미루고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일단 오브젝트 활성화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/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비활성화만 구현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빌드업 웨이브 중에는 타워 배치 조작을 할 수 없음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	 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인벤토리에서 타워 카드를 터치하거나 드래그해도 반응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x)</a:t>
            </a:r>
          </a:p>
        </p:txBody>
      </p:sp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F03BE27D-61F4-4F44-81C7-A6C407D478DD}"/>
              </a:ext>
            </a:extLst>
          </p:cNvPr>
          <p:cNvSpPr/>
          <p:nvPr/>
        </p:nvSpPr>
        <p:spPr>
          <a:xfrm>
            <a:off x="914340" y="1543492"/>
            <a:ext cx="2557574" cy="4546798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387" name="사각형: 둥근 모서리 386">
            <a:extLst>
              <a:ext uri="{FF2B5EF4-FFF2-40B4-BE49-F238E27FC236}">
                <a16:creationId xmlns:a16="http://schemas.microsoft.com/office/drawing/2014/main" id="{7987EFF9-335C-47D5-88C9-9E3FB5C0D5A7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8" name="사각형: 둥근 모서리 387">
            <a:extLst>
              <a:ext uri="{FF2B5EF4-FFF2-40B4-BE49-F238E27FC236}">
                <a16:creationId xmlns:a16="http://schemas.microsoft.com/office/drawing/2014/main" id="{DD0FF6A0-C86B-40EA-BC62-C36B7B06766D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9" name="사각형: 둥근 모서리 388">
            <a:extLst>
              <a:ext uri="{FF2B5EF4-FFF2-40B4-BE49-F238E27FC236}">
                <a16:creationId xmlns:a16="http://schemas.microsoft.com/office/drawing/2014/main" id="{19CED8CC-9893-4320-981B-DAB4CF713F38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0" name="사각형: 둥근 모서리 389">
            <a:extLst>
              <a:ext uri="{FF2B5EF4-FFF2-40B4-BE49-F238E27FC236}">
                <a16:creationId xmlns:a16="http://schemas.microsoft.com/office/drawing/2014/main" id="{AA55EEB4-0E49-4966-A556-3DE97085F998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91" name="그림 390">
            <a:extLst>
              <a:ext uri="{FF2B5EF4-FFF2-40B4-BE49-F238E27FC236}">
                <a16:creationId xmlns:a16="http://schemas.microsoft.com/office/drawing/2014/main" id="{43CB4017-F539-4C3A-9C8D-4EB53A1BE0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grpSp>
        <p:nvGrpSpPr>
          <p:cNvPr id="392" name="그룹 391">
            <a:extLst>
              <a:ext uri="{FF2B5EF4-FFF2-40B4-BE49-F238E27FC236}">
                <a16:creationId xmlns:a16="http://schemas.microsoft.com/office/drawing/2014/main" id="{2C375CA8-DDBB-4186-90CA-B1455340132D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393" name="사각형: 둥근 모서리 392">
              <a:extLst>
                <a:ext uri="{FF2B5EF4-FFF2-40B4-BE49-F238E27FC236}">
                  <a16:creationId xmlns:a16="http://schemas.microsoft.com/office/drawing/2014/main" id="{B711F890-921B-4C2D-8A98-D8C03275BCC9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394" name="사각형: 둥근 모서리 393">
              <a:extLst>
                <a:ext uri="{FF2B5EF4-FFF2-40B4-BE49-F238E27FC236}">
                  <a16:creationId xmlns:a16="http://schemas.microsoft.com/office/drawing/2014/main" id="{A9FD9F81-84C8-46D9-AE34-211B9DCBBE77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395" name="TextBox 394">
            <a:extLst>
              <a:ext uri="{FF2B5EF4-FFF2-40B4-BE49-F238E27FC236}">
                <a16:creationId xmlns:a16="http://schemas.microsoft.com/office/drawing/2014/main" id="{505F34F9-9E2F-4A1E-8FF8-2C4F3F3EED94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396" name="Picture 2" descr="돋보기 - 무료 도구 및기구개 아이콘">
            <a:extLst>
              <a:ext uri="{FF2B5EF4-FFF2-40B4-BE49-F238E27FC236}">
                <a16:creationId xmlns:a16="http://schemas.microsoft.com/office/drawing/2014/main" id="{744BCB39-41C7-49C6-97C8-33D5319D6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645DB4C7-6A09-4445-9232-704D9D67DF71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398" name="사각형: 둥근 모서리 397">
              <a:extLst>
                <a:ext uri="{FF2B5EF4-FFF2-40B4-BE49-F238E27FC236}">
                  <a16:creationId xmlns:a16="http://schemas.microsoft.com/office/drawing/2014/main" id="{02AB513A-B14E-47AD-81F8-93168A9A1240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399" name="사각형: 둥근 모서리 398">
              <a:extLst>
                <a:ext uri="{FF2B5EF4-FFF2-40B4-BE49-F238E27FC236}">
                  <a16:creationId xmlns:a16="http://schemas.microsoft.com/office/drawing/2014/main" id="{872E8A8E-7837-440F-9EE3-7D29C9316303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400" name="직사각형 399">
              <a:extLst>
                <a:ext uri="{FF2B5EF4-FFF2-40B4-BE49-F238E27FC236}">
                  <a16:creationId xmlns:a16="http://schemas.microsoft.com/office/drawing/2014/main" id="{4FB1EB1B-7594-4B55-8CE5-3B2DAC34E9D3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01" name="그룹 400">
              <a:extLst>
                <a:ext uri="{FF2B5EF4-FFF2-40B4-BE49-F238E27FC236}">
                  <a16:creationId xmlns:a16="http://schemas.microsoft.com/office/drawing/2014/main" id="{C2EAE00E-D01F-4527-826C-E00F6555769F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26" name="직사각형 425">
                <a:extLst>
                  <a:ext uri="{FF2B5EF4-FFF2-40B4-BE49-F238E27FC236}">
                    <a16:creationId xmlns:a16="http://schemas.microsoft.com/office/drawing/2014/main" id="{E1CF4BF2-0871-4EAE-8FC6-145018A8F805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7" name="직사각형 426">
                <a:extLst>
                  <a:ext uri="{FF2B5EF4-FFF2-40B4-BE49-F238E27FC236}">
                    <a16:creationId xmlns:a16="http://schemas.microsoft.com/office/drawing/2014/main" id="{F494B904-5141-43B2-AD60-2F72D113A1BA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8" name="직사각형 427">
                <a:extLst>
                  <a:ext uri="{FF2B5EF4-FFF2-40B4-BE49-F238E27FC236}">
                    <a16:creationId xmlns:a16="http://schemas.microsoft.com/office/drawing/2014/main" id="{30E82AC2-D11D-4C2E-9C53-1BFAF1DC638C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445EA11A-13D3-4EEF-A6CD-BDFCEDB52DDA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402" name="그림 401">
              <a:extLst>
                <a:ext uri="{FF2B5EF4-FFF2-40B4-BE49-F238E27FC236}">
                  <a16:creationId xmlns:a16="http://schemas.microsoft.com/office/drawing/2014/main" id="{0712C14B-2849-4399-970E-D0762E8DE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403" name="직사각형 402">
              <a:extLst>
                <a:ext uri="{FF2B5EF4-FFF2-40B4-BE49-F238E27FC236}">
                  <a16:creationId xmlns:a16="http://schemas.microsoft.com/office/drawing/2014/main" id="{C558C750-AB52-4945-87B8-DE60DCA25708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04" name="그룹 403">
              <a:extLst>
                <a:ext uri="{FF2B5EF4-FFF2-40B4-BE49-F238E27FC236}">
                  <a16:creationId xmlns:a16="http://schemas.microsoft.com/office/drawing/2014/main" id="{4CFDADCC-B360-4E76-80F5-CA7640FBE0B7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DACB81E4-030A-478F-BDAE-BBEC24B006F5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B2DD7155-069D-48C1-90D6-FDE961471CEC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2" name="직사각형 421">
                <a:extLst>
                  <a:ext uri="{FF2B5EF4-FFF2-40B4-BE49-F238E27FC236}">
                    <a16:creationId xmlns:a16="http://schemas.microsoft.com/office/drawing/2014/main" id="{7681CA3F-C5F4-4133-BA34-7CDCA0E11DC1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3" name="직사각형 422">
                <a:extLst>
                  <a:ext uri="{FF2B5EF4-FFF2-40B4-BE49-F238E27FC236}">
                    <a16:creationId xmlns:a16="http://schemas.microsoft.com/office/drawing/2014/main" id="{02F11994-6368-4D5A-BA12-B7E04FB717D9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BB9E6964-9261-4ED8-A351-370C8619BB0E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5" name="직사각형 424">
                <a:extLst>
                  <a:ext uri="{FF2B5EF4-FFF2-40B4-BE49-F238E27FC236}">
                    <a16:creationId xmlns:a16="http://schemas.microsoft.com/office/drawing/2014/main" id="{8B78B4E3-4686-4BB5-A9FB-A36158B9E45F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405" name="그림 404">
              <a:extLst>
                <a:ext uri="{FF2B5EF4-FFF2-40B4-BE49-F238E27FC236}">
                  <a16:creationId xmlns:a16="http://schemas.microsoft.com/office/drawing/2014/main" id="{7636698D-F7B2-4102-B916-74A9134DF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406" name="직사각형 405">
              <a:extLst>
                <a:ext uri="{FF2B5EF4-FFF2-40B4-BE49-F238E27FC236}">
                  <a16:creationId xmlns:a16="http://schemas.microsoft.com/office/drawing/2014/main" id="{D8739430-D56B-467B-A5CB-5A816C82C557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07" name="그룹 406">
              <a:extLst>
                <a:ext uri="{FF2B5EF4-FFF2-40B4-BE49-F238E27FC236}">
                  <a16:creationId xmlns:a16="http://schemas.microsoft.com/office/drawing/2014/main" id="{E8C5356E-8126-4D7A-AF51-19810F9161D9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5E0AEEEF-8E56-4622-9489-D16C9C14FB00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15" name="직사각형 414">
                <a:extLst>
                  <a:ext uri="{FF2B5EF4-FFF2-40B4-BE49-F238E27FC236}">
                    <a16:creationId xmlns:a16="http://schemas.microsoft.com/office/drawing/2014/main" id="{A9B7EC06-137C-4ED4-9A1E-8372D7344A1D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D615A01F-5860-438E-A8CD-426A866EC423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51D8488C-6137-40D8-863F-2749BE1BAAB4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18" name="직사각형 417">
                <a:extLst>
                  <a:ext uri="{FF2B5EF4-FFF2-40B4-BE49-F238E27FC236}">
                    <a16:creationId xmlns:a16="http://schemas.microsoft.com/office/drawing/2014/main" id="{5ACA42EB-1754-49FE-8121-9F33D89C1947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19" name="직사각형 418">
                <a:extLst>
                  <a:ext uri="{FF2B5EF4-FFF2-40B4-BE49-F238E27FC236}">
                    <a16:creationId xmlns:a16="http://schemas.microsoft.com/office/drawing/2014/main" id="{1FBAB81B-16E5-4641-99A7-B404D3C9ACAB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408" name="그림 407">
              <a:extLst>
                <a:ext uri="{FF2B5EF4-FFF2-40B4-BE49-F238E27FC236}">
                  <a16:creationId xmlns:a16="http://schemas.microsoft.com/office/drawing/2014/main" id="{CC58CE49-9A97-4F37-8354-22D31500F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409" name="사각형: 둥근 모서리 408">
              <a:extLst>
                <a:ext uri="{FF2B5EF4-FFF2-40B4-BE49-F238E27FC236}">
                  <a16:creationId xmlns:a16="http://schemas.microsoft.com/office/drawing/2014/main" id="{D8CDC8BA-EFCF-456C-BE57-9A702DB9FF0D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CE601F84-22C0-4FF7-91E7-C5C49FD7EF8B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411" name="그룹 410">
              <a:extLst>
                <a:ext uri="{FF2B5EF4-FFF2-40B4-BE49-F238E27FC236}">
                  <a16:creationId xmlns:a16="http://schemas.microsoft.com/office/drawing/2014/main" id="{4999FED3-8318-4B26-A9B9-2E7C5C0C8069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412" name="사각형: 둥근 모서리 411">
                <a:extLst>
                  <a:ext uri="{FF2B5EF4-FFF2-40B4-BE49-F238E27FC236}">
                    <a16:creationId xmlns:a16="http://schemas.microsoft.com/office/drawing/2014/main" id="{6EA53F89-8389-4A4D-82FE-E708A854AAE0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413" name="Picture 12">
                <a:extLst>
                  <a:ext uri="{FF2B5EF4-FFF2-40B4-BE49-F238E27FC236}">
                    <a16:creationId xmlns:a16="http://schemas.microsoft.com/office/drawing/2014/main" id="{468B8D83-BE4F-4FCE-8A55-758DA2BC37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430" name="TextBox 429">
            <a:extLst>
              <a:ext uri="{FF2B5EF4-FFF2-40B4-BE49-F238E27FC236}">
                <a16:creationId xmlns:a16="http://schemas.microsoft.com/office/drawing/2014/main" id="{44EF9860-144F-4607-9862-4019093B731B}"/>
              </a:ext>
            </a:extLst>
          </p:cNvPr>
          <p:cNvSpPr txBox="1"/>
          <p:nvPr/>
        </p:nvSpPr>
        <p:spPr>
          <a:xfrm>
            <a:off x="840746" y="513168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1-2.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작업 요약</a:t>
            </a:r>
          </a:p>
        </p:txBody>
      </p:sp>
    </p:spTree>
    <p:extLst>
      <p:ext uri="{BB962C8B-B14F-4D97-AF65-F5344CB8AC3E}">
        <p14:creationId xmlns:p14="http://schemas.microsoft.com/office/powerpoint/2010/main" val="247790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222</Words>
  <Application>Microsoft Office PowerPoint</Application>
  <PresentationFormat>와이드스크린</PresentationFormat>
  <Paragraphs>44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맑은 고딕</vt:lpstr>
      <vt:lpstr>에스코어 드림 3 Light</vt:lpstr>
      <vt:lpstr>에스코어 드림 5 Medium</vt:lpstr>
      <vt:lpstr>에스코어 드림 7 ExtraBold</vt:lpstr>
      <vt:lpstr>에스코어 드림 9 Black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박준병</dc:creator>
  <cp:lastModifiedBy>박준병</cp:lastModifiedBy>
  <cp:revision>181</cp:revision>
  <dcterms:created xsi:type="dcterms:W3CDTF">2025-04-24T14:22:53Z</dcterms:created>
  <dcterms:modified xsi:type="dcterms:W3CDTF">2025-05-08T19:20:43Z</dcterms:modified>
</cp:coreProperties>
</file>