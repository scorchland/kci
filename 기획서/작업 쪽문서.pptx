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71" r:id="rId3"/>
    <p:sldId id="473" r:id="rId4"/>
    <p:sldId id="41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245C5-4250-0070-2934-9C39E6F19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4E5147-FE4A-64E8-714F-FA320D8F1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F9829-EF82-FE6C-5B0E-29B35B8C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06584-6807-008A-F9F7-E1A10978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0B28C-1F6A-FC20-7D09-7A81A6A1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2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91036-E09F-3674-46F6-7735C63A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2C8DD-6DFC-F115-BB1C-DBC4805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295E7-0953-771E-E846-5C8D1A53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3FC3C-831B-EECB-F3B3-2765788D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5751E-54EA-B255-12C1-451E828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8277F-5093-B403-1F34-8C99DAFF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7FB8D-848D-2F2C-3DC7-44C38BEA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EBB343-64BB-9FBE-D198-19AC1DD5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21950-ABEC-D73D-5419-27645308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FDAD5-87E8-A1A1-3244-0FA89505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5983E-BE51-8C68-5DDF-04FFF26F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63E53-1439-1B2A-80BF-67BC571D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1CD6B5-EE97-6262-B890-7BD73959D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5398F8-923F-A875-3D4B-E2297E7D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1EB404-6C46-B139-2CD6-9BD367C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C20FB-EC1C-F9A3-4883-75AE7490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79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3549C-A192-0CC5-5D67-69694E98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D4375-F2A5-1B5D-FC78-CF32E859D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01301-1FD5-3912-287C-17A9DCCC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F31C3-1C54-2FA3-9542-B9873AC01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3B7000-7138-6DD0-606C-659D227DC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982C3D-9B3E-5D3F-782B-AA00D409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11FB3A-86B5-0D00-292B-07077D6B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A6418E-B3D7-D407-B46D-04A533D7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88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232AB-D999-1F80-2225-2243F3FF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F5640A-3AD0-755C-5D0C-A3B4413D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121D51-6217-9E0A-5AC1-BC301659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8EB023-A559-F5A2-BB04-5249BE27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4418A6-B81F-30FD-A0DA-8B1516A9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E2B48A-B3E8-F2A4-38AB-11A935DB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AA744-3C00-D3E3-153B-EB1A00B4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1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EEB78-DA9C-A229-FEC6-C344C034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45725-175A-41AF-544E-ECC794BA7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CF8D7A-FDB6-8906-E0D6-F19E204C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84FC5-E5C3-7C13-03D2-E76E418E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7EC395-8D31-5274-7D7F-85D61953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72286-F39C-C2C1-DC38-CA5D6E13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0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527D-2209-2259-32E5-99131F1A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A4D9B6-42FC-19B7-EED6-0E923D547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8C8B2-C9ED-6A2C-6C6F-3D8EB5CC3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C62A4E-AC5A-443F-1CAB-9C71E84B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BB561-C5DD-985F-0142-1B3CBBBE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016BB1-5532-AEA2-4B13-4089492C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73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5308E-4854-0F8E-000F-86F3713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120B6-D820-4923-CE15-06FD95BDC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4CD6B-C8C9-BDFC-97F3-E55B1C7E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8B2E7-D5D4-A00C-695B-5F322A78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DC349B-BC38-6C97-599C-72FC53F3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56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28C17A-0C3E-6454-74F8-4F649B1EC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39BE7-4FB0-D11A-A3B3-FC63BBDA6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00026-71F0-A930-5C6F-31993268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FFD26-8C3C-A6C0-C8C6-E39D5BC4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4ABCF-781C-F03A-4D94-303BAA95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7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715931-D77D-23FE-4432-7DD545FC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EA0AB-69CE-E946-32EC-4ADD880D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FDDB4-815C-B62C-8C0D-031EB07AB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0510D-2F4A-4236-9A18-CE37A30F49E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86DCA4-FFF9-28DC-E08C-EAC3AA05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5F6C8A-EA4B-7FFA-9AA0-820FFFFCB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5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11FC5DA-4FA4-4473-947A-64B55FFF9371}"/>
              </a:ext>
            </a:extLst>
          </p:cNvPr>
          <p:cNvSpPr txBox="1"/>
          <p:nvPr/>
        </p:nvSpPr>
        <p:spPr>
          <a:xfrm>
            <a:off x="4225979" y="1973722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A0C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기능 작업 쪽문서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882DD-DA80-45CE-B8FD-428695641CD1}"/>
              </a:ext>
            </a:extLst>
          </p:cNvPr>
          <p:cNvSpPr txBox="1"/>
          <p:nvPr/>
        </p:nvSpPr>
        <p:spPr>
          <a:xfrm>
            <a:off x="4413478" y="3130611"/>
            <a:ext cx="3365043" cy="2068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/>
              <a:t>목차</a:t>
            </a:r>
            <a:endParaRPr lang="en-US" altLang="ko-KR" sz="1400" b="1" dirty="0"/>
          </a:p>
          <a:p>
            <a:pPr>
              <a:lnSpc>
                <a:spcPct val="120000"/>
              </a:lnSpc>
            </a:pPr>
            <a:r>
              <a:rPr lang="en-US" altLang="ko-KR" sz="400" b="1" dirty="0"/>
              <a:t> </a:t>
            </a:r>
            <a:endParaRPr lang="en-US" altLang="ko-KR" sz="900" dirty="0"/>
          </a:p>
          <a:p>
            <a:pPr>
              <a:lnSpc>
                <a:spcPct val="120000"/>
              </a:lnSpc>
            </a:pPr>
            <a:r>
              <a:rPr lang="en-US" altLang="ko-KR" sz="1000" dirty="0"/>
              <a:t> [11.26] </a:t>
            </a:r>
            <a:r>
              <a:rPr lang="ko-KR" altLang="en-US" sz="1000" dirty="0"/>
              <a:t>플로우에 따른 씬 전환</a:t>
            </a: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759865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480AD6-A3CD-4D85-B52C-E14AAD286A07}"/>
              </a:ext>
            </a:extLst>
          </p:cNvPr>
          <p:cNvSpPr/>
          <p:nvPr/>
        </p:nvSpPr>
        <p:spPr>
          <a:xfrm>
            <a:off x="0" y="0"/>
            <a:ext cx="1885950" cy="63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플로우에 따른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씬 전환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C2E5F4-A073-452D-B40E-222ED88F967C}"/>
              </a:ext>
            </a:extLst>
          </p:cNvPr>
          <p:cNvSpPr txBox="1"/>
          <p:nvPr/>
        </p:nvSpPr>
        <p:spPr>
          <a:xfrm>
            <a:off x="875554" y="10084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특이사항</a:t>
            </a:r>
            <a:endParaRPr lang="ko-KR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4B7CC0-A21D-435F-B328-8095F791C404}"/>
              </a:ext>
            </a:extLst>
          </p:cNvPr>
          <p:cNvSpPr txBox="1"/>
          <p:nvPr/>
        </p:nvSpPr>
        <p:spPr>
          <a:xfrm>
            <a:off x="3496155" y="2733773"/>
            <a:ext cx="4150495" cy="613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b="1" dirty="0"/>
              <a:t>로비 씬이 곱창난 원인</a:t>
            </a:r>
            <a:endParaRPr lang="en-US" altLang="ko-KR" sz="1400" b="1" dirty="0"/>
          </a:p>
          <a:p>
            <a:pPr>
              <a:lnSpc>
                <a:spcPct val="110000"/>
              </a:lnSpc>
            </a:pPr>
            <a:r>
              <a:rPr lang="en-US" altLang="ko-KR" sz="400" b="1" dirty="0"/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- 1920 x 1080 </a:t>
            </a:r>
            <a:r>
              <a:rPr lang="ko-KR" altLang="en-US" sz="1400" dirty="0"/>
              <a:t>해상도 상태에서 프리팹을 작업함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2A9600-9FCB-4C9C-B8A1-6C9A76AC4219}"/>
              </a:ext>
            </a:extLst>
          </p:cNvPr>
          <p:cNvSpPr txBox="1"/>
          <p:nvPr/>
        </p:nvSpPr>
        <p:spPr>
          <a:xfrm>
            <a:off x="3496155" y="3777217"/>
            <a:ext cx="6600333" cy="850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b="1" dirty="0"/>
              <a:t>정상화 방법</a:t>
            </a:r>
            <a:endParaRPr lang="en-US" altLang="ko-KR" sz="1400" b="1" dirty="0"/>
          </a:p>
          <a:p>
            <a:pPr>
              <a:lnSpc>
                <a:spcPct val="110000"/>
              </a:lnSpc>
            </a:pPr>
            <a:r>
              <a:rPr lang="en-US" altLang="ko-KR" sz="400" b="1" dirty="0"/>
              <a:t> </a:t>
            </a:r>
          </a:p>
          <a:p>
            <a:pPr>
              <a:lnSpc>
                <a:spcPct val="110000"/>
              </a:lnSpc>
            </a:pPr>
            <a:r>
              <a:rPr lang="en-US" altLang="ko-KR" sz="1400" dirty="0"/>
              <a:t> </a:t>
            </a:r>
            <a:r>
              <a:rPr lang="ko-KR" altLang="en-US" sz="1400" dirty="0"/>
              <a:t>방법</a:t>
            </a:r>
            <a:r>
              <a:rPr lang="en-US" altLang="ko-KR" sz="1400" dirty="0"/>
              <a:t>1. </a:t>
            </a:r>
            <a:r>
              <a:rPr lang="ko-KR" altLang="en-US" sz="1400" dirty="0"/>
              <a:t>로비 씬에서 </a:t>
            </a:r>
            <a:r>
              <a:rPr lang="en-US" altLang="ko-KR" sz="1400" dirty="0"/>
              <a:t>ui_lobby_tap_truck</a:t>
            </a:r>
            <a:r>
              <a:rPr lang="ko-KR" altLang="en-US" sz="1400" dirty="0"/>
              <a:t>을 삭제하고 다시 배치</a:t>
            </a:r>
            <a:endParaRPr lang="en-US" altLang="ko-KR" sz="1400" dirty="0"/>
          </a:p>
          <a:p>
            <a:pPr>
              <a:lnSpc>
                <a:spcPct val="110000"/>
              </a:lnSpc>
            </a:pPr>
            <a:r>
              <a:rPr lang="en-US" altLang="ko-KR" sz="1400" dirty="0"/>
              <a:t> </a:t>
            </a:r>
            <a:r>
              <a:rPr lang="ko-KR" altLang="en-US" sz="1400" dirty="0"/>
              <a:t>방법</a:t>
            </a:r>
            <a:r>
              <a:rPr lang="en-US" altLang="ko-KR" sz="1400" dirty="0"/>
              <a:t>2. </a:t>
            </a:r>
            <a:r>
              <a:rPr lang="ko-KR" altLang="en-US" sz="1400" dirty="0"/>
              <a:t>로비 씬에서 </a:t>
            </a:r>
            <a:r>
              <a:rPr lang="en-US" altLang="ko-KR" sz="1400" dirty="0"/>
              <a:t>ui_lobby_tap_truck</a:t>
            </a:r>
            <a:r>
              <a:rPr lang="ko-KR" altLang="en-US" sz="1400" dirty="0"/>
              <a:t>프리팹의 </a:t>
            </a:r>
            <a:r>
              <a:rPr lang="en-US" altLang="ko-KR" sz="1400" dirty="0"/>
              <a:t>Overrides</a:t>
            </a:r>
            <a:r>
              <a:rPr lang="ko-KR" altLang="en-US" sz="1400" dirty="0"/>
              <a:t>에서 </a:t>
            </a:r>
            <a:r>
              <a:rPr lang="en-US" altLang="ko-KR" sz="1400" dirty="0"/>
              <a:t>Rect</a:t>
            </a:r>
            <a:r>
              <a:rPr lang="ko-KR" altLang="en-US" sz="1400" dirty="0"/>
              <a:t>들을 </a:t>
            </a:r>
            <a:r>
              <a:rPr lang="en-US" altLang="ko-KR" sz="1400" dirty="0"/>
              <a:t>Revert</a:t>
            </a:r>
            <a:endParaRPr lang="ko-KR" altLang="en-US" sz="14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3F2CB73-F5AB-4ED7-AEDE-F132FA83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3" y="2733773"/>
            <a:ext cx="1879821" cy="267166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103F662-89C9-4E71-976E-DAD30AF47FFA}"/>
              </a:ext>
            </a:extLst>
          </p:cNvPr>
          <p:cNvSpPr txBox="1"/>
          <p:nvPr/>
        </p:nvSpPr>
        <p:spPr>
          <a:xfrm>
            <a:off x="10288383" y="5509132"/>
            <a:ext cx="1172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정상화 시 모습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32D8B1-0300-44DD-ADFA-F2F8AAE8620C}"/>
              </a:ext>
            </a:extLst>
          </p:cNvPr>
          <p:cNvSpPr txBox="1"/>
          <p:nvPr/>
        </p:nvSpPr>
        <p:spPr>
          <a:xfrm>
            <a:off x="4538033" y="3815689"/>
            <a:ext cx="2480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준준이 하려다가 씬 충돌날까봐 관둠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446222F9-7C54-416A-BF00-20CC4FB44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9" y="2733773"/>
            <a:ext cx="1357892" cy="2671664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446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480AD6-A3CD-4D85-B52C-E14AAD286A07}"/>
              </a:ext>
            </a:extLst>
          </p:cNvPr>
          <p:cNvSpPr/>
          <p:nvPr/>
        </p:nvSpPr>
        <p:spPr>
          <a:xfrm>
            <a:off x="0" y="0"/>
            <a:ext cx="1885950" cy="63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플로우에 따른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씬 전환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C2E5F4-A073-452D-B40E-222ED88F967C}"/>
              </a:ext>
            </a:extLst>
          </p:cNvPr>
          <p:cNvSpPr txBox="1"/>
          <p:nvPr/>
        </p:nvSpPr>
        <p:spPr>
          <a:xfrm>
            <a:off x="875554" y="1008459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작동 예시 </a:t>
            </a:r>
            <a:r>
              <a:rPr lang="en-US" altLang="ko-KR" b="1" dirty="0"/>
              <a:t>– Main</a:t>
            </a:r>
            <a:r>
              <a:rPr lang="ko-KR" altLang="en-US" b="1" dirty="0"/>
              <a:t> 진입</a:t>
            </a:r>
            <a:endParaRPr lang="ko-KR" altLang="en-US" sz="1400" b="1" dirty="0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EDA6E775-3150-4970-BCF9-F4F0E45BB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817" y="3070781"/>
            <a:ext cx="1300324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A570A73-7152-4A95-9E8A-3A052372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036" y="3070781"/>
            <a:ext cx="1289862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2041B45E-7CBD-4933-8C26-AFABD476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53" y="3070781"/>
            <a:ext cx="1328817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8583692-84BA-421C-AA55-50EADE225D6D}"/>
              </a:ext>
            </a:extLst>
          </p:cNvPr>
          <p:cNvCxnSpPr>
            <a:cxnSpLocks/>
          </p:cNvCxnSpPr>
          <p:nvPr/>
        </p:nvCxnSpPr>
        <p:spPr>
          <a:xfrm>
            <a:off x="2800459" y="4903669"/>
            <a:ext cx="1644530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C5E8CC1-9D23-4734-A6C2-F41FE1066A89}"/>
              </a:ext>
            </a:extLst>
          </p:cNvPr>
          <p:cNvCxnSpPr>
            <a:cxnSpLocks/>
          </p:cNvCxnSpPr>
          <p:nvPr/>
        </p:nvCxnSpPr>
        <p:spPr>
          <a:xfrm>
            <a:off x="5445679" y="4565168"/>
            <a:ext cx="851604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4722C39-C4C8-4040-BB1B-6F0BD4938B8F}"/>
              </a:ext>
            </a:extLst>
          </p:cNvPr>
          <p:cNvSpPr txBox="1"/>
          <p:nvPr/>
        </p:nvSpPr>
        <p:spPr>
          <a:xfrm>
            <a:off x="2224957" y="5439308"/>
            <a:ext cx="818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씬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Entry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E518CC-30FB-42BB-A2E4-033BDD7EAC25}"/>
              </a:ext>
            </a:extLst>
          </p:cNvPr>
          <p:cNvSpPr txBox="1"/>
          <p:nvPr/>
        </p:nvSpPr>
        <p:spPr>
          <a:xfrm>
            <a:off x="4885782" y="5439308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씬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Lobby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E62442-561A-4498-91B5-FF929F55ECEC}"/>
              </a:ext>
            </a:extLst>
          </p:cNvPr>
          <p:cNvSpPr txBox="1"/>
          <p:nvPr/>
        </p:nvSpPr>
        <p:spPr>
          <a:xfrm>
            <a:off x="7207652" y="543930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씬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Main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E0A3E2-7B05-4F74-B4FE-1F1F07F5909B}"/>
              </a:ext>
            </a:extLst>
          </p:cNvPr>
          <p:cNvSpPr txBox="1"/>
          <p:nvPr/>
        </p:nvSpPr>
        <p:spPr>
          <a:xfrm>
            <a:off x="1385885" y="5716307"/>
            <a:ext cx="2496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버튼 터치 시 로비 씬으로 이동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엔트리 씬은 로딩을 수행하는 씬</a:t>
            </a:r>
            <a:r>
              <a:rPr lang="en-US" altLang="ko-KR" sz="1200" dirty="0"/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99C611-DDC1-49B5-B342-FD894F0C88E1}"/>
              </a:ext>
            </a:extLst>
          </p:cNvPr>
          <p:cNvSpPr txBox="1"/>
          <p:nvPr/>
        </p:nvSpPr>
        <p:spPr>
          <a:xfrm>
            <a:off x="3930211" y="5716307"/>
            <a:ext cx="2820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스타트 버튼 터치 시 메인 씬으로 이동</a:t>
            </a:r>
            <a:endParaRPr lang="en-US" altLang="ko-KR" sz="1200" dirty="0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E0F8A99-5155-4D67-93D1-8CEFA43BD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432" y="3070781"/>
            <a:ext cx="1293715" cy="2308394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62A26061-B8B3-4DD2-8B09-C9D8B9D37F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29528" y="2349632"/>
            <a:ext cx="890836" cy="593889"/>
          </a:xfrm>
          <a:prstGeom prst="bentConnector2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E01C33-AD30-46B5-B22E-83BA629E04DA}"/>
              </a:ext>
            </a:extLst>
          </p:cNvPr>
          <p:cNvSpPr txBox="1"/>
          <p:nvPr/>
        </p:nvSpPr>
        <p:spPr>
          <a:xfrm>
            <a:off x="8423733" y="5439308"/>
            <a:ext cx="23823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연료 소진 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UiResult</a:t>
            </a:r>
            <a:r>
              <a:rPr lang="ko-KR" altLang="en-US" sz="1200" dirty="0"/>
              <a:t>팝업 활성화</a:t>
            </a:r>
            <a:endParaRPr lang="en-US" altLang="ko-KR" sz="1200" dirty="0"/>
          </a:p>
          <a:p>
            <a:pPr algn="ctr"/>
            <a:r>
              <a:rPr lang="en-US" altLang="ko-KR" sz="1200" dirty="0"/>
              <a:t>Home</a:t>
            </a:r>
            <a:r>
              <a:rPr lang="ko-KR" altLang="en-US" sz="1200" dirty="0"/>
              <a:t>버튼 </a:t>
            </a:r>
            <a:r>
              <a:rPr lang="en-US" altLang="ko-KR" sz="1200" dirty="0"/>
              <a:t>= Lobby</a:t>
            </a:r>
            <a:r>
              <a:rPr lang="ko-KR" altLang="en-US" sz="1200" dirty="0"/>
              <a:t>씬으로 이동</a:t>
            </a:r>
            <a:endParaRPr lang="en-US" altLang="ko-KR" sz="1200" dirty="0"/>
          </a:p>
          <a:p>
            <a:pPr algn="ctr"/>
            <a:r>
              <a:rPr lang="en-US" altLang="ko-KR" sz="1200" dirty="0"/>
              <a:t>Retry</a:t>
            </a:r>
            <a:r>
              <a:rPr lang="ko-KR" altLang="en-US" sz="1200" dirty="0"/>
              <a:t>버튼 </a:t>
            </a:r>
            <a:r>
              <a:rPr lang="en-US" altLang="ko-KR" sz="1200" dirty="0"/>
              <a:t>= Main</a:t>
            </a:r>
            <a:r>
              <a:rPr lang="ko-KR" altLang="en-US" sz="1200" dirty="0"/>
              <a:t>씬 재실행</a:t>
            </a:r>
            <a:endParaRPr lang="en-US" altLang="ko-KR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821151-33C8-4BEA-913E-68190ECC4744}"/>
              </a:ext>
            </a:extLst>
          </p:cNvPr>
          <p:cNvSpPr txBox="1"/>
          <p:nvPr/>
        </p:nvSpPr>
        <p:spPr>
          <a:xfrm>
            <a:off x="9450297" y="6189590"/>
            <a:ext cx="130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진행상황 초기화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D77646D3-62AC-4A34-B924-5A84FA7E15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431" y="429812"/>
            <a:ext cx="1293716" cy="23076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998B2D-1A46-411A-A6E5-AD1A7D1813E3}"/>
              </a:ext>
            </a:extLst>
          </p:cNvPr>
          <p:cNvSpPr txBox="1"/>
          <p:nvPr/>
        </p:nvSpPr>
        <p:spPr>
          <a:xfrm>
            <a:off x="5868563" y="1882879"/>
            <a:ext cx="3068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일시정지 버튼 터치 시 </a:t>
            </a:r>
            <a:r>
              <a:rPr lang="en-US" altLang="ko-KR" sz="1200" dirty="0"/>
              <a:t>PUASE</a:t>
            </a:r>
            <a:r>
              <a:rPr lang="ko-KR" altLang="en-US" sz="1200" dirty="0"/>
              <a:t>팝업 활성화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프리팹</a:t>
            </a:r>
            <a:r>
              <a:rPr lang="en-US" altLang="ko-KR" sz="1200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UiPause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258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480AD6-A3CD-4D85-B52C-E14AAD286A07}"/>
              </a:ext>
            </a:extLst>
          </p:cNvPr>
          <p:cNvSpPr/>
          <p:nvPr/>
        </p:nvSpPr>
        <p:spPr>
          <a:xfrm>
            <a:off x="0" y="0"/>
            <a:ext cx="1885950" cy="63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플로우에 따른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씬 전환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C2E5F4-A073-452D-B40E-222ED88F967C}"/>
              </a:ext>
            </a:extLst>
          </p:cNvPr>
          <p:cNvSpPr txBox="1"/>
          <p:nvPr/>
        </p:nvSpPr>
        <p:spPr>
          <a:xfrm>
            <a:off x="875554" y="1008459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작동 예시 </a:t>
            </a:r>
            <a:r>
              <a:rPr lang="en-US" altLang="ko-KR" b="1" dirty="0"/>
              <a:t>– </a:t>
            </a:r>
            <a:r>
              <a:rPr lang="ko-KR" altLang="en-US" b="1" dirty="0"/>
              <a:t>로비 탭 전환</a:t>
            </a:r>
            <a:endParaRPr lang="ko-KR" altLang="en-US" sz="1400" b="1" dirty="0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EDA6E775-3150-4970-BCF9-F4F0E45BB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817" y="3070781"/>
            <a:ext cx="1300324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A570A73-7152-4A95-9E8A-3A052372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036" y="3070781"/>
            <a:ext cx="1289862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8583692-84BA-421C-AA55-50EADE225D6D}"/>
              </a:ext>
            </a:extLst>
          </p:cNvPr>
          <p:cNvCxnSpPr>
            <a:cxnSpLocks/>
          </p:cNvCxnSpPr>
          <p:nvPr/>
        </p:nvCxnSpPr>
        <p:spPr>
          <a:xfrm>
            <a:off x="2800459" y="4903669"/>
            <a:ext cx="1644530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4722C39-C4C8-4040-BB1B-6F0BD4938B8F}"/>
              </a:ext>
            </a:extLst>
          </p:cNvPr>
          <p:cNvSpPr txBox="1"/>
          <p:nvPr/>
        </p:nvSpPr>
        <p:spPr>
          <a:xfrm>
            <a:off x="2224957" y="5439308"/>
            <a:ext cx="818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씬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Entry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E518CC-30FB-42BB-A2E4-033BDD7EAC25}"/>
              </a:ext>
            </a:extLst>
          </p:cNvPr>
          <p:cNvSpPr txBox="1"/>
          <p:nvPr/>
        </p:nvSpPr>
        <p:spPr>
          <a:xfrm>
            <a:off x="4885782" y="5439308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씬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Lobby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E0A3E2-7B05-4F74-B4FE-1F1F07F5909B}"/>
              </a:ext>
            </a:extLst>
          </p:cNvPr>
          <p:cNvSpPr txBox="1"/>
          <p:nvPr/>
        </p:nvSpPr>
        <p:spPr>
          <a:xfrm>
            <a:off x="1385885" y="5716307"/>
            <a:ext cx="2496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버튼 터치 시 로비 씬으로 이동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엔트리 씬은 로딩을 수행하는 씬</a:t>
            </a:r>
            <a:r>
              <a:rPr lang="en-US" altLang="ko-KR" sz="1200" dirty="0"/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99C611-DDC1-49B5-B342-FD894F0C88E1}"/>
              </a:ext>
            </a:extLst>
          </p:cNvPr>
          <p:cNvSpPr txBox="1"/>
          <p:nvPr/>
        </p:nvSpPr>
        <p:spPr>
          <a:xfrm>
            <a:off x="4342188" y="5716307"/>
            <a:ext cx="1996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캐릭터 탭 터치 시 탭 전환</a:t>
            </a:r>
            <a:endParaRPr lang="en-US" altLang="ko-KR" sz="1200" dirty="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9CE958C-AAF0-4EAA-A1A4-8634501A4409}"/>
              </a:ext>
            </a:extLst>
          </p:cNvPr>
          <p:cNvCxnSpPr>
            <a:cxnSpLocks/>
          </p:cNvCxnSpPr>
          <p:nvPr/>
        </p:nvCxnSpPr>
        <p:spPr>
          <a:xfrm flipV="1">
            <a:off x="4961860" y="5272179"/>
            <a:ext cx="1646330" cy="1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그림 79">
            <a:extLst>
              <a:ext uri="{FF2B5EF4-FFF2-40B4-BE49-F238E27FC236}">
                <a16:creationId xmlns:a16="http://schemas.microsoft.com/office/drawing/2014/main" id="{974CA6AB-4AD8-457E-8842-3FACCE233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571" y="459556"/>
            <a:ext cx="1152086" cy="2308393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3B68A86-091A-4988-A2E8-0CB0C21B4A89}"/>
              </a:ext>
            </a:extLst>
          </p:cNvPr>
          <p:cNvSpPr txBox="1"/>
          <p:nvPr/>
        </p:nvSpPr>
        <p:spPr>
          <a:xfrm>
            <a:off x="6544054" y="5439308"/>
            <a:ext cx="2095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프리팹</a:t>
            </a:r>
            <a:r>
              <a:rPr lang="en-US" altLang="ko-KR" sz="1200" b="1" dirty="0"/>
              <a:t>: </a:t>
            </a:r>
            <a:r>
              <a:rPr lang="en-US" altLang="ko-KR" sz="1200" b="1" dirty="0">
                <a:solidFill>
                  <a:srgbClr val="0070C0"/>
                </a:solidFill>
              </a:rPr>
              <a:t>ui_lobby_tap_truck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159F20-D470-4AA6-9D06-92C86CDE8163}"/>
              </a:ext>
            </a:extLst>
          </p:cNvPr>
          <p:cNvSpPr txBox="1"/>
          <p:nvPr/>
        </p:nvSpPr>
        <p:spPr>
          <a:xfrm>
            <a:off x="6558501" y="5716307"/>
            <a:ext cx="2095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캐릭터 탭에서 버튼 터치 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해당 내용 표시</a:t>
            </a:r>
            <a:endParaRPr lang="en-US" altLang="ko-KR" sz="1200" dirty="0"/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40B821FD-F1BE-4097-B59F-50D710CAC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448" y="3070781"/>
            <a:ext cx="1173256" cy="2308391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963625F5-AB11-4037-9F23-ACEA27AB6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7571" y="3070781"/>
            <a:ext cx="1139479" cy="2308391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52385BE-A8BD-4F64-A1B1-5BE40EFE2EEF}"/>
              </a:ext>
            </a:extLst>
          </p:cNvPr>
          <p:cNvCxnSpPr>
            <a:cxnSpLocks/>
          </p:cNvCxnSpPr>
          <p:nvPr/>
        </p:nvCxnSpPr>
        <p:spPr>
          <a:xfrm flipV="1">
            <a:off x="8110413" y="4112683"/>
            <a:ext cx="901612" cy="1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그림 99">
            <a:extLst>
              <a:ext uri="{FF2B5EF4-FFF2-40B4-BE49-F238E27FC236}">
                <a16:creationId xmlns:a16="http://schemas.microsoft.com/office/drawing/2014/main" id="{2F3B9684-A29E-473F-8FE9-7EF8321532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428" y="455042"/>
            <a:ext cx="1149589" cy="23076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</p:pic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7BEF6A7B-8993-40A8-8212-866FD3D40883}"/>
              </a:ext>
            </a:extLst>
          </p:cNvPr>
          <p:cNvCxnSpPr>
            <a:cxnSpLocks/>
          </p:cNvCxnSpPr>
          <p:nvPr/>
        </p:nvCxnSpPr>
        <p:spPr>
          <a:xfrm flipV="1">
            <a:off x="7606222" y="2790334"/>
            <a:ext cx="1594339" cy="1282305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EA378944-FEE5-491D-8077-85FF3D6F5772}"/>
              </a:ext>
            </a:extLst>
          </p:cNvPr>
          <p:cNvCxnSpPr>
            <a:cxnSpLocks/>
          </p:cNvCxnSpPr>
          <p:nvPr/>
        </p:nvCxnSpPr>
        <p:spPr>
          <a:xfrm flipV="1">
            <a:off x="7144713" y="2846195"/>
            <a:ext cx="0" cy="920321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FFDF285-FAC3-449F-A7A2-388C821DE1E2}"/>
              </a:ext>
            </a:extLst>
          </p:cNvPr>
          <p:cNvSpPr txBox="1"/>
          <p:nvPr/>
        </p:nvSpPr>
        <p:spPr>
          <a:xfrm>
            <a:off x="9143124" y="2788560"/>
            <a:ext cx="2207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panel_upgrad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의 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view_skill 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활성화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2AB5706-46C9-44C4-BD75-504CED05638A}"/>
              </a:ext>
            </a:extLst>
          </p:cNvPr>
          <p:cNvSpPr txBox="1"/>
          <p:nvPr/>
        </p:nvSpPr>
        <p:spPr>
          <a:xfrm>
            <a:off x="9143124" y="5397326"/>
            <a:ext cx="21403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panel_upgrad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의 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view_up 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활성화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8C5B80E-43F4-45FB-9FD0-5359DDE70D7E}"/>
              </a:ext>
            </a:extLst>
          </p:cNvPr>
          <p:cNvSpPr txBox="1"/>
          <p:nvPr/>
        </p:nvSpPr>
        <p:spPr>
          <a:xfrm>
            <a:off x="7154117" y="2776821"/>
            <a:ext cx="17940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panel_char_change 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활성화</a:t>
            </a:r>
          </a:p>
        </p:txBody>
      </p:sp>
    </p:spTree>
    <p:extLst>
      <p:ext uri="{BB962C8B-B14F-4D97-AF65-F5344CB8AC3E}">
        <p14:creationId xmlns:p14="http://schemas.microsoft.com/office/powerpoint/2010/main" val="923420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229</Words>
  <Application>Microsoft Office PowerPoint</Application>
  <PresentationFormat>와이드스크린</PresentationFormat>
  <Paragraphs>52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wooseok kim</dc:creator>
  <cp:lastModifiedBy>박준병</cp:lastModifiedBy>
  <cp:revision>14</cp:revision>
  <dcterms:created xsi:type="dcterms:W3CDTF">2024-10-05T04:04:33Z</dcterms:created>
  <dcterms:modified xsi:type="dcterms:W3CDTF">2024-11-26T17:18:06Z</dcterms:modified>
</cp:coreProperties>
</file>