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3" r:id="rId2"/>
    <p:sldId id="268" r:id="rId3"/>
    <p:sldId id="266" r:id="rId4"/>
    <p:sldId id="262" r:id="rId5"/>
    <p:sldId id="276" r:id="rId6"/>
    <p:sldId id="273" r:id="rId7"/>
    <p:sldId id="272" r:id="rId8"/>
    <p:sldId id="274" r:id="rId9"/>
    <p:sldId id="283" r:id="rId10"/>
    <p:sldId id="284" r:id="rId11"/>
    <p:sldId id="277" r:id="rId12"/>
    <p:sldId id="278" r:id="rId13"/>
    <p:sldId id="279" r:id="rId14"/>
    <p:sldId id="280" r:id="rId15"/>
    <p:sldId id="282" r:id="rId16"/>
    <p:sldId id="295" r:id="rId17"/>
    <p:sldId id="294" r:id="rId18"/>
    <p:sldId id="291" r:id="rId19"/>
    <p:sldId id="290" r:id="rId20"/>
    <p:sldId id="287" r:id="rId21"/>
    <p:sldId id="285" r:id="rId22"/>
    <p:sldId id="289" r:id="rId23"/>
    <p:sldId id="288" r:id="rId24"/>
    <p:sldId id="292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C6ED"/>
    <a:srgbClr val="111B0B"/>
    <a:srgbClr val="1A0C2F"/>
    <a:srgbClr val="9CECB5"/>
    <a:srgbClr val="00D2FF"/>
    <a:srgbClr val="EE7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03" autoAdjust="0"/>
    <p:restoredTop sz="94660"/>
  </p:normalViewPr>
  <p:slideViewPr>
    <p:cSldViewPr snapToGrid="0" showGuides="1">
      <p:cViewPr varScale="1">
        <p:scale>
          <a:sx n="103" d="100"/>
          <a:sy n="103" d="100"/>
        </p:scale>
        <p:origin x="138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0E532E-8432-4D76-B3AA-88B5986BA0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87FD774-1097-4C19-8AD5-42D205D7BA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CCB4AA-9F05-4319-ABA2-0239A7BFB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6485D-A686-4D7A-8A08-B5EE2A8C58BA}" type="datetimeFigureOut">
              <a:rPr lang="ko-KR" altLang="en-US" smtClean="0"/>
              <a:t>2025-04-01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D4CAE1-2D7C-46F7-94C8-AC9037636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945EA2-CEDE-41DF-AD83-C4E3B6985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931B1-B289-48E9-9E7E-858859D912EF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77663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66F264-270B-4882-8DBD-3D5A30C03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181A34-837C-4169-93B9-C71BAAFDC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1E5ED6-61A4-47A5-8897-93ECC20F3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6485D-A686-4D7A-8A08-B5EE2A8C58BA}" type="datetimeFigureOut">
              <a:rPr lang="ko-KR" altLang="en-US" smtClean="0"/>
              <a:t>2025-04-01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D296748-C4F2-4E41-A55D-AD31F890F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07AA91-8CA0-4F00-8F3B-7D0054602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931B1-B289-48E9-9E7E-858859D912EF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3796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8C06DD-25D9-4BB5-9BA9-30E06DA26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39591C-280B-48DD-95D1-53CBBC4296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66C70D-0AA1-4D1F-AA5D-CF22F8C03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6485D-A686-4D7A-8A08-B5EE2A8C58BA}" type="datetimeFigureOut">
              <a:rPr lang="ko-KR" altLang="en-US" smtClean="0"/>
              <a:t>2025-04-01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6C1FEF-848B-40AA-B164-EAB418FCD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5E943C-2E84-4E57-AD13-67207B2B4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931B1-B289-48E9-9E7E-858859D912EF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9168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16537C-BD02-48AD-9C66-7B7DF647D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469337-FC35-414A-A134-8BEF035D82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3CA2217-4D05-4D54-A620-53D5A1E7B2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D36E034-AD4B-4C62-AEDF-78BD405E9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6485D-A686-4D7A-8A08-B5EE2A8C58BA}" type="datetimeFigureOut">
              <a:rPr lang="ko-KR" altLang="en-US" smtClean="0"/>
              <a:t>2025-04-01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F37101-F28F-402C-AC7A-60640ED0D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C544BC6-246A-4D77-9731-2332BB6D3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931B1-B289-48E9-9E7E-858859D912EF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486948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8BAF3C-AA9D-4545-99D2-EDDDA0FD6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84F8566-6FCC-47EB-828E-7878C5A7A7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E187E1B-7EE8-4895-92F6-191FFA3CE0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8CE1E76-5FA5-4E2C-9BB2-52AE89990A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1EA1D9C-95A6-48DC-A9B2-A856D41EE3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5E3830-BEF0-4401-92C2-9DE5ACC88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6485D-A686-4D7A-8A08-B5EE2A8C58BA}" type="datetimeFigureOut">
              <a:rPr lang="ko-KR" altLang="en-US" smtClean="0"/>
              <a:t>2025-04-01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0BFC09B-95FA-40EA-9C19-A7238005B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CA444DC-B239-4E19-A021-C64A0DE01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931B1-B289-48E9-9E7E-858859D912EF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40813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D41D16-B2FD-4524-98CC-615C0BF29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20309A8-065E-478A-91FC-BE3F90999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6485D-A686-4D7A-8A08-B5EE2A8C58BA}" type="datetimeFigureOut">
              <a:rPr lang="ko-KR" altLang="en-US" smtClean="0"/>
              <a:t>2025-04-01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D8E85FB-5EF4-49D8-B62B-64AB4CB4B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DD89E9C-FCDA-40EC-8CD2-0DC7B0BA5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931B1-B289-48E9-9E7E-858859D912EF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8859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D7F8B3E-0817-423F-BB2B-3A070EA60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6485D-A686-4D7A-8A08-B5EE2A8C58BA}" type="datetimeFigureOut">
              <a:rPr lang="ko-KR" altLang="en-US" smtClean="0"/>
              <a:t>2025-04-01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6468252-CBA3-4996-A4EF-955244B02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C994BB-CCA1-496F-A59E-73CC21FE3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931B1-B289-48E9-9E7E-858859D912EF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3849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4FF8A6-C6CD-4F3F-9181-DD431A8C1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2D3EEF-A7C4-4815-A9DB-41401064E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AB796C8-1E55-431D-AFF6-8A78CA4943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86A04D-A420-411D-BE3E-874EEBE02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6485D-A686-4D7A-8A08-B5EE2A8C58BA}" type="datetimeFigureOut">
              <a:rPr lang="ko-KR" altLang="en-US" smtClean="0"/>
              <a:t>2025-04-01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CD9D7EB-1044-48BB-940B-74AB97172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977674-B661-4B0A-80CF-82E90C255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931B1-B289-48E9-9E7E-858859D912EF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225735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44AE80-22C3-4B83-B89A-8EBDFA366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227DDCA-C215-49E3-8AE9-48B8CC3BE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0616CD-1DBF-4AEA-8BBC-6E0DA8CC94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6916F31-217E-4E06-9097-DD4EE1D88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6485D-A686-4D7A-8A08-B5EE2A8C58BA}" type="datetimeFigureOut">
              <a:rPr lang="ko-KR" altLang="en-US" smtClean="0"/>
              <a:t>2025-04-01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EB9BFD-1F9D-4126-A969-E5CEEDC2E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CF233EA-ECB3-455F-9605-51B9AC1F6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931B1-B289-48E9-9E7E-858859D912EF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8716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889D4F-1DDD-4E35-BB00-5590B186A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45F4EFA-F3AF-4104-AD41-CD7D4601CA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09EABA-A17D-4BC4-87FE-05FADBD83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6485D-A686-4D7A-8A08-B5EE2A8C58BA}" type="datetimeFigureOut">
              <a:rPr lang="ko-KR" altLang="en-US" smtClean="0"/>
              <a:t>2025-04-01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6AC4EAA-7F9E-4EF2-970F-18F359920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53B4DA-53AB-4C28-87C7-8D33D1C0F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931B1-B289-48E9-9E7E-858859D912EF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01114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6602BD4-54B2-47F2-BC2C-EE6826D314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ACBF73C-A0F8-4E6A-B156-D2EC4EE351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A98BED-B322-47C0-8BA9-B1852C2DA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46485D-A686-4D7A-8A08-B5EE2A8C58BA}" type="datetimeFigureOut">
              <a:rPr lang="ko-KR" altLang="en-US" smtClean="0"/>
              <a:t>2025-04-01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BB4BCA-5020-47BA-8586-0B4517BE2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8F8106D-44DA-4F9B-91BA-C9938FA33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931B1-B289-48E9-9E7E-858859D912EF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22584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87D2AAA-A278-4366-B0F7-C203522C9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2E6A13-0D60-4FAA-899A-DB5AB4D073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F75C70-4874-49C7-BD28-5F7E2996A3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46485D-A686-4D7A-8A08-B5EE2A8C58BA}" type="datetimeFigureOut">
              <a:rPr lang="ko-KR" altLang="en-US" smtClean="0"/>
              <a:t>2025-04-01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1E4BD3-5EE0-48E3-B189-CD38B3DE9E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B9C812-40F5-407C-9B1B-4AEBE437DE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9931B1-B289-48E9-9E7E-858859D912EF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34163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" Target="slide16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7809117-44D3-4EC6-8984-AF412B2E9323}"/>
              </a:ext>
            </a:extLst>
          </p:cNvPr>
          <p:cNvSpPr txBox="1"/>
          <p:nvPr/>
        </p:nvSpPr>
        <p:spPr>
          <a:xfrm>
            <a:off x="5029042" y="663576"/>
            <a:ext cx="21339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b="1" dirty="0"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문서 수정 내역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0125581-7BFA-472F-ABA2-C4B6719D17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0959605"/>
              </p:ext>
            </p:extLst>
          </p:nvPr>
        </p:nvGraphicFramePr>
        <p:xfrm>
          <a:off x="714376" y="1470597"/>
          <a:ext cx="10763248" cy="425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169">
                  <a:extLst>
                    <a:ext uri="{9D8B030D-6E8A-4147-A177-3AD203B41FA5}">
                      <a16:colId xmlns:a16="http://schemas.microsoft.com/office/drawing/2014/main" val="4084353122"/>
                    </a:ext>
                  </a:extLst>
                </a:gridCol>
                <a:gridCol w="6357044">
                  <a:extLst>
                    <a:ext uri="{9D8B030D-6E8A-4147-A177-3AD203B41FA5}">
                      <a16:colId xmlns:a16="http://schemas.microsoft.com/office/drawing/2014/main" val="10204353"/>
                    </a:ext>
                  </a:extLst>
                </a:gridCol>
                <a:gridCol w="2140035">
                  <a:extLst>
                    <a:ext uri="{9D8B030D-6E8A-4147-A177-3AD203B41FA5}">
                      <a16:colId xmlns:a16="http://schemas.microsoft.com/office/drawing/2014/main" val="32508408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100" b="1" dirty="0">
                          <a:solidFill>
                            <a:schemeClr val="bg1"/>
                          </a:solidFill>
                          <a:latin typeface="에스코어 드림 7 ExtraBold" panose="020B0803030302020204" pitchFamily="34" charset="-127"/>
                          <a:ea typeface="에스코어 드림 7 ExtraBold" panose="020B0803030302020204" pitchFamily="34" charset="-127"/>
                        </a:rPr>
                        <a:t>날짜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100" b="1" dirty="0">
                          <a:solidFill>
                            <a:schemeClr val="bg1"/>
                          </a:solidFill>
                          <a:latin typeface="에스코어 드림 7 ExtraBold" panose="020B0803030302020204" pitchFamily="34" charset="-127"/>
                          <a:ea typeface="에스코어 드림 7 ExtraBold" panose="020B0803030302020204" pitchFamily="34" charset="-127"/>
                        </a:rPr>
                        <a:t>수정 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100" b="1" dirty="0">
                          <a:solidFill>
                            <a:schemeClr val="bg1"/>
                          </a:solidFill>
                          <a:latin typeface="에스코어 드림 7 ExtraBold" panose="020B0803030302020204" pitchFamily="34" charset="-127"/>
                          <a:ea typeface="에스코어 드림 7 ExtraBold" panose="020B0803030302020204" pitchFamily="34" charset="-127"/>
                        </a:rPr>
                        <a:t>비고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825127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2025. 03. 27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문서 최초 공유</a:t>
                      </a:r>
                      <a:endParaRPr lang="en-US" altLang="ko-KR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272309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2025. 04. 01</a:t>
                      </a: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카메라 처리 방식 확정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논의했던 방향으로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)</a:t>
                      </a: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  <a:hlinkClick r:id="rId2" action="ppaction://hlinksldjump"/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  <a:hlinkClick r:id="rId2" action="ppaction://hlinksldjump"/>
                        </a:rPr>
                        <a:t>이동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  <a:hlinkClick r:id="rId2" action="ppaction://hlinksldjump"/>
                        </a:rPr>
                        <a:t>= Ctrl +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  <a:hlinkClick r:id="rId2" action="ppaction://hlinksldjump"/>
                        </a:rPr>
                        <a:t>좌클릭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  <a:hlinkClick r:id="rId2" action="ppaction://hlinksldjump"/>
                        </a:rPr>
                        <a:t>)</a:t>
                      </a: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540462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en-US" altLang="ko-KR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369377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488364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90789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229817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478437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675128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409109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645255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648638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20461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15301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F2A25C4-FACB-479C-9276-C0ECB9225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7403" y="1551805"/>
            <a:ext cx="2014884" cy="447751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8452560-D784-4B02-9729-5D7FC9A08B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8558" y="1551805"/>
            <a:ext cx="2014884" cy="4477519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24106222-FE80-49EB-8B38-31032717D7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9714" y="1551805"/>
            <a:ext cx="2014884" cy="4477519"/>
          </a:xfrm>
          <a:prstGeom prst="rect">
            <a:avLst/>
          </a:prstGeom>
        </p:spPr>
      </p:pic>
      <p:cxnSp>
        <p:nvCxnSpPr>
          <p:cNvPr id="352" name="직선 화살표 연결선 351">
            <a:extLst>
              <a:ext uri="{FF2B5EF4-FFF2-40B4-BE49-F238E27FC236}">
                <a16:creationId xmlns:a16="http://schemas.microsoft.com/office/drawing/2014/main" id="{3BFA8890-568B-4F19-AD80-65716054C885}"/>
              </a:ext>
            </a:extLst>
          </p:cNvPr>
          <p:cNvCxnSpPr>
            <a:cxnSpLocks/>
          </p:cNvCxnSpPr>
          <p:nvPr/>
        </p:nvCxnSpPr>
        <p:spPr>
          <a:xfrm>
            <a:off x="2976608" y="3661969"/>
            <a:ext cx="1281067" cy="0"/>
          </a:xfrm>
          <a:prstGeom prst="straightConnector1">
            <a:avLst/>
          </a:prstGeom>
          <a:ln w="25400">
            <a:solidFill>
              <a:srgbClr val="FF0000"/>
            </a:solidFill>
            <a:headEnd type="oval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직선 화살표 연결선 353">
            <a:extLst>
              <a:ext uri="{FF2B5EF4-FFF2-40B4-BE49-F238E27FC236}">
                <a16:creationId xmlns:a16="http://schemas.microsoft.com/office/drawing/2014/main" id="{71457E60-CEC7-44B6-AE09-F24309654896}"/>
              </a:ext>
            </a:extLst>
          </p:cNvPr>
          <p:cNvCxnSpPr>
            <a:cxnSpLocks/>
          </p:cNvCxnSpPr>
          <p:nvPr/>
        </p:nvCxnSpPr>
        <p:spPr>
          <a:xfrm>
            <a:off x="6005760" y="5766994"/>
            <a:ext cx="1820262" cy="0"/>
          </a:xfrm>
          <a:prstGeom prst="straightConnector1">
            <a:avLst/>
          </a:prstGeom>
          <a:ln w="25400">
            <a:solidFill>
              <a:srgbClr val="FF0000"/>
            </a:solidFill>
            <a:headEnd type="oval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61213F1-4178-ECCE-8C52-F914F4F73595}"/>
              </a:ext>
            </a:extLst>
          </p:cNvPr>
          <p:cNvSpPr txBox="1"/>
          <p:nvPr/>
        </p:nvSpPr>
        <p:spPr>
          <a:xfrm>
            <a:off x="3342286" y="3755869"/>
            <a:ext cx="17027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200" b="1" dirty="0"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화살표</a:t>
            </a:r>
            <a:r>
              <a:rPr lang="en-US" altLang="ko-KR" sz="1200" b="1" dirty="0"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200" b="1" dirty="0"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터치를 의미함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D4B2D04-8EF8-32ED-164F-1CA812CF0F9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FD21A8-3B3B-514D-5278-C3B72D563056}"/>
              </a:ext>
            </a:extLst>
          </p:cNvPr>
          <p:cNvSpPr txBox="1"/>
          <p:nvPr/>
        </p:nvSpPr>
        <p:spPr>
          <a:xfrm>
            <a:off x="840746" y="513168"/>
            <a:ext cx="1544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0.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레퍼런스 점검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56246E-FB8F-A6C4-A440-A66DDE34D3A3}"/>
              </a:ext>
            </a:extLst>
          </p:cNvPr>
          <p:cNvSpPr txBox="1"/>
          <p:nvPr/>
        </p:nvSpPr>
        <p:spPr>
          <a:xfrm>
            <a:off x="745699" y="755794"/>
            <a:ext cx="50257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영웅 변경 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UX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의 레퍼런스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: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언더 다크</a:t>
            </a:r>
          </a:p>
        </p:txBody>
      </p:sp>
    </p:spTree>
    <p:extLst>
      <p:ext uri="{BB962C8B-B14F-4D97-AF65-F5344CB8AC3E}">
        <p14:creationId xmlns:p14="http://schemas.microsoft.com/office/powerpoint/2010/main" val="8966622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3566AB7C-8DB8-42B6-98D6-44F8BCEE7425}"/>
              </a:ext>
            </a:extLst>
          </p:cNvPr>
          <p:cNvSpPr/>
          <p:nvPr/>
        </p:nvSpPr>
        <p:spPr>
          <a:xfrm>
            <a:off x="905513" y="1543492"/>
            <a:ext cx="1185487" cy="21075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b="1" dirty="0">
              <a:solidFill>
                <a:schemeClr val="tx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781CD8D-7264-4663-8868-4D64EC08DD30}"/>
              </a:ext>
            </a:extLst>
          </p:cNvPr>
          <p:cNvSpPr/>
          <p:nvPr/>
        </p:nvSpPr>
        <p:spPr>
          <a:xfrm>
            <a:off x="3151802" y="1543492"/>
            <a:ext cx="1185487" cy="21075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b="1" dirty="0">
              <a:solidFill>
                <a:schemeClr val="tx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67F2E71-B1D7-4682-A82F-B6DB080A619B}"/>
              </a:ext>
            </a:extLst>
          </p:cNvPr>
          <p:cNvCxnSpPr>
            <a:cxnSpLocks/>
          </p:cNvCxnSpPr>
          <p:nvPr/>
        </p:nvCxnSpPr>
        <p:spPr>
          <a:xfrm>
            <a:off x="1867301" y="3224766"/>
            <a:ext cx="914400" cy="0"/>
          </a:xfrm>
          <a:prstGeom prst="straightConnector1">
            <a:avLst/>
          </a:prstGeom>
          <a:ln w="25400">
            <a:solidFill>
              <a:srgbClr val="C00000"/>
            </a:solidFill>
            <a:headEnd type="oval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50E33C2-9193-486F-9E21-3CAD8B384161}"/>
              </a:ext>
            </a:extLst>
          </p:cNvPr>
          <p:cNvSpPr txBox="1"/>
          <p:nvPr/>
        </p:nvSpPr>
        <p:spPr>
          <a:xfrm>
            <a:off x="1139023" y="3694853"/>
            <a:ext cx="718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타이틀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55FE4B-24B2-4A0D-80CF-9BD50AED631D}"/>
              </a:ext>
            </a:extLst>
          </p:cNvPr>
          <p:cNvSpPr txBox="1"/>
          <p:nvPr/>
        </p:nvSpPr>
        <p:spPr>
          <a:xfrm>
            <a:off x="3474279" y="3694853"/>
            <a:ext cx="5405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로비</a:t>
            </a: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AB444B9B-1DB6-44E5-B9FE-9121D66BE366}"/>
              </a:ext>
            </a:extLst>
          </p:cNvPr>
          <p:cNvGrpSpPr/>
          <p:nvPr/>
        </p:nvGrpSpPr>
        <p:grpSpPr>
          <a:xfrm>
            <a:off x="3178039" y="3413260"/>
            <a:ext cx="1117208" cy="197646"/>
            <a:chOff x="3716730" y="3118584"/>
            <a:chExt cx="1021885" cy="185919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87E14F6B-6EE5-4352-855E-636560DE8327}"/>
                </a:ext>
              </a:extLst>
            </p:cNvPr>
            <p:cNvSpPr/>
            <p:nvPr/>
          </p:nvSpPr>
          <p:spPr>
            <a:xfrm>
              <a:off x="3716730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5BF77DF-6B24-4113-8B11-8E3EA7F295C1}"/>
                </a:ext>
              </a:extLst>
            </p:cNvPr>
            <p:cNvSpPr/>
            <p:nvPr/>
          </p:nvSpPr>
          <p:spPr>
            <a:xfrm>
              <a:off x="4072127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421117F2-0B40-4461-B08B-87BD685D8485}"/>
                </a:ext>
              </a:extLst>
            </p:cNvPr>
            <p:cNvSpPr/>
            <p:nvPr/>
          </p:nvSpPr>
          <p:spPr>
            <a:xfrm>
              <a:off x="4431986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232B152D-8929-4CEF-A33B-0E64D45C6D58}"/>
              </a:ext>
            </a:extLst>
          </p:cNvPr>
          <p:cNvSpPr/>
          <p:nvPr/>
        </p:nvSpPr>
        <p:spPr>
          <a:xfrm>
            <a:off x="3491734" y="3126682"/>
            <a:ext cx="505622" cy="2032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E975D008-9927-4E31-9FFB-3EB099399D7B}"/>
              </a:ext>
            </a:extLst>
          </p:cNvPr>
          <p:cNvGrpSpPr/>
          <p:nvPr/>
        </p:nvGrpSpPr>
        <p:grpSpPr>
          <a:xfrm>
            <a:off x="3200400" y="1581227"/>
            <a:ext cx="1096392" cy="152261"/>
            <a:chOff x="3711001" y="1282642"/>
            <a:chExt cx="1143532" cy="158808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16AB19B1-BE07-47B1-9640-204CE90AE014}"/>
                </a:ext>
              </a:extLst>
            </p:cNvPr>
            <p:cNvSpPr/>
            <p:nvPr/>
          </p:nvSpPr>
          <p:spPr>
            <a:xfrm>
              <a:off x="4012969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CD2F9E7C-5FB1-45FB-AD58-00F8F2C76F5C}"/>
                </a:ext>
              </a:extLst>
            </p:cNvPr>
            <p:cNvSpPr/>
            <p:nvPr/>
          </p:nvSpPr>
          <p:spPr>
            <a:xfrm>
              <a:off x="4383856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FD4058AC-D334-42C2-B7B0-2289EAA09E07}"/>
                </a:ext>
              </a:extLst>
            </p:cNvPr>
            <p:cNvSpPr/>
            <p:nvPr/>
          </p:nvSpPr>
          <p:spPr>
            <a:xfrm>
              <a:off x="3711001" y="1282642"/>
              <a:ext cx="243773" cy="15880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393A665A-51D2-4FF5-B435-B920216C4E95}"/>
                </a:ext>
              </a:extLst>
            </p:cNvPr>
            <p:cNvSpPr/>
            <p:nvPr/>
          </p:nvSpPr>
          <p:spPr>
            <a:xfrm>
              <a:off x="4763074" y="1282642"/>
              <a:ext cx="91459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36157-876E-4DAD-97BB-7E604290C39C}"/>
              </a:ext>
            </a:extLst>
          </p:cNvPr>
          <p:cNvSpPr/>
          <p:nvPr/>
        </p:nvSpPr>
        <p:spPr>
          <a:xfrm>
            <a:off x="3151802" y="4203832"/>
            <a:ext cx="1185487" cy="21075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b="1" dirty="0">
              <a:solidFill>
                <a:schemeClr val="tx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851154-B818-4115-9977-D6E790E621D1}"/>
              </a:ext>
            </a:extLst>
          </p:cNvPr>
          <p:cNvSpPr txBox="1"/>
          <p:nvPr/>
        </p:nvSpPr>
        <p:spPr>
          <a:xfrm>
            <a:off x="3356459" y="6355193"/>
            <a:ext cx="7761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영웅 탭</a:t>
            </a: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C811605D-FF2E-4465-B40C-C0F0B758CA00}"/>
              </a:ext>
            </a:extLst>
          </p:cNvPr>
          <p:cNvGrpSpPr/>
          <p:nvPr/>
        </p:nvGrpSpPr>
        <p:grpSpPr>
          <a:xfrm>
            <a:off x="3178039" y="6063762"/>
            <a:ext cx="1117208" cy="203262"/>
            <a:chOff x="3716730" y="3118584"/>
            <a:chExt cx="1021885" cy="185919"/>
          </a:xfrm>
        </p:grpSpPr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8F3C8D0B-076C-4C7F-8C93-B461C03A5389}"/>
                </a:ext>
              </a:extLst>
            </p:cNvPr>
            <p:cNvSpPr/>
            <p:nvPr/>
          </p:nvSpPr>
          <p:spPr>
            <a:xfrm>
              <a:off x="3716730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66961F43-1AD6-4B18-B0A9-4A76724254CD}"/>
                </a:ext>
              </a:extLst>
            </p:cNvPr>
            <p:cNvSpPr/>
            <p:nvPr/>
          </p:nvSpPr>
          <p:spPr>
            <a:xfrm>
              <a:off x="4072127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2C5A2859-7A0D-463A-8D9B-239812AB6D26}"/>
                </a:ext>
              </a:extLst>
            </p:cNvPr>
            <p:cNvSpPr/>
            <p:nvPr/>
          </p:nvSpPr>
          <p:spPr>
            <a:xfrm>
              <a:off x="4431986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44E47EB0-0DCA-4819-B861-36B9376D5472}"/>
              </a:ext>
            </a:extLst>
          </p:cNvPr>
          <p:cNvGrpSpPr/>
          <p:nvPr/>
        </p:nvGrpSpPr>
        <p:grpSpPr>
          <a:xfrm>
            <a:off x="3195431" y="5639690"/>
            <a:ext cx="1098228" cy="306986"/>
            <a:chOff x="3722805" y="5514975"/>
            <a:chExt cx="1120862" cy="272038"/>
          </a:xfrm>
        </p:grpSpPr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5A9628E-E076-433C-BFF6-4E0F9DD97A61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92440599-E1ED-4784-9BFF-CEFA367FF338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85DC23CB-5EEE-4D99-8BF6-74809946A21F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09B7FFB1-B0B2-4542-9100-D5840C073030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87A1AB46-6F1C-4FF4-9BDB-D37739AEBE74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3C0CBCCC-70DE-4992-B8A1-62E4973FF6E7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80D0A371-0B74-412E-81E9-2B3582AFFD68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A2FC2D78-369C-40C2-B9E8-C8D7F80EFB05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E3E45A70-4911-4F6B-B98A-4650140CE819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69AD1F24-1CED-44C0-A4F1-558A4EACA728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E6AA559B-E491-42A7-A48F-575A7DDC3A34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48F024E8-C1C5-47DD-9FA7-85EDC2D59863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B5E30695-281D-433F-8780-63D313903074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83BF6ACC-56A6-4A4C-B0EE-EA4B80B07E2A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F9D0B343-622D-4A78-B6A6-707E693F12FB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D2FF455C-3AD5-4EFA-B8B8-C3C3DE9BD30B}"/>
              </a:ext>
            </a:extLst>
          </p:cNvPr>
          <p:cNvGrpSpPr/>
          <p:nvPr/>
        </p:nvGrpSpPr>
        <p:grpSpPr>
          <a:xfrm>
            <a:off x="3195431" y="4433142"/>
            <a:ext cx="1098228" cy="306986"/>
            <a:chOff x="3722805" y="5514975"/>
            <a:chExt cx="1120862" cy="272038"/>
          </a:xfrm>
        </p:grpSpPr>
        <p:sp>
          <p:nvSpPr>
            <p:cNvPr id="102" name="직사각형 101">
              <a:extLst>
                <a:ext uri="{FF2B5EF4-FFF2-40B4-BE49-F238E27FC236}">
                  <a16:creationId xmlns:a16="http://schemas.microsoft.com/office/drawing/2014/main" id="{5875E170-FEBD-4934-8377-ADCCFC35E475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E05D5EDC-0E1D-45BD-8B1B-4782E70E50DA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72DD62B8-FCA6-4842-84E2-D1C613CE6B61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5" name="직사각형 104">
              <a:extLst>
                <a:ext uri="{FF2B5EF4-FFF2-40B4-BE49-F238E27FC236}">
                  <a16:creationId xmlns:a16="http://schemas.microsoft.com/office/drawing/2014/main" id="{07A5A080-DC52-4510-825D-2CB3FFC62083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ED92B98A-65A6-4D58-996E-F3A5D3DDD919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BC09BCA5-1533-4F2F-994D-44A9DCB04431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A89692F7-23AB-4B35-A96B-C2FEDB820F0E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EFB7DEB0-64A8-4521-AEB7-8467B928CCAA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0" name="직사각형 109">
              <a:extLst>
                <a:ext uri="{FF2B5EF4-FFF2-40B4-BE49-F238E27FC236}">
                  <a16:creationId xmlns:a16="http://schemas.microsoft.com/office/drawing/2014/main" id="{79E51A4E-62BE-4FF1-8611-33F81974BC92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4CC3365F-7443-414A-8910-9753491047E5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2" name="직사각형 111">
              <a:extLst>
                <a:ext uri="{FF2B5EF4-FFF2-40B4-BE49-F238E27FC236}">
                  <a16:creationId xmlns:a16="http://schemas.microsoft.com/office/drawing/2014/main" id="{BD345F06-6677-4926-AD10-46495E7F9E36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7055CF93-F70F-4BA1-B4CD-E1C959E6AB6A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14B92849-39AE-410D-9093-059832DADAFF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07DEBF87-62CD-4C70-AB4A-2610FA197CEF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B3031F19-85C2-4A87-8939-84F6FB295DEA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7C8A9B99-075C-4C9B-A155-1B2D73C717FD}"/>
              </a:ext>
            </a:extLst>
          </p:cNvPr>
          <p:cNvGrpSpPr/>
          <p:nvPr/>
        </p:nvGrpSpPr>
        <p:grpSpPr>
          <a:xfrm>
            <a:off x="3195431" y="4803852"/>
            <a:ext cx="1098228" cy="306986"/>
            <a:chOff x="3722805" y="5514975"/>
            <a:chExt cx="1120862" cy="272038"/>
          </a:xfrm>
        </p:grpSpPr>
        <p:sp>
          <p:nvSpPr>
            <p:cNvPr id="118" name="직사각형 117">
              <a:extLst>
                <a:ext uri="{FF2B5EF4-FFF2-40B4-BE49-F238E27FC236}">
                  <a16:creationId xmlns:a16="http://schemas.microsoft.com/office/drawing/2014/main" id="{650801BF-D7DC-4EEB-A626-0455080763E0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9" name="직사각형 118">
              <a:extLst>
                <a:ext uri="{FF2B5EF4-FFF2-40B4-BE49-F238E27FC236}">
                  <a16:creationId xmlns:a16="http://schemas.microsoft.com/office/drawing/2014/main" id="{894D2FDB-05E1-49F1-86B9-F0888C5960C3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0" name="직사각형 119">
              <a:extLst>
                <a:ext uri="{FF2B5EF4-FFF2-40B4-BE49-F238E27FC236}">
                  <a16:creationId xmlns:a16="http://schemas.microsoft.com/office/drawing/2014/main" id="{6038B214-F950-456C-B7A3-EF5E89B8EF21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1" name="직사각형 120">
              <a:extLst>
                <a:ext uri="{FF2B5EF4-FFF2-40B4-BE49-F238E27FC236}">
                  <a16:creationId xmlns:a16="http://schemas.microsoft.com/office/drawing/2014/main" id="{D76EFED2-F9E9-4ED6-B425-E933ED96D4FE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2" name="직사각형 121">
              <a:extLst>
                <a:ext uri="{FF2B5EF4-FFF2-40B4-BE49-F238E27FC236}">
                  <a16:creationId xmlns:a16="http://schemas.microsoft.com/office/drawing/2014/main" id="{942E3B02-457B-4C2C-AFFA-561E2DC87A54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3" name="직사각형 122">
              <a:extLst>
                <a:ext uri="{FF2B5EF4-FFF2-40B4-BE49-F238E27FC236}">
                  <a16:creationId xmlns:a16="http://schemas.microsoft.com/office/drawing/2014/main" id="{55E7D26D-2738-480C-B883-70F622910584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4" name="직사각형 123">
              <a:extLst>
                <a:ext uri="{FF2B5EF4-FFF2-40B4-BE49-F238E27FC236}">
                  <a16:creationId xmlns:a16="http://schemas.microsoft.com/office/drawing/2014/main" id="{3302A73E-83B2-407C-827B-CA514D0D40D1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8533E8C5-923F-40FB-9318-2829CDD12889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6" name="직사각형 125">
              <a:extLst>
                <a:ext uri="{FF2B5EF4-FFF2-40B4-BE49-F238E27FC236}">
                  <a16:creationId xmlns:a16="http://schemas.microsoft.com/office/drawing/2014/main" id="{3EBFD8B1-97FE-4A6B-85F5-442173596571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6BB62CA2-BA7F-4313-B9F8-63E5E44EEFF7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D99F2C75-FD97-4226-B756-9CA10B65AF78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9" name="직사각형 128">
              <a:extLst>
                <a:ext uri="{FF2B5EF4-FFF2-40B4-BE49-F238E27FC236}">
                  <a16:creationId xmlns:a16="http://schemas.microsoft.com/office/drawing/2014/main" id="{01702E19-23FA-4C0F-9D3E-91CE3B63F82B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0" name="직사각형 129">
              <a:extLst>
                <a:ext uri="{FF2B5EF4-FFF2-40B4-BE49-F238E27FC236}">
                  <a16:creationId xmlns:a16="http://schemas.microsoft.com/office/drawing/2014/main" id="{AE30C49B-4923-46BE-8791-679AF5712B2C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1C8235EF-BDA9-4851-A0A1-AC1D05E14E96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2" name="직사각형 131">
              <a:extLst>
                <a:ext uri="{FF2B5EF4-FFF2-40B4-BE49-F238E27FC236}">
                  <a16:creationId xmlns:a16="http://schemas.microsoft.com/office/drawing/2014/main" id="{5D68CAAA-C6AF-4324-BCC1-BA366F7DFDDA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EC80CB7B-271F-4BDA-AE28-17D7FA7562A1}"/>
              </a:ext>
            </a:extLst>
          </p:cNvPr>
          <p:cNvGrpSpPr/>
          <p:nvPr/>
        </p:nvGrpSpPr>
        <p:grpSpPr>
          <a:xfrm>
            <a:off x="3195431" y="5174561"/>
            <a:ext cx="1098228" cy="306986"/>
            <a:chOff x="3722805" y="5514975"/>
            <a:chExt cx="1120862" cy="272038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E00234B9-5B6F-49DA-A1D8-E4FF271A92D2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11FCB16A-C934-4AEB-B19C-7C4BED66E974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6" name="직사각형 135">
              <a:extLst>
                <a:ext uri="{FF2B5EF4-FFF2-40B4-BE49-F238E27FC236}">
                  <a16:creationId xmlns:a16="http://schemas.microsoft.com/office/drawing/2014/main" id="{BA42AAAF-ECB0-49C4-A9EA-094EAB78C132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7" name="직사각형 136">
              <a:extLst>
                <a:ext uri="{FF2B5EF4-FFF2-40B4-BE49-F238E27FC236}">
                  <a16:creationId xmlns:a16="http://schemas.microsoft.com/office/drawing/2014/main" id="{531E4A2D-D928-449C-9002-AB3879A33F43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8" name="직사각형 137">
              <a:extLst>
                <a:ext uri="{FF2B5EF4-FFF2-40B4-BE49-F238E27FC236}">
                  <a16:creationId xmlns:a16="http://schemas.microsoft.com/office/drawing/2014/main" id="{D86CC155-1B56-4CD8-BFB6-905A5ADC0320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9" name="직사각형 138">
              <a:extLst>
                <a:ext uri="{FF2B5EF4-FFF2-40B4-BE49-F238E27FC236}">
                  <a16:creationId xmlns:a16="http://schemas.microsoft.com/office/drawing/2014/main" id="{D72DE4C4-6AF0-4544-A602-791C731E2FD1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0" name="직사각형 139">
              <a:extLst>
                <a:ext uri="{FF2B5EF4-FFF2-40B4-BE49-F238E27FC236}">
                  <a16:creationId xmlns:a16="http://schemas.microsoft.com/office/drawing/2014/main" id="{7505840C-C433-49F9-9E86-389B2066D0FF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1" name="직사각형 140">
              <a:extLst>
                <a:ext uri="{FF2B5EF4-FFF2-40B4-BE49-F238E27FC236}">
                  <a16:creationId xmlns:a16="http://schemas.microsoft.com/office/drawing/2014/main" id="{59860E2C-CE06-4ED7-B860-B732704F493C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2" name="직사각형 141">
              <a:extLst>
                <a:ext uri="{FF2B5EF4-FFF2-40B4-BE49-F238E27FC236}">
                  <a16:creationId xmlns:a16="http://schemas.microsoft.com/office/drawing/2014/main" id="{667EF2DB-5899-4AE3-8C76-4F3BFE420FD8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2A133621-42D6-4BFB-A4CA-7E7A7EE45962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4" name="직사각형 143">
              <a:extLst>
                <a:ext uri="{FF2B5EF4-FFF2-40B4-BE49-F238E27FC236}">
                  <a16:creationId xmlns:a16="http://schemas.microsoft.com/office/drawing/2014/main" id="{29FAA89C-D060-493A-8EBC-F3B0B994302D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5" name="직사각형 144">
              <a:extLst>
                <a:ext uri="{FF2B5EF4-FFF2-40B4-BE49-F238E27FC236}">
                  <a16:creationId xmlns:a16="http://schemas.microsoft.com/office/drawing/2014/main" id="{E2A825F5-8DCB-4BBB-92EC-5DBD8E1EA1DB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52685EFA-DDB7-4A04-9C9B-A107C4047DAD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264F7C26-A895-498A-8690-8973A1FB5C82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72EA176E-E47D-4D98-B5D5-084C228457E2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49" name="타원 148">
            <a:extLst>
              <a:ext uri="{FF2B5EF4-FFF2-40B4-BE49-F238E27FC236}">
                <a16:creationId xmlns:a16="http://schemas.microsoft.com/office/drawing/2014/main" id="{FA3D52E9-EFCB-4DAA-BCFF-9025BED9172C}"/>
              </a:ext>
            </a:extLst>
          </p:cNvPr>
          <p:cNvSpPr/>
          <p:nvPr/>
        </p:nvSpPr>
        <p:spPr>
          <a:xfrm>
            <a:off x="3532575" y="2531673"/>
            <a:ext cx="423940" cy="42394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</a:t>
            </a:r>
          </a:p>
        </p:txBody>
      </p:sp>
      <p:cxnSp>
        <p:nvCxnSpPr>
          <p:cNvPr id="321" name="직선 화살표 연결선 320">
            <a:extLst>
              <a:ext uri="{FF2B5EF4-FFF2-40B4-BE49-F238E27FC236}">
                <a16:creationId xmlns:a16="http://schemas.microsoft.com/office/drawing/2014/main" id="{706321B1-83D9-4BEB-8F67-455A758E924B}"/>
              </a:ext>
            </a:extLst>
          </p:cNvPr>
          <p:cNvCxnSpPr>
            <a:cxnSpLocks/>
          </p:cNvCxnSpPr>
          <p:nvPr/>
        </p:nvCxnSpPr>
        <p:spPr>
          <a:xfrm>
            <a:off x="3350123" y="3542399"/>
            <a:ext cx="0" cy="526681"/>
          </a:xfrm>
          <a:prstGeom prst="straightConnector1">
            <a:avLst/>
          </a:prstGeom>
          <a:ln w="25400">
            <a:solidFill>
              <a:srgbClr val="C00000"/>
            </a:solidFill>
            <a:headEnd type="oval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5" name="직선 화살표 연결선 504">
            <a:extLst>
              <a:ext uri="{FF2B5EF4-FFF2-40B4-BE49-F238E27FC236}">
                <a16:creationId xmlns:a16="http://schemas.microsoft.com/office/drawing/2014/main" id="{1AF3C98F-9F34-4E3C-80EC-A76D90138E15}"/>
              </a:ext>
            </a:extLst>
          </p:cNvPr>
          <p:cNvCxnSpPr>
            <a:cxnSpLocks/>
          </p:cNvCxnSpPr>
          <p:nvPr/>
        </p:nvCxnSpPr>
        <p:spPr>
          <a:xfrm>
            <a:off x="4224383" y="4904029"/>
            <a:ext cx="511246" cy="0"/>
          </a:xfrm>
          <a:prstGeom prst="straightConnector1">
            <a:avLst/>
          </a:prstGeom>
          <a:ln w="25400">
            <a:solidFill>
              <a:srgbClr val="C00000"/>
            </a:solidFill>
            <a:headEnd type="oval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직사각형 354">
            <a:extLst>
              <a:ext uri="{FF2B5EF4-FFF2-40B4-BE49-F238E27FC236}">
                <a16:creationId xmlns:a16="http://schemas.microsoft.com/office/drawing/2014/main" id="{DBD34073-C9AC-4CC4-B2C7-DBDC188C79DC}"/>
              </a:ext>
            </a:extLst>
          </p:cNvPr>
          <p:cNvSpPr/>
          <p:nvPr/>
        </p:nvSpPr>
        <p:spPr>
          <a:xfrm>
            <a:off x="5150984" y="4203832"/>
            <a:ext cx="1185487" cy="21075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b="1" dirty="0">
              <a:solidFill>
                <a:schemeClr val="tx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9C503A4B-8ECB-4AE7-B8A2-68E278BBF104}"/>
              </a:ext>
            </a:extLst>
          </p:cNvPr>
          <p:cNvSpPr txBox="1"/>
          <p:nvPr/>
        </p:nvSpPr>
        <p:spPr>
          <a:xfrm>
            <a:off x="5266676" y="6355193"/>
            <a:ext cx="9541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영웅 정보</a:t>
            </a:r>
          </a:p>
        </p:txBody>
      </p:sp>
      <p:grpSp>
        <p:nvGrpSpPr>
          <p:cNvPr id="357" name="그룹 356">
            <a:extLst>
              <a:ext uri="{FF2B5EF4-FFF2-40B4-BE49-F238E27FC236}">
                <a16:creationId xmlns:a16="http://schemas.microsoft.com/office/drawing/2014/main" id="{A5A8ACA3-4326-471F-BEBD-775257754AF5}"/>
              </a:ext>
            </a:extLst>
          </p:cNvPr>
          <p:cNvGrpSpPr/>
          <p:nvPr/>
        </p:nvGrpSpPr>
        <p:grpSpPr>
          <a:xfrm>
            <a:off x="5177221" y="6063762"/>
            <a:ext cx="1117208" cy="203262"/>
            <a:chOff x="3716730" y="3118584"/>
            <a:chExt cx="1021885" cy="185919"/>
          </a:xfrm>
        </p:grpSpPr>
        <p:sp>
          <p:nvSpPr>
            <p:cNvPr id="358" name="직사각형 357">
              <a:extLst>
                <a:ext uri="{FF2B5EF4-FFF2-40B4-BE49-F238E27FC236}">
                  <a16:creationId xmlns:a16="http://schemas.microsoft.com/office/drawing/2014/main" id="{BFFFD8E6-0578-4AD8-B55D-210962702550}"/>
                </a:ext>
              </a:extLst>
            </p:cNvPr>
            <p:cNvSpPr/>
            <p:nvPr/>
          </p:nvSpPr>
          <p:spPr>
            <a:xfrm>
              <a:off x="3716730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9" name="직사각형 358">
              <a:extLst>
                <a:ext uri="{FF2B5EF4-FFF2-40B4-BE49-F238E27FC236}">
                  <a16:creationId xmlns:a16="http://schemas.microsoft.com/office/drawing/2014/main" id="{A55CB9DA-78F7-4F94-B998-4F64DC8AD3F5}"/>
                </a:ext>
              </a:extLst>
            </p:cNvPr>
            <p:cNvSpPr/>
            <p:nvPr/>
          </p:nvSpPr>
          <p:spPr>
            <a:xfrm>
              <a:off x="4072127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0" name="직사각형 359">
              <a:extLst>
                <a:ext uri="{FF2B5EF4-FFF2-40B4-BE49-F238E27FC236}">
                  <a16:creationId xmlns:a16="http://schemas.microsoft.com/office/drawing/2014/main" id="{4A2803B8-6973-445A-9E2B-2E9693B17557}"/>
                </a:ext>
              </a:extLst>
            </p:cNvPr>
            <p:cNvSpPr/>
            <p:nvPr/>
          </p:nvSpPr>
          <p:spPr>
            <a:xfrm>
              <a:off x="4431986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361" name="그룹 360">
            <a:extLst>
              <a:ext uri="{FF2B5EF4-FFF2-40B4-BE49-F238E27FC236}">
                <a16:creationId xmlns:a16="http://schemas.microsoft.com/office/drawing/2014/main" id="{7CB36481-E34E-4D84-BB71-46BCEFB95C91}"/>
              </a:ext>
            </a:extLst>
          </p:cNvPr>
          <p:cNvGrpSpPr/>
          <p:nvPr/>
        </p:nvGrpSpPr>
        <p:grpSpPr>
          <a:xfrm>
            <a:off x="5171492" y="4232042"/>
            <a:ext cx="1143532" cy="158808"/>
            <a:chOff x="3711001" y="1282642"/>
            <a:chExt cx="1143532" cy="158808"/>
          </a:xfrm>
        </p:grpSpPr>
        <p:sp>
          <p:nvSpPr>
            <p:cNvPr id="362" name="직사각형 361">
              <a:extLst>
                <a:ext uri="{FF2B5EF4-FFF2-40B4-BE49-F238E27FC236}">
                  <a16:creationId xmlns:a16="http://schemas.microsoft.com/office/drawing/2014/main" id="{2081C2F6-9E56-4905-B6DB-48D9EB4EDBA0}"/>
                </a:ext>
              </a:extLst>
            </p:cNvPr>
            <p:cNvSpPr/>
            <p:nvPr/>
          </p:nvSpPr>
          <p:spPr>
            <a:xfrm>
              <a:off x="4012969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3" name="직사각형 362">
              <a:extLst>
                <a:ext uri="{FF2B5EF4-FFF2-40B4-BE49-F238E27FC236}">
                  <a16:creationId xmlns:a16="http://schemas.microsoft.com/office/drawing/2014/main" id="{6C1B635D-0727-44D0-AC06-DA6CB4BA4C24}"/>
                </a:ext>
              </a:extLst>
            </p:cNvPr>
            <p:cNvSpPr/>
            <p:nvPr/>
          </p:nvSpPr>
          <p:spPr>
            <a:xfrm>
              <a:off x="4383856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4" name="직사각형 363">
              <a:extLst>
                <a:ext uri="{FF2B5EF4-FFF2-40B4-BE49-F238E27FC236}">
                  <a16:creationId xmlns:a16="http://schemas.microsoft.com/office/drawing/2014/main" id="{55D4EED6-9E60-4CCB-8E9F-B669C08E8B2C}"/>
                </a:ext>
              </a:extLst>
            </p:cNvPr>
            <p:cNvSpPr/>
            <p:nvPr/>
          </p:nvSpPr>
          <p:spPr>
            <a:xfrm>
              <a:off x="3711001" y="1282642"/>
              <a:ext cx="243773" cy="15880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5" name="직사각형 364">
              <a:extLst>
                <a:ext uri="{FF2B5EF4-FFF2-40B4-BE49-F238E27FC236}">
                  <a16:creationId xmlns:a16="http://schemas.microsoft.com/office/drawing/2014/main" id="{DB55B0E5-9FD7-46D9-9C12-7EA107F6DF06}"/>
                </a:ext>
              </a:extLst>
            </p:cNvPr>
            <p:cNvSpPr/>
            <p:nvPr/>
          </p:nvSpPr>
          <p:spPr>
            <a:xfrm>
              <a:off x="4763074" y="1282642"/>
              <a:ext cx="91459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366" name="그룹 365">
            <a:extLst>
              <a:ext uri="{FF2B5EF4-FFF2-40B4-BE49-F238E27FC236}">
                <a16:creationId xmlns:a16="http://schemas.microsoft.com/office/drawing/2014/main" id="{5015E0A7-A3D0-41DE-B3CD-C7EEA164062B}"/>
              </a:ext>
            </a:extLst>
          </p:cNvPr>
          <p:cNvGrpSpPr/>
          <p:nvPr/>
        </p:nvGrpSpPr>
        <p:grpSpPr>
          <a:xfrm>
            <a:off x="5194613" y="5639690"/>
            <a:ext cx="1098228" cy="306986"/>
            <a:chOff x="3722805" y="5514975"/>
            <a:chExt cx="1120862" cy="272038"/>
          </a:xfrm>
        </p:grpSpPr>
        <p:sp>
          <p:nvSpPr>
            <p:cNvPr id="367" name="직사각형 366">
              <a:extLst>
                <a:ext uri="{FF2B5EF4-FFF2-40B4-BE49-F238E27FC236}">
                  <a16:creationId xmlns:a16="http://schemas.microsoft.com/office/drawing/2014/main" id="{92AC9D87-4B50-453E-B7EC-22EE69EC415F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8" name="직사각형 367">
              <a:extLst>
                <a:ext uri="{FF2B5EF4-FFF2-40B4-BE49-F238E27FC236}">
                  <a16:creationId xmlns:a16="http://schemas.microsoft.com/office/drawing/2014/main" id="{0AFA7473-C632-4A2B-8F19-968D349DF8EA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9" name="직사각형 368">
              <a:extLst>
                <a:ext uri="{FF2B5EF4-FFF2-40B4-BE49-F238E27FC236}">
                  <a16:creationId xmlns:a16="http://schemas.microsoft.com/office/drawing/2014/main" id="{20020046-D35C-48DA-BF0B-CFDD69DD8A33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0" name="직사각형 369">
              <a:extLst>
                <a:ext uri="{FF2B5EF4-FFF2-40B4-BE49-F238E27FC236}">
                  <a16:creationId xmlns:a16="http://schemas.microsoft.com/office/drawing/2014/main" id="{A8946973-01B9-4197-B12C-5A901DB7050F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1" name="직사각형 370">
              <a:extLst>
                <a:ext uri="{FF2B5EF4-FFF2-40B4-BE49-F238E27FC236}">
                  <a16:creationId xmlns:a16="http://schemas.microsoft.com/office/drawing/2014/main" id="{8B0A001D-2905-4C15-9D67-629B988BD7E3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2" name="직사각형 371">
              <a:extLst>
                <a:ext uri="{FF2B5EF4-FFF2-40B4-BE49-F238E27FC236}">
                  <a16:creationId xmlns:a16="http://schemas.microsoft.com/office/drawing/2014/main" id="{2A7F46FE-36BE-45FB-8833-6CA07B7EA149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1" name="직사각형 380">
              <a:extLst>
                <a:ext uri="{FF2B5EF4-FFF2-40B4-BE49-F238E27FC236}">
                  <a16:creationId xmlns:a16="http://schemas.microsoft.com/office/drawing/2014/main" id="{F66DDEEB-647D-40CB-A828-954029BAF41B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3" name="직사각형 382">
              <a:extLst>
                <a:ext uri="{FF2B5EF4-FFF2-40B4-BE49-F238E27FC236}">
                  <a16:creationId xmlns:a16="http://schemas.microsoft.com/office/drawing/2014/main" id="{0E1634B8-4976-4257-8E28-31BA5D8598F6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6" name="직사각형 385">
              <a:extLst>
                <a:ext uri="{FF2B5EF4-FFF2-40B4-BE49-F238E27FC236}">
                  <a16:creationId xmlns:a16="http://schemas.microsoft.com/office/drawing/2014/main" id="{21662FA7-961E-43F2-80FE-86A7EADC3A3E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8" name="직사각형 387">
              <a:extLst>
                <a:ext uri="{FF2B5EF4-FFF2-40B4-BE49-F238E27FC236}">
                  <a16:creationId xmlns:a16="http://schemas.microsoft.com/office/drawing/2014/main" id="{C56CF238-3CAB-4BC1-98F7-04DA550B7B5B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5" name="직사각형 394">
              <a:extLst>
                <a:ext uri="{FF2B5EF4-FFF2-40B4-BE49-F238E27FC236}">
                  <a16:creationId xmlns:a16="http://schemas.microsoft.com/office/drawing/2014/main" id="{021CA13A-EA25-4096-B62D-C2681D4D4D43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6" name="직사각형 395">
              <a:extLst>
                <a:ext uri="{FF2B5EF4-FFF2-40B4-BE49-F238E27FC236}">
                  <a16:creationId xmlns:a16="http://schemas.microsoft.com/office/drawing/2014/main" id="{28D697A6-37C6-45BB-B25C-3FA0BEB806FE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7" name="직사각형 396">
              <a:extLst>
                <a:ext uri="{FF2B5EF4-FFF2-40B4-BE49-F238E27FC236}">
                  <a16:creationId xmlns:a16="http://schemas.microsoft.com/office/drawing/2014/main" id="{257FAC94-9B18-419A-9DEF-6D3EEF4F61B9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8" name="직사각형 397">
              <a:extLst>
                <a:ext uri="{FF2B5EF4-FFF2-40B4-BE49-F238E27FC236}">
                  <a16:creationId xmlns:a16="http://schemas.microsoft.com/office/drawing/2014/main" id="{683AC7CE-BD58-4DC9-90FB-09D10EC601BC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9" name="직사각형 398">
              <a:extLst>
                <a:ext uri="{FF2B5EF4-FFF2-40B4-BE49-F238E27FC236}">
                  <a16:creationId xmlns:a16="http://schemas.microsoft.com/office/drawing/2014/main" id="{B61C2CBC-8B08-4EAA-972A-DAB05514B63C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400" name="그룹 399">
            <a:extLst>
              <a:ext uri="{FF2B5EF4-FFF2-40B4-BE49-F238E27FC236}">
                <a16:creationId xmlns:a16="http://schemas.microsoft.com/office/drawing/2014/main" id="{C8167A4B-E179-42DE-AB22-27B34BA7F6D5}"/>
              </a:ext>
            </a:extLst>
          </p:cNvPr>
          <p:cNvGrpSpPr/>
          <p:nvPr/>
        </p:nvGrpSpPr>
        <p:grpSpPr>
          <a:xfrm>
            <a:off x="5194613" y="4433142"/>
            <a:ext cx="1098228" cy="306986"/>
            <a:chOff x="3722805" y="5514975"/>
            <a:chExt cx="1120862" cy="272038"/>
          </a:xfrm>
        </p:grpSpPr>
        <p:sp>
          <p:nvSpPr>
            <p:cNvPr id="401" name="직사각형 400">
              <a:extLst>
                <a:ext uri="{FF2B5EF4-FFF2-40B4-BE49-F238E27FC236}">
                  <a16:creationId xmlns:a16="http://schemas.microsoft.com/office/drawing/2014/main" id="{3A445C59-E0F2-47B3-86E6-933B766159BF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5" name="직사각형 414">
              <a:extLst>
                <a:ext uri="{FF2B5EF4-FFF2-40B4-BE49-F238E27FC236}">
                  <a16:creationId xmlns:a16="http://schemas.microsoft.com/office/drawing/2014/main" id="{8AB52713-D354-4355-8BAD-FBB6BCA55801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4" name="직사각형 433">
              <a:extLst>
                <a:ext uri="{FF2B5EF4-FFF2-40B4-BE49-F238E27FC236}">
                  <a16:creationId xmlns:a16="http://schemas.microsoft.com/office/drawing/2014/main" id="{6688A879-D423-44CD-A6E5-DFAC1D5E026A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5" name="직사각형 434">
              <a:extLst>
                <a:ext uri="{FF2B5EF4-FFF2-40B4-BE49-F238E27FC236}">
                  <a16:creationId xmlns:a16="http://schemas.microsoft.com/office/drawing/2014/main" id="{B3F7D4CB-8876-405A-B7A0-CCBC872F8115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6" name="직사각형 435">
              <a:extLst>
                <a:ext uri="{FF2B5EF4-FFF2-40B4-BE49-F238E27FC236}">
                  <a16:creationId xmlns:a16="http://schemas.microsoft.com/office/drawing/2014/main" id="{7E4D5BC7-CD58-4EAB-A6C5-BFF6F1F4D865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7" name="직사각형 436">
              <a:extLst>
                <a:ext uri="{FF2B5EF4-FFF2-40B4-BE49-F238E27FC236}">
                  <a16:creationId xmlns:a16="http://schemas.microsoft.com/office/drawing/2014/main" id="{E168BBC5-940F-4F23-92E6-52BB29091442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8" name="직사각형 437">
              <a:extLst>
                <a:ext uri="{FF2B5EF4-FFF2-40B4-BE49-F238E27FC236}">
                  <a16:creationId xmlns:a16="http://schemas.microsoft.com/office/drawing/2014/main" id="{9D3DFAE9-BA0C-4937-A9D2-BCAD6899DA26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9" name="직사각형 438">
              <a:extLst>
                <a:ext uri="{FF2B5EF4-FFF2-40B4-BE49-F238E27FC236}">
                  <a16:creationId xmlns:a16="http://schemas.microsoft.com/office/drawing/2014/main" id="{8CA65856-2577-42F5-86CB-1390E347FC52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0" name="직사각형 439">
              <a:extLst>
                <a:ext uri="{FF2B5EF4-FFF2-40B4-BE49-F238E27FC236}">
                  <a16:creationId xmlns:a16="http://schemas.microsoft.com/office/drawing/2014/main" id="{8A52C271-0EA6-460E-91DE-70B25F9515B9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9" name="직사각형 458">
              <a:extLst>
                <a:ext uri="{FF2B5EF4-FFF2-40B4-BE49-F238E27FC236}">
                  <a16:creationId xmlns:a16="http://schemas.microsoft.com/office/drawing/2014/main" id="{3A608789-473B-4CAC-BCA5-A326C679ACFD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0" name="직사각형 459">
              <a:extLst>
                <a:ext uri="{FF2B5EF4-FFF2-40B4-BE49-F238E27FC236}">
                  <a16:creationId xmlns:a16="http://schemas.microsoft.com/office/drawing/2014/main" id="{1344097C-CCB9-4BCA-8101-15BEBD5EE5D5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1" name="직사각형 460">
              <a:extLst>
                <a:ext uri="{FF2B5EF4-FFF2-40B4-BE49-F238E27FC236}">
                  <a16:creationId xmlns:a16="http://schemas.microsoft.com/office/drawing/2014/main" id="{88D14871-EF9B-4266-9387-B5E46BCCEC3D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2" name="직사각형 461">
              <a:extLst>
                <a:ext uri="{FF2B5EF4-FFF2-40B4-BE49-F238E27FC236}">
                  <a16:creationId xmlns:a16="http://schemas.microsoft.com/office/drawing/2014/main" id="{D67C8AB1-36B3-4AE3-BF1E-D5A7BEFA9A34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3" name="직사각형 462">
              <a:extLst>
                <a:ext uri="{FF2B5EF4-FFF2-40B4-BE49-F238E27FC236}">
                  <a16:creationId xmlns:a16="http://schemas.microsoft.com/office/drawing/2014/main" id="{E6358A48-7F19-4580-8B1F-22F8B8FC198C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4" name="직사각형 463">
              <a:extLst>
                <a:ext uri="{FF2B5EF4-FFF2-40B4-BE49-F238E27FC236}">
                  <a16:creationId xmlns:a16="http://schemas.microsoft.com/office/drawing/2014/main" id="{B24124C3-FA6B-4B33-B0B9-06F1CE24BE5A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465" name="그룹 464">
            <a:extLst>
              <a:ext uri="{FF2B5EF4-FFF2-40B4-BE49-F238E27FC236}">
                <a16:creationId xmlns:a16="http://schemas.microsoft.com/office/drawing/2014/main" id="{347A1DEE-4AE9-4617-8BB5-851F3CCDE94B}"/>
              </a:ext>
            </a:extLst>
          </p:cNvPr>
          <p:cNvGrpSpPr/>
          <p:nvPr/>
        </p:nvGrpSpPr>
        <p:grpSpPr>
          <a:xfrm>
            <a:off x="5194613" y="4803852"/>
            <a:ext cx="1098228" cy="306986"/>
            <a:chOff x="3722805" y="5514975"/>
            <a:chExt cx="1120862" cy="272038"/>
          </a:xfrm>
        </p:grpSpPr>
        <p:sp>
          <p:nvSpPr>
            <p:cNvPr id="466" name="직사각형 465">
              <a:extLst>
                <a:ext uri="{FF2B5EF4-FFF2-40B4-BE49-F238E27FC236}">
                  <a16:creationId xmlns:a16="http://schemas.microsoft.com/office/drawing/2014/main" id="{63DC0824-1E3A-41DF-9278-DA271588CEF9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7" name="직사각형 466">
              <a:extLst>
                <a:ext uri="{FF2B5EF4-FFF2-40B4-BE49-F238E27FC236}">
                  <a16:creationId xmlns:a16="http://schemas.microsoft.com/office/drawing/2014/main" id="{9893AA5C-9CCD-40EC-AFAA-B832BA4DB6BC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5" name="직사각형 474">
              <a:extLst>
                <a:ext uri="{FF2B5EF4-FFF2-40B4-BE49-F238E27FC236}">
                  <a16:creationId xmlns:a16="http://schemas.microsoft.com/office/drawing/2014/main" id="{EC95DCE3-381A-466D-953E-19993729C260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7" name="직사각형 476">
              <a:extLst>
                <a:ext uri="{FF2B5EF4-FFF2-40B4-BE49-F238E27FC236}">
                  <a16:creationId xmlns:a16="http://schemas.microsoft.com/office/drawing/2014/main" id="{C7D3027E-CB58-4542-8F3E-03AB5B361CDA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8" name="직사각형 477">
              <a:extLst>
                <a:ext uri="{FF2B5EF4-FFF2-40B4-BE49-F238E27FC236}">
                  <a16:creationId xmlns:a16="http://schemas.microsoft.com/office/drawing/2014/main" id="{B67B8F00-1F34-4753-A43F-D5A97206141C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9" name="직사각형 478">
              <a:extLst>
                <a:ext uri="{FF2B5EF4-FFF2-40B4-BE49-F238E27FC236}">
                  <a16:creationId xmlns:a16="http://schemas.microsoft.com/office/drawing/2014/main" id="{72924C74-5E20-4A6C-87AD-1C907D2501CA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0" name="직사각형 479">
              <a:extLst>
                <a:ext uri="{FF2B5EF4-FFF2-40B4-BE49-F238E27FC236}">
                  <a16:creationId xmlns:a16="http://schemas.microsoft.com/office/drawing/2014/main" id="{8064A002-60BC-4D5B-9A8A-AC1AB705CD93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1" name="직사각형 480">
              <a:extLst>
                <a:ext uri="{FF2B5EF4-FFF2-40B4-BE49-F238E27FC236}">
                  <a16:creationId xmlns:a16="http://schemas.microsoft.com/office/drawing/2014/main" id="{4B6DC286-0E28-41D1-86BD-100CBA4E49E6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2" name="직사각형 481">
              <a:extLst>
                <a:ext uri="{FF2B5EF4-FFF2-40B4-BE49-F238E27FC236}">
                  <a16:creationId xmlns:a16="http://schemas.microsoft.com/office/drawing/2014/main" id="{8C43AF16-E3FB-4AB7-AF66-A2567D189603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3" name="직사각형 482">
              <a:extLst>
                <a:ext uri="{FF2B5EF4-FFF2-40B4-BE49-F238E27FC236}">
                  <a16:creationId xmlns:a16="http://schemas.microsoft.com/office/drawing/2014/main" id="{D8400A3B-0A57-4B16-A19F-8E9D6DA5F73C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4" name="직사각형 483">
              <a:extLst>
                <a:ext uri="{FF2B5EF4-FFF2-40B4-BE49-F238E27FC236}">
                  <a16:creationId xmlns:a16="http://schemas.microsoft.com/office/drawing/2014/main" id="{85225C9F-DD75-4971-90B6-5EE0690398F0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5" name="직사각형 484">
              <a:extLst>
                <a:ext uri="{FF2B5EF4-FFF2-40B4-BE49-F238E27FC236}">
                  <a16:creationId xmlns:a16="http://schemas.microsoft.com/office/drawing/2014/main" id="{AAF3463D-6937-42E0-922E-A1CBC77F6EB2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6" name="직사각형 485">
              <a:extLst>
                <a:ext uri="{FF2B5EF4-FFF2-40B4-BE49-F238E27FC236}">
                  <a16:creationId xmlns:a16="http://schemas.microsoft.com/office/drawing/2014/main" id="{ACE9E6CD-DB31-4833-A253-3A7F0A9C7574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7" name="직사각형 486">
              <a:extLst>
                <a:ext uri="{FF2B5EF4-FFF2-40B4-BE49-F238E27FC236}">
                  <a16:creationId xmlns:a16="http://schemas.microsoft.com/office/drawing/2014/main" id="{94924BD5-96EA-41DE-9E05-5034DD8C3277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88" name="직사각형 487">
              <a:extLst>
                <a:ext uri="{FF2B5EF4-FFF2-40B4-BE49-F238E27FC236}">
                  <a16:creationId xmlns:a16="http://schemas.microsoft.com/office/drawing/2014/main" id="{C28E83C6-2D7A-4C97-BC24-41205230BF79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489" name="그룹 488">
            <a:extLst>
              <a:ext uri="{FF2B5EF4-FFF2-40B4-BE49-F238E27FC236}">
                <a16:creationId xmlns:a16="http://schemas.microsoft.com/office/drawing/2014/main" id="{80F1F5E6-E6DA-45BC-807B-089364A9F0CF}"/>
              </a:ext>
            </a:extLst>
          </p:cNvPr>
          <p:cNvGrpSpPr/>
          <p:nvPr/>
        </p:nvGrpSpPr>
        <p:grpSpPr>
          <a:xfrm>
            <a:off x="5194613" y="5174561"/>
            <a:ext cx="1098228" cy="306986"/>
            <a:chOff x="3722805" y="5514975"/>
            <a:chExt cx="1120862" cy="272038"/>
          </a:xfrm>
        </p:grpSpPr>
        <p:sp>
          <p:nvSpPr>
            <p:cNvPr id="490" name="직사각형 489">
              <a:extLst>
                <a:ext uri="{FF2B5EF4-FFF2-40B4-BE49-F238E27FC236}">
                  <a16:creationId xmlns:a16="http://schemas.microsoft.com/office/drawing/2014/main" id="{F6B5B851-CE1A-46CE-BE97-743A4F508176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1" name="직사각형 490">
              <a:extLst>
                <a:ext uri="{FF2B5EF4-FFF2-40B4-BE49-F238E27FC236}">
                  <a16:creationId xmlns:a16="http://schemas.microsoft.com/office/drawing/2014/main" id="{4799E173-2023-4E39-B35A-11719E528B42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2" name="직사각형 491">
              <a:extLst>
                <a:ext uri="{FF2B5EF4-FFF2-40B4-BE49-F238E27FC236}">
                  <a16:creationId xmlns:a16="http://schemas.microsoft.com/office/drawing/2014/main" id="{DE7D51D3-CDDB-47A6-8716-64D55520E995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3" name="직사각형 492">
              <a:extLst>
                <a:ext uri="{FF2B5EF4-FFF2-40B4-BE49-F238E27FC236}">
                  <a16:creationId xmlns:a16="http://schemas.microsoft.com/office/drawing/2014/main" id="{45028DF7-959E-4C33-B102-9EAF4D7BD2B4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4" name="직사각형 493">
              <a:extLst>
                <a:ext uri="{FF2B5EF4-FFF2-40B4-BE49-F238E27FC236}">
                  <a16:creationId xmlns:a16="http://schemas.microsoft.com/office/drawing/2014/main" id="{39271A7D-4B6D-4291-9708-4E4535778E54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5" name="직사각형 494">
              <a:extLst>
                <a:ext uri="{FF2B5EF4-FFF2-40B4-BE49-F238E27FC236}">
                  <a16:creationId xmlns:a16="http://schemas.microsoft.com/office/drawing/2014/main" id="{B189B51E-7764-4493-BE7D-E9A20DD3BB0C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6" name="직사각형 495">
              <a:extLst>
                <a:ext uri="{FF2B5EF4-FFF2-40B4-BE49-F238E27FC236}">
                  <a16:creationId xmlns:a16="http://schemas.microsoft.com/office/drawing/2014/main" id="{F8CD2A8A-1FC2-47AB-9AB9-5750D8CFFB1D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7" name="직사각형 496">
              <a:extLst>
                <a:ext uri="{FF2B5EF4-FFF2-40B4-BE49-F238E27FC236}">
                  <a16:creationId xmlns:a16="http://schemas.microsoft.com/office/drawing/2014/main" id="{335B464F-D728-4831-A884-740770D054BB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8" name="직사각형 497">
              <a:extLst>
                <a:ext uri="{FF2B5EF4-FFF2-40B4-BE49-F238E27FC236}">
                  <a16:creationId xmlns:a16="http://schemas.microsoft.com/office/drawing/2014/main" id="{8DB85CEC-39AC-4C7C-A675-302880C5BF5C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99" name="직사각형 498">
              <a:extLst>
                <a:ext uri="{FF2B5EF4-FFF2-40B4-BE49-F238E27FC236}">
                  <a16:creationId xmlns:a16="http://schemas.microsoft.com/office/drawing/2014/main" id="{BAC8A977-C831-40C3-85EE-1C5EF28C19DD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0" name="직사각형 499">
              <a:extLst>
                <a:ext uri="{FF2B5EF4-FFF2-40B4-BE49-F238E27FC236}">
                  <a16:creationId xmlns:a16="http://schemas.microsoft.com/office/drawing/2014/main" id="{0E5CD9C3-B5BD-4CD2-8C22-244F4575DA4A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1" name="직사각형 500">
              <a:extLst>
                <a:ext uri="{FF2B5EF4-FFF2-40B4-BE49-F238E27FC236}">
                  <a16:creationId xmlns:a16="http://schemas.microsoft.com/office/drawing/2014/main" id="{7CC383DC-7A16-4E0B-9023-9B6CD4251EBE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2" name="직사각형 501">
              <a:extLst>
                <a:ext uri="{FF2B5EF4-FFF2-40B4-BE49-F238E27FC236}">
                  <a16:creationId xmlns:a16="http://schemas.microsoft.com/office/drawing/2014/main" id="{D4B57117-681D-44FD-975E-A3764767106E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3" name="직사각형 502">
              <a:extLst>
                <a:ext uri="{FF2B5EF4-FFF2-40B4-BE49-F238E27FC236}">
                  <a16:creationId xmlns:a16="http://schemas.microsoft.com/office/drawing/2014/main" id="{785984BD-91BC-447B-BA3F-7D3E5EED56F3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4" name="직사각형 503">
              <a:extLst>
                <a:ext uri="{FF2B5EF4-FFF2-40B4-BE49-F238E27FC236}">
                  <a16:creationId xmlns:a16="http://schemas.microsoft.com/office/drawing/2014/main" id="{69B4E820-873A-4314-B84C-87FDBDEFDA31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5" name="직사각형 4">
            <a:extLst>
              <a:ext uri="{FF2B5EF4-FFF2-40B4-BE49-F238E27FC236}">
                <a16:creationId xmlns:a16="http://schemas.microsoft.com/office/drawing/2014/main" id="{7904B5F6-B7DC-4B29-9B80-BC6B8B64CA4B}"/>
              </a:ext>
            </a:extLst>
          </p:cNvPr>
          <p:cNvSpPr/>
          <p:nvPr/>
        </p:nvSpPr>
        <p:spPr>
          <a:xfrm>
            <a:off x="5150984" y="4203832"/>
            <a:ext cx="1185487" cy="2107531"/>
          </a:xfrm>
          <a:prstGeom prst="rect">
            <a:avLst/>
          </a:prstGeom>
          <a:solidFill>
            <a:schemeClr val="tx1">
              <a:alpha val="5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6DFB9A9-5393-4414-9849-44AD76084061}"/>
              </a:ext>
            </a:extLst>
          </p:cNvPr>
          <p:cNvSpPr/>
          <p:nvPr/>
        </p:nvSpPr>
        <p:spPr>
          <a:xfrm>
            <a:off x="5251244" y="4611133"/>
            <a:ext cx="984966" cy="128279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6" name="직사각형 505">
            <a:extLst>
              <a:ext uri="{FF2B5EF4-FFF2-40B4-BE49-F238E27FC236}">
                <a16:creationId xmlns:a16="http://schemas.microsoft.com/office/drawing/2014/main" id="{D8578499-CAA4-4236-AF78-233D4B59A30E}"/>
              </a:ext>
            </a:extLst>
          </p:cNvPr>
          <p:cNvSpPr/>
          <p:nvPr/>
        </p:nvSpPr>
        <p:spPr>
          <a:xfrm>
            <a:off x="5770624" y="5701828"/>
            <a:ext cx="440514" cy="15320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8" name="직사각형 267">
            <a:extLst>
              <a:ext uri="{FF2B5EF4-FFF2-40B4-BE49-F238E27FC236}">
                <a16:creationId xmlns:a16="http://schemas.microsoft.com/office/drawing/2014/main" id="{B8129AD4-1A8B-41BA-9F10-CCB88018B6FD}"/>
              </a:ext>
            </a:extLst>
          </p:cNvPr>
          <p:cNvSpPr/>
          <p:nvPr/>
        </p:nvSpPr>
        <p:spPr>
          <a:xfrm>
            <a:off x="5303213" y="5701828"/>
            <a:ext cx="440514" cy="15320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418" name="직선 화살표 연결선 417">
            <a:extLst>
              <a:ext uri="{FF2B5EF4-FFF2-40B4-BE49-F238E27FC236}">
                <a16:creationId xmlns:a16="http://schemas.microsoft.com/office/drawing/2014/main" id="{0E6F86EB-140C-401D-B2FD-7AD4AE09B1CB}"/>
              </a:ext>
            </a:extLst>
          </p:cNvPr>
          <p:cNvCxnSpPr>
            <a:cxnSpLocks/>
          </p:cNvCxnSpPr>
          <p:nvPr/>
        </p:nvCxnSpPr>
        <p:spPr>
          <a:xfrm>
            <a:off x="5618349" y="5789854"/>
            <a:ext cx="1204867" cy="0"/>
          </a:xfrm>
          <a:prstGeom prst="straightConnector1">
            <a:avLst/>
          </a:prstGeom>
          <a:ln w="25400">
            <a:solidFill>
              <a:srgbClr val="C00000"/>
            </a:solidFill>
            <a:headEnd type="oval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직사각형 268">
            <a:extLst>
              <a:ext uri="{FF2B5EF4-FFF2-40B4-BE49-F238E27FC236}">
                <a16:creationId xmlns:a16="http://schemas.microsoft.com/office/drawing/2014/main" id="{FA0759EE-BF86-4CBE-B7F2-A8B3290A2988}"/>
              </a:ext>
            </a:extLst>
          </p:cNvPr>
          <p:cNvSpPr/>
          <p:nvPr/>
        </p:nvSpPr>
        <p:spPr>
          <a:xfrm>
            <a:off x="7150166" y="4203832"/>
            <a:ext cx="1185487" cy="21075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b="1" dirty="0">
              <a:solidFill>
                <a:schemeClr val="tx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D595075-8D61-44F2-A2BB-E518D3220FF3}"/>
              </a:ext>
            </a:extLst>
          </p:cNvPr>
          <p:cNvSpPr txBox="1"/>
          <p:nvPr/>
        </p:nvSpPr>
        <p:spPr>
          <a:xfrm>
            <a:off x="7265858" y="6355193"/>
            <a:ext cx="9541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교체 확인</a:t>
            </a:r>
          </a:p>
        </p:txBody>
      </p:sp>
      <p:grpSp>
        <p:nvGrpSpPr>
          <p:cNvPr id="271" name="그룹 270">
            <a:extLst>
              <a:ext uri="{FF2B5EF4-FFF2-40B4-BE49-F238E27FC236}">
                <a16:creationId xmlns:a16="http://schemas.microsoft.com/office/drawing/2014/main" id="{E68C7877-53BD-411E-B015-E1E8E5B83B98}"/>
              </a:ext>
            </a:extLst>
          </p:cNvPr>
          <p:cNvGrpSpPr/>
          <p:nvPr/>
        </p:nvGrpSpPr>
        <p:grpSpPr>
          <a:xfrm>
            <a:off x="7176403" y="6063762"/>
            <a:ext cx="1117208" cy="203262"/>
            <a:chOff x="3716730" y="3118584"/>
            <a:chExt cx="1021885" cy="185919"/>
          </a:xfrm>
        </p:grpSpPr>
        <p:sp>
          <p:nvSpPr>
            <p:cNvPr id="272" name="직사각형 271">
              <a:extLst>
                <a:ext uri="{FF2B5EF4-FFF2-40B4-BE49-F238E27FC236}">
                  <a16:creationId xmlns:a16="http://schemas.microsoft.com/office/drawing/2014/main" id="{E4D77097-6754-4D6B-9F72-8B4CFA1BB20B}"/>
                </a:ext>
              </a:extLst>
            </p:cNvPr>
            <p:cNvSpPr/>
            <p:nvPr/>
          </p:nvSpPr>
          <p:spPr>
            <a:xfrm>
              <a:off x="3716730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73" name="직사각형 272">
              <a:extLst>
                <a:ext uri="{FF2B5EF4-FFF2-40B4-BE49-F238E27FC236}">
                  <a16:creationId xmlns:a16="http://schemas.microsoft.com/office/drawing/2014/main" id="{CA0BD727-B102-4031-BEFC-55362EF5923E}"/>
                </a:ext>
              </a:extLst>
            </p:cNvPr>
            <p:cNvSpPr/>
            <p:nvPr/>
          </p:nvSpPr>
          <p:spPr>
            <a:xfrm>
              <a:off x="4072127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77" name="직사각형 276">
              <a:extLst>
                <a:ext uri="{FF2B5EF4-FFF2-40B4-BE49-F238E27FC236}">
                  <a16:creationId xmlns:a16="http://schemas.microsoft.com/office/drawing/2014/main" id="{E0FD677D-0010-4879-BC0C-A44C4C2D7910}"/>
                </a:ext>
              </a:extLst>
            </p:cNvPr>
            <p:cNvSpPr/>
            <p:nvPr/>
          </p:nvSpPr>
          <p:spPr>
            <a:xfrm>
              <a:off x="4431986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79" name="그룹 278">
            <a:extLst>
              <a:ext uri="{FF2B5EF4-FFF2-40B4-BE49-F238E27FC236}">
                <a16:creationId xmlns:a16="http://schemas.microsoft.com/office/drawing/2014/main" id="{572FC0C5-C8ED-46DB-B1C2-71DB450AD29E}"/>
              </a:ext>
            </a:extLst>
          </p:cNvPr>
          <p:cNvGrpSpPr/>
          <p:nvPr/>
        </p:nvGrpSpPr>
        <p:grpSpPr>
          <a:xfrm>
            <a:off x="7170674" y="4232042"/>
            <a:ext cx="1143532" cy="158808"/>
            <a:chOff x="3711001" y="1282642"/>
            <a:chExt cx="1143532" cy="158808"/>
          </a:xfrm>
        </p:grpSpPr>
        <p:sp>
          <p:nvSpPr>
            <p:cNvPr id="280" name="직사각형 279">
              <a:extLst>
                <a:ext uri="{FF2B5EF4-FFF2-40B4-BE49-F238E27FC236}">
                  <a16:creationId xmlns:a16="http://schemas.microsoft.com/office/drawing/2014/main" id="{77D8AB3B-A6D5-4B5B-8DE1-106A812D2834}"/>
                </a:ext>
              </a:extLst>
            </p:cNvPr>
            <p:cNvSpPr/>
            <p:nvPr/>
          </p:nvSpPr>
          <p:spPr>
            <a:xfrm>
              <a:off x="4012969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1" name="직사각형 280">
              <a:extLst>
                <a:ext uri="{FF2B5EF4-FFF2-40B4-BE49-F238E27FC236}">
                  <a16:creationId xmlns:a16="http://schemas.microsoft.com/office/drawing/2014/main" id="{E08F4789-9E7D-46B7-86EA-7A447A5DFC7A}"/>
                </a:ext>
              </a:extLst>
            </p:cNvPr>
            <p:cNvSpPr/>
            <p:nvPr/>
          </p:nvSpPr>
          <p:spPr>
            <a:xfrm>
              <a:off x="4383856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2" name="직사각형 281">
              <a:extLst>
                <a:ext uri="{FF2B5EF4-FFF2-40B4-BE49-F238E27FC236}">
                  <a16:creationId xmlns:a16="http://schemas.microsoft.com/office/drawing/2014/main" id="{4AAA3755-F19F-46B3-93B8-2FD3D5F3E7A0}"/>
                </a:ext>
              </a:extLst>
            </p:cNvPr>
            <p:cNvSpPr/>
            <p:nvPr/>
          </p:nvSpPr>
          <p:spPr>
            <a:xfrm>
              <a:off x="3711001" y="1282642"/>
              <a:ext cx="243773" cy="15880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3" name="직사각형 282">
              <a:extLst>
                <a:ext uri="{FF2B5EF4-FFF2-40B4-BE49-F238E27FC236}">
                  <a16:creationId xmlns:a16="http://schemas.microsoft.com/office/drawing/2014/main" id="{84167A89-9ADF-4110-9402-77BED4B88C16}"/>
                </a:ext>
              </a:extLst>
            </p:cNvPr>
            <p:cNvSpPr/>
            <p:nvPr/>
          </p:nvSpPr>
          <p:spPr>
            <a:xfrm>
              <a:off x="4763074" y="1282642"/>
              <a:ext cx="91459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87" name="그룹 286">
            <a:extLst>
              <a:ext uri="{FF2B5EF4-FFF2-40B4-BE49-F238E27FC236}">
                <a16:creationId xmlns:a16="http://schemas.microsoft.com/office/drawing/2014/main" id="{786CF523-F37E-4A83-A239-76E7CB14187F}"/>
              </a:ext>
            </a:extLst>
          </p:cNvPr>
          <p:cNvGrpSpPr/>
          <p:nvPr/>
        </p:nvGrpSpPr>
        <p:grpSpPr>
          <a:xfrm>
            <a:off x="7193795" y="5639690"/>
            <a:ext cx="1098228" cy="306986"/>
            <a:chOff x="3722805" y="5514975"/>
            <a:chExt cx="1120862" cy="272038"/>
          </a:xfrm>
        </p:grpSpPr>
        <p:sp>
          <p:nvSpPr>
            <p:cNvPr id="288" name="직사각형 287">
              <a:extLst>
                <a:ext uri="{FF2B5EF4-FFF2-40B4-BE49-F238E27FC236}">
                  <a16:creationId xmlns:a16="http://schemas.microsoft.com/office/drawing/2014/main" id="{7B52ADC3-4498-4DE0-9D3D-F6FAC66B0B26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9" name="직사각형 288">
              <a:extLst>
                <a:ext uri="{FF2B5EF4-FFF2-40B4-BE49-F238E27FC236}">
                  <a16:creationId xmlns:a16="http://schemas.microsoft.com/office/drawing/2014/main" id="{837178B9-3ABF-4630-9B47-416D34775AFE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0" name="직사각형 289">
              <a:extLst>
                <a:ext uri="{FF2B5EF4-FFF2-40B4-BE49-F238E27FC236}">
                  <a16:creationId xmlns:a16="http://schemas.microsoft.com/office/drawing/2014/main" id="{5578155F-7576-44F1-B169-0953132A0309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1" name="직사각형 290">
              <a:extLst>
                <a:ext uri="{FF2B5EF4-FFF2-40B4-BE49-F238E27FC236}">
                  <a16:creationId xmlns:a16="http://schemas.microsoft.com/office/drawing/2014/main" id="{F19039C2-81AB-4641-A1FC-BB5C6792726C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2" name="직사각형 291">
              <a:extLst>
                <a:ext uri="{FF2B5EF4-FFF2-40B4-BE49-F238E27FC236}">
                  <a16:creationId xmlns:a16="http://schemas.microsoft.com/office/drawing/2014/main" id="{722D3128-4961-48F1-A4C4-FFF923608D8B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19" name="직사각형 318">
              <a:extLst>
                <a:ext uri="{FF2B5EF4-FFF2-40B4-BE49-F238E27FC236}">
                  <a16:creationId xmlns:a16="http://schemas.microsoft.com/office/drawing/2014/main" id="{519E77D6-4D82-474F-8AD3-59FCED9A051F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0" name="직사각형 319">
              <a:extLst>
                <a:ext uri="{FF2B5EF4-FFF2-40B4-BE49-F238E27FC236}">
                  <a16:creationId xmlns:a16="http://schemas.microsoft.com/office/drawing/2014/main" id="{75A96B55-830B-45B2-8F96-8401C29665F9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3" name="직사각형 322">
              <a:extLst>
                <a:ext uri="{FF2B5EF4-FFF2-40B4-BE49-F238E27FC236}">
                  <a16:creationId xmlns:a16="http://schemas.microsoft.com/office/drawing/2014/main" id="{DAEEA9F1-8F2E-4916-8F7F-AD87C3648305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4" name="직사각형 323">
              <a:extLst>
                <a:ext uri="{FF2B5EF4-FFF2-40B4-BE49-F238E27FC236}">
                  <a16:creationId xmlns:a16="http://schemas.microsoft.com/office/drawing/2014/main" id="{5DD562E3-B619-463F-8608-CF05AF81DE27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5" name="직사각형 324">
              <a:extLst>
                <a:ext uri="{FF2B5EF4-FFF2-40B4-BE49-F238E27FC236}">
                  <a16:creationId xmlns:a16="http://schemas.microsoft.com/office/drawing/2014/main" id="{ED10CB26-7184-487F-9F3E-DF34593C8438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6" name="직사각형 325">
              <a:extLst>
                <a:ext uri="{FF2B5EF4-FFF2-40B4-BE49-F238E27FC236}">
                  <a16:creationId xmlns:a16="http://schemas.microsoft.com/office/drawing/2014/main" id="{603E12D9-FD7F-4B6C-8B83-EC9A0434A3A8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7" name="직사각형 326">
              <a:extLst>
                <a:ext uri="{FF2B5EF4-FFF2-40B4-BE49-F238E27FC236}">
                  <a16:creationId xmlns:a16="http://schemas.microsoft.com/office/drawing/2014/main" id="{018BD20A-0D40-4536-914A-2E6643F66878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9" name="직사각형 328">
              <a:extLst>
                <a:ext uri="{FF2B5EF4-FFF2-40B4-BE49-F238E27FC236}">
                  <a16:creationId xmlns:a16="http://schemas.microsoft.com/office/drawing/2014/main" id="{960641C5-3FCF-49D0-B0BA-57A6BEE28A81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0" name="직사각형 329">
              <a:extLst>
                <a:ext uri="{FF2B5EF4-FFF2-40B4-BE49-F238E27FC236}">
                  <a16:creationId xmlns:a16="http://schemas.microsoft.com/office/drawing/2014/main" id="{E199F37F-C9FA-494B-A147-F03FBA935E0D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1" name="직사각형 330">
              <a:extLst>
                <a:ext uri="{FF2B5EF4-FFF2-40B4-BE49-F238E27FC236}">
                  <a16:creationId xmlns:a16="http://schemas.microsoft.com/office/drawing/2014/main" id="{4DE24687-8D1D-4F90-A059-2FF196AF23B6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332" name="그룹 331">
            <a:extLst>
              <a:ext uri="{FF2B5EF4-FFF2-40B4-BE49-F238E27FC236}">
                <a16:creationId xmlns:a16="http://schemas.microsoft.com/office/drawing/2014/main" id="{905916AB-7E5E-4D20-8C6C-FAD4605B079D}"/>
              </a:ext>
            </a:extLst>
          </p:cNvPr>
          <p:cNvGrpSpPr/>
          <p:nvPr/>
        </p:nvGrpSpPr>
        <p:grpSpPr>
          <a:xfrm>
            <a:off x="7193795" y="4433142"/>
            <a:ext cx="1098228" cy="306986"/>
            <a:chOff x="3722805" y="5514975"/>
            <a:chExt cx="1120862" cy="272038"/>
          </a:xfrm>
        </p:grpSpPr>
        <p:sp>
          <p:nvSpPr>
            <p:cNvPr id="333" name="직사각형 332">
              <a:extLst>
                <a:ext uri="{FF2B5EF4-FFF2-40B4-BE49-F238E27FC236}">
                  <a16:creationId xmlns:a16="http://schemas.microsoft.com/office/drawing/2014/main" id="{6EB65578-9F7B-4F3B-8841-11B326494A9D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4" name="직사각형 333">
              <a:extLst>
                <a:ext uri="{FF2B5EF4-FFF2-40B4-BE49-F238E27FC236}">
                  <a16:creationId xmlns:a16="http://schemas.microsoft.com/office/drawing/2014/main" id="{44A21D29-3B69-4712-8F5D-310FC65F6B47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5" name="직사각형 334">
              <a:extLst>
                <a:ext uri="{FF2B5EF4-FFF2-40B4-BE49-F238E27FC236}">
                  <a16:creationId xmlns:a16="http://schemas.microsoft.com/office/drawing/2014/main" id="{39C44EE7-7E2F-4F4C-A503-3FBDBEC07720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6" name="직사각형 335">
              <a:extLst>
                <a:ext uri="{FF2B5EF4-FFF2-40B4-BE49-F238E27FC236}">
                  <a16:creationId xmlns:a16="http://schemas.microsoft.com/office/drawing/2014/main" id="{14FF50ED-391D-455C-83D4-E32858100177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7" name="직사각형 336">
              <a:extLst>
                <a:ext uri="{FF2B5EF4-FFF2-40B4-BE49-F238E27FC236}">
                  <a16:creationId xmlns:a16="http://schemas.microsoft.com/office/drawing/2014/main" id="{B9B6345C-79AC-4B8E-884F-CA99D99EA5D3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8" name="직사각형 337">
              <a:extLst>
                <a:ext uri="{FF2B5EF4-FFF2-40B4-BE49-F238E27FC236}">
                  <a16:creationId xmlns:a16="http://schemas.microsoft.com/office/drawing/2014/main" id="{4C687EC6-0D35-440C-AE56-84D9AB8D90AB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39" name="직사각형 338">
              <a:extLst>
                <a:ext uri="{FF2B5EF4-FFF2-40B4-BE49-F238E27FC236}">
                  <a16:creationId xmlns:a16="http://schemas.microsoft.com/office/drawing/2014/main" id="{82EF2D6B-D30B-4AA4-A6C7-343BC1313C17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0" name="직사각형 339">
              <a:extLst>
                <a:ext uri="{FF2B5EF4-FFF2-40B4-BE49-F238E27FC236}">
                  <a16:creationId xmlns:a16="http://schemas.microsoft.com/office/drawing/2014/main" id="{66526FC2-4813-4904-B3B2-BB35CCDEE8FD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1" name="직사각형 340">
              <a:extLst>
                <a:ext uri="{FF2B5EF4-FFF2-40B4-BE49-F238E27FC236}">
                  <a16:creationId xmlns:a16="http://schemas.microsoft.com/office/drawing/2014/main" id="{4EFCAD9B-2317-444B-AC97-4D8D3D3AC18D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2" name="직사각형 341">
              <a:extLst>
                <a:ext uri="{FF2B5EF4-FFF2-40B4-BE49-F238E27FC236}">
                  <a16:creationId xmlns:a16="http://schemas.microsoft.com/office/drawing/2014/main" id="{A58E0FA4-BC14-422A-B0D5-ACD5F77D2824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3" name="직사각형 342">
              <a:extLst>
                <a:ext uri="{FF2B5EF4-FFF2-40B4-BE49-F238E27FC236}">
                  <a16:creationId xmlns:a16="http://schemas.microsoft.com/office/drawing/2014/main" id="{F1B8AA01-C327-4040-890E-F481DD9FEC5F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4" name="직사각형 343">
              <a:extLst>
                <a:ext uri="{FF2B5EF4-FFF2-40B4-BE49-F238E27FC236}">
                  <a16:creationId xmlns:a16="http://schemas.microsoft.com/office/drawing/2014/main" id="{EDD9D8D8-D5E1-49FA-A37E-5827887B8F50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5" name="직사각형 344">
              <a:extLst>
                <a:ext uri="{FF2B5EF4-FFF2-40B4-BE49-F238E27FC236}">
                  <a16:creationId xmlns:a16="http://schemas.microsoft.com/office/drawing/2014/main" id="{0DB4C274-95C7-45DF-A67A-6901201D3AE7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6" name="직사각형 345">
              <a:extLst>
                <a:ext uri="{FF2B5EF4-FFF2-40B4-BE49-F238E27FC236}">
                  <a16:creationId xmlns:a16="http://schemas.microsoft.com/office/drawing/2014/main" id="{EC3B3CDF-C68B-4957-8D83-AE21C58F0A1B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7" name="직사각형 346">
              <a:extLst>
                <a:ext uri="{FF2B5EF4-FFF2-40B4-BE49-F238E27FC236}">
                  <a16:creationId xmlns:a16="http://schemas.microsoft.com/office/drawing/2014/main" id="{FD54E07A-9B84-44DB-A872-1BB710FCE264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348" name="그룹 347">
            <a:extLst>
              <a:ext uri="{FF2B5EF4-FFF2-40B4-BE49-F238E27FC236}">
                <a16:creationId xmlns:a16="http://schemas.microsoft.com/office/drawing/2014/main" id="{05B46CCC-0A85-48CE-B3DF-E31E6CA20FEE}"/>
              </a:ext>
            </a:extLst>
          </p:cNvPr>
          <p:cNvGrpSpPr/>
          <p:nvPr/>
        </p:nvGrpSpPr>
        <p:grpSpPr>
          <a:xfrm>
            <a:off x="7193795" y="4803852"/>
            <a:ext cx="1098228" cy="306986"/>
            <a:chOff x="3722805" y="5514975"/>
            <a:chExt cx="1120862" cy="272038"/>
          </a:xfrm>
        </p:grpSpPr>
        <p:sp>
          <p:nvSpPr>
            <p:cNvPr id="349" name="직사각형 348">
              <a:extLst>
                <a:ext uri="{FF2B5EF4-FFF2-40B4-BE49-F238E27FC236}">
                  <a16:creationId xmlns:a16="http://schemas.microsoft.com/office/drawing/2014/main" id="{294A9AFF-9451-4F82-A40F-394C21429AB5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0" name="직사각형 349">
              <a:extLst>
                <a:ext uri="{FF2B5EF4-FFF2-40B4-BE49-F238E27FC236}">
                  <a16:creationId xmlns:a16="http://schemas.microsoft.com/office/drawing/2014/main" id="{01392D01-FEBA-4136-9E79-5976B46033D0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3" name="직사각형 372">
              <a:extLst>
                <a:ext uri="{FF2B5EF4-FFF2-40B4-BE49-F238E27FC236}">
                  <a16:creationId xmlns:a16="http://schemas.microsoft.com/office/drawing/2014/main" id="{3C80D9E2-CF67-4A64-9C4E-AE441CDF741C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4" name="직사각형 373">
              <a:extLst>
                <a:ext uri="{FF2B5EF4-FFF2-40B4-BE49-F238E27FC236}">
                  <a16:creationId xmlns:a16="http://schemas.microsoft.com/office/drawing/2014/main" id="{49606AC5-E5C7-4EBF-9A07-9C6438F53280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5" name="직사각형 374">
              <a:extLst>
                <a:ext uri="{FF2B5EF4-FFF2-40B4-BE49-F238E27FC236}">
                  <a16:creationId xmlns:a16="http://schemas.microsoft.com/office/drawing/2014/main" id="{383249F1-C1B0-49EF-831F-26B6F65445D8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6" name="직사각형 375">
              <a:extLst>
                <a:ext uri="{FF2B5EF4-FFF2-40B4-BE49-F238E27FC236}">
                  <a16:creationId xmlns:a16="http://schemas.microsoft.com/office/drawing/2014/main" id="{074887F9-4CF2-44C3-8BD4-5323175C6D27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7" name="직사각형 376">
              <a:extLst>
                <a:ext uri="{FF2B5EF4-FFF2-40B4-BE49-F238E27FC236}">
                  <a16:creationId xmlns:a16="http://schemas.microsoft.com/office/drawing/2014/main" id="{88D55855-28D6-450A-A003-9595E4785B34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8" name="직사각형 377">
              <a:extLst>
                <a:ext uri="{FF2B5EF4-FFF2-40B4-BE49-F238E27FC236}">
                  <a16:creationId xmlns:a16="http://schemas.microsoft.com/office/drawing/2014/main" id="{A8D2F1A0-85E1-4362-930E-558898EFB09A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79" name="직사각형 378">
              <a:extLst>
                <a:ext uri="{FF2B5EF4-FFF2-40B4-BE49-F238E27FC236}">
                  <a16:creationId xmlns:a16="http://schemas.microsoft.com/office/drawing/2014/main" id="{BC30131C-0CE8-474B-A01E-573C6E134C57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0" name="직사각형 379">
              <a:extLst>
                <a:ext uri="{FF2B5EF4-FFF2-40B4-BE49-F238E27FC236}">
                  <a16:creationId xmlns:a16="http://schemas.microsoft.com/office/drawing/2014/main" id="{B284B192-438B-4233-8CD2-2BB09A4FD3AC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2" name="직사각형 381">
              <a:extLst>
                <a:ext uri="{FF2B5EF4-FFF2-40B4-BE49-F238E27FC236}">
                  <a16:creationId xmlns:a16="http://schemas.microsoft.com/office/drawing/2014/main" id="{1BF9639A-FD7B-4A1D-A30F-6EF3A0992391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4" name="직사각형 383">
              <a:extLst>
                <a:ext uri="{FF2B5EF4-FFF2-40B4-BE49-F238E27FC236}">
                  <a16:creationId xmlns:a16="http://schemas.microsoft.com/office/drawing/2014/main" id="{1978D68E-28E1-466A-B2D3-BDE9B033DB8E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5" name="직사각형 384">
              <a:extLst>
                <a:ext uri="{FF2B5EF4-FFF2-40B4-BE49-F238E27FC236}">
                  <a16:creationId xmlns:a16="http://schemas.microsoft.com/office/drawing/2014/main" id="{E701B12E-18AA-45D1-BB94-B6C0773257FA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7" name="직사각형 386">
              <a:extLst>
                <a:ext uri="{FF2B5EF4-FFF2-40B4-BE49-F238E27FC236}">
                  <a16:creationId xmlns:a16="http://schemas.microsoft.com/office/drawing/2014/main" id="{B768285F-B302-4C58-808F-4A2C1F67AE41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89" name="직사각형 388">
              <a:extLst>
                <a:ext uri="{FF2B5EF4-FFF2-40B4-BE49-F238E27FC236}">
                  <a16:creationId xmlns:a16="http://schemas.microsoft.com/office/drawing/2014/main" id="{909373A3-D947-4C12-89C4-07637EE9D480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390" name="그룹 389">
            <a:extLst>
              <a:ext uri="{FF2B5EF4-FFF2-40B4-BE49-F238E27FC236}">
                <a16:creationId xmlns:a16="http://schemas.microsoft.com/office/drawing/2014/main" id="{DA7A600D-6343-4850-B18E-84CD3A393529}"/>
              </a:ext>
            </a:extLst>
          </p:cNvPr>
          <p:cNvGrpSpPr/>
          <p:nvPr/>
        </p:nvGrpSpPr>
        <p:grpSpPr>
          <a:xfrm>
            <a:off x="7193795" y="5174561"/>
            <a:ext cx="1098228" cy="306986"/>
            <a:chOff x="3722805" y="5514975"/>
            <a:chExt cx="1120862" cy="272038"/>
          </a:xfrm>
        </p:grpSpPr>
        <p:sp>
          <p:nvSpPr>
            <p:cNvPr id="391" name="직사각형 390">
              <a:extLst>
                <a:ext uri="{FF2B5EF4-FFF2-40B4-BE49-F238E27FC236}">
                  <a16:creationId xmlns:a16="http://schemas.microsoft.com/office/drawing/2014/main" id="{4468D8B3-2A55-463A-9322-AE1CB2BDB44E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2" name="직사각형 391">
              <a:extLst>
                <a:ext uri="{FF2B5EF4-FFF2-40B4-BE49-F238E27FC236}">
                  <a16:creationId xmlns:a16="http://schemas.microsoft.com/office/drawing/2014/main" id="{367549C2-E1DB-4058-9523-DD5663B45A0A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3" name="직사각형 392">
              <a:extLst>
                <a:ext uri="{FF2B5EF4-FFF2-40B4-BE49-F238E27FC236}">
                  <a16:creationId xmlns:a16="http://schemas.microsoft.com/office/drawing/2014/main" id="{2AEEFB3B-E3A4-4DA7-AAC8-4FBC3C207770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94" name="직사각형 393">
              <a:extLst>
                <a:ext uri="{FF2B5EF4-FFF2-40B4-BE49-F238E27FC236}">
                  <a16:creationId xmlns:a16="http://schemas.microsoft.com/office/drawing/2014/main" id="{0C371914-CE22-4D37-8326-FDCB341E1D1B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2" name="직사각형 401">
              <a:extLst>
                <a:ext uri="{FF2B5EF4-FFF2-40B4-BE49-F238E27FC236}">
                  <a16:creationId xmlns:a16="http://schemas.microsoft.com/office/drawing/2014/main" id="{934F61F1-1E39-471A-9AB9-01850ABE4336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3" name="직사각형 402">
              <a:extLst>
                <a:ext uri="{FF2B5EF4-FFF2-40B4-BE49-F238E27FC236}">
                  <a16:creationId xmlns:a16="http://schemas.microsoft.com/office/drawing/2014/main" id="{6DD2D412-D4B4-4444-BF32-B294B102883A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4" name="직사각형 403">
              <a:extLst>
                <a:ext uri="{FF2B5EF4-FFF2-40B4-BE49-F238E27FC236}">
                  <a16:creationId xmlns:a16="http://schemas.microsoft.com/office/drawing/2014/main" id="{4E9932C7-607A-489A-90C2-45A9D6963D1F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5" name="직사각형 404">
              <a:extLst>
                <a:ext uri="{FF2B5EF4-FFF2-40B4-BE49-F238E27FC236}">
                  <a16:creationId xmlns:a16="http://schemas.microsoft.com/office/drawing/2014/main" id="{49DC9358-190A-461C-A37E-BD4DA3AD9D3D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6" name="직사각형 405">
              <a:extLst>
                <a:ext uri="{FF2B5EF4-FFF2-40B4-BE49-F238E27FC236}">
                  <a16:creationId xmlns:a16="http://schemas.microsoft.com/office/drawing/2014/main" id="{08BB5597-D773-476A-B557-FABC6E15F2F6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7" name="직사각형 406">
              <a:extLst>
                <a:ext uri="{FF2B5EF4-FFF2-40B4-BE49-F238E27FC236}">
                  <a16:creationId xmlns:a16="http://schemas.microsoft.com/office/drawing/2014/main" id="{8C7A56FB-576F-4B7B-A769-07FE957AF645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8" name="직사각형 407">
              <a:extLst>
                <a:ext uri="{FF2B5EF4-FFF2-40B4-BE49-F238E27FC236}">
                  <a16:creationId xmlns:a16="http://schemas.microsoft.com/office/drawing/2014/main" id="{B1C4EFBF-1C08-4625-AC75-0F39315C0BD7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09" name="직사각형 408">
              <a:extLst>
                <a:ext uri="{FF2B5EF4-FFF2-40B4-BE49-F238E27FC236}">
                  <a16:creationId xmlns:a16="http://schemas.microsoft.com/office/drawing/2014/main" id="{CF562C3E-6CA5-4B89-8C75-FC170BD2DFB5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0" name="직사각형 409">
              <a:extLst>
                <a:ext uri="{FF2B5EF4-FFF2-40B4-BE49-F238E27FC236}">
                  <a16:creationId xmlns:a16="http://schemas.microsoft.com/office/drawing/2014/main" id="{06CD1BA2-02BA-4EF1-9CD7-16C02CB3AE3D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1" name="직사각형 410">
              <a:extLst>
                <a:ext uri="{FF2B5EF4-FFF2-40B4-BE49-F238E27FC236}">
                  <a16:creationId xmlns:a16="http://schemas.microsoft.com/office/drawing/2014/main" id="{753DE253-0ADD-4105-AEBE-749D1024234C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12" name="직사각형 411">
              <a:extLst>
                <a:ext uri="{FF2B5EF4-FFF2-40B4-BE49-F238E27FC236}">
                  <a16:creationId xmlns:a16="http://schemas.microsoft.com/office/drawing/2014/main" id="{C57DDDDF-1089-4C96-97FD-A664E0D7BF91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413" name="직사각형 412">
            <a:extLst>
              <a:ext uri="{FF2B5EF4-FFF2-40B4-BE49-F238E27FC236}">
                <a16:creationId xmlns:a16="http://schemas.microsoft.com/office/drawing/2014/main" id="{0669BBB3-995C-4132-B1DF-5E353160DA50}"/>
              </a:ext>
            </a:extLst>
          </p:cNvPr>
          <p:cNvSpPr/>
          <p:nvPr/>
        </p:nvSpPr>
        <p:spPr>
          <a:xfrm>
            <a:off x="7150166" y="4203832"/>
            <a:ext cx="1185487" cy="2107531"/>
          </a:xfrm>
          <a:prstGeom prst="rect">
            <a:avLst/>
          </a:prstGeom>
          <a:solidFill>
            <a:schemeClr val="tx1">
              <a:alpha val="5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4" name="직사각형 413">
            <a:extLst>
              <a:ext uri="{FF2B5EF4-FFF2-40B4-BE49-F238E27FC236}">
                <a16:creationId xmlns:a16="http://schemas.microsoft.com/office/drawing/2014/main" id="{FD6ADFA7-A2D2-4FD9-A086-8935A2A5F8AE}"/>
              </a:ext>
            </a:extLst>
          </p:cNvPr>
          <p:cNvSpPr/>
          <p:nvPr/>
        </p:nvSpPr>
        <p:spPr>
          <a:xfrm>
            <a:off x="7195514" y="5052950"/>
            <a:ext cx="1094790" cy="3991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0" name="직사각형 419">
            <a:extLst>
              <a:ext uri="{FF2B5EF4-FFF2-40B4-BE49-F238E27FC236}">
                <a16:creationId xmlns:a16="http://schemas.microsoft.com/office/drawing/2014/main" id="{3EA4829F-0914-494B-8F1D-0130632799CB}"/>
              </a:ext>
            </a:extLst>
          </p:cNvPr>
          <p:cNvSpPr/>
          <p:nvPr/>
        </p:nvSpPr>
        <p:spPr>
          <a:xfrm>
            <a:off x="7246253" y="5105361"/>
            <a:ext cx="167010" cy="2740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1" name="직사각형 420">
            <a:extLst>
              <a:ext uri="{FF2B5EF4-FFF2-40B4-BE49-F238E27FC236}">
                <a16:creationId xmlns:a16="http://schemas.microsoft.com/office/drawing/2014/main" id="{DCED71AB-E35D-42FC-B31C-6728596AF21D}"/>
              </a:ext>
            </a:extLst>
          </p:cNvPr>
          <p:cNvSpPr/>
          <p:nvPr/>
        </p:nvSpPr>
        <p:spPr>
          <a:xfrm>
            <a:off x="7449576" y="5105361"/>
            <a:ext cx="167010" cy="2740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2" name="직사각형 421">
            <a:extLst>
              <a:ext uri="{FF2B5EF4-FFF2-40B4-BE49-F238E27FC236}">
                <a16:creationId xmlns:a16="http://schemas.microsoft.com/office/drawing/2014/main" id="{7B67E6D8-E1C4-4052-8BB8-63AF66DC16A7}"/>
              </a:ext>
            </a:extLst>
          </p:cNvPr>
          <p:cNvSpPr/>
          <p:nvPr/>
        </p:nvSpPr>
        <p:spPr>
          <a:xfrm>
            <a:off x="7652900" y="5105361"/>
            <a:ext cx="167010" cy="2740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3" name="직사각형 422">
            <a:extLst>
              <a:ext uri="{FF2B5EF4-FFF2-40B4-BE49-F238E27FC236}">
                <a16:creationId xmlns:a16="http://schemas.microsoft.com/office/drawing/2014/main" id="{6FA2B516-D45E-4D83-85EA-3BDDDE60EDB8}"/>
              </a:ext>
            </a:extLst>
          </p:cNvPr>
          <p:cNvSpPr/>
          <p:nvPr/>
        </p:nvSpPr>
        <p:spPr>
          <a:xfrm>
            <a:off x="7856223" y="5105361"/>
            <a:ext cx="167010" cy="2740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4" name="직사각형 423">
            <a:extLst>
              <a:ext uri="{FF2B5EF4-FFF2-40B4-BE49-F238E27FC236}">
                <a16:creationId xmlns:a16="http://schemas.microsoft.com/office/drawing/2014/main" id="{73809741-2B46-4AB2-98D2-EF5518010864}"/>
              </a:ext>
            </a:extLst>
          </p:cNvPr>
          <p:cNvSpPr/>
          <p:nvPr/>
        </p:nvSpPr>
        <p:spPr>
          <a:xfrm>
            <a:off x="8059546" y="5105361"/>
            <a:ext cx="167010" cy="2740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5" name="직사각형 424">
            <a:extLst>
              <a:ext uri="{FF2B5EF4-FFF2-40B4-BE49-F238E27FC236}">
                <a16:creationId xmlns:a16="http://schemas.microsoft.com/office/drawing/2014/main" id="{6824F01B-3A5F-43DB-8929-D04D1B06DACD}"/>
              </a:ext>
            </a:extLst>
          </p:cNvPr>
          <p:cNvSpPr/>
          <p:nvPr/>
        </p:nvSpPr>
        <p:spPr>
          <a:xfrm>
            <a:off x="7246253" y="5333330"/>
            <a:ext cx="167010" cy="4605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6" name="직사각형 425">
            <a:extLst>
              <a:ext uri="{FF2B5EF4-FFF2-40B4-BE49-F238E27FC236}">
                <a16:creationId xmlns:a16="http://schemas.microsoft.com/office/drawing/2014/main" id="{4F040829-52D7-4C75-B3B4-934C12F17877}"/>
              </a:ext>
            </a:extLst>
          </p:cNvPr>
          <p:cNvSpPr/>
          <p:nvPr/>
        </p:nvSpPr>
        <p:spPr>
          <a:xfrm>
            <a:off x="7449576" y="5333330"/>
            <a:ext cx="167010" cy="4605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7" name="직사각형 426">
            <a:extLst>
              <a:ext uri="{FF2B5EF4-FFF2-40B4-BE49-F238E27FC236}">
                <a16:creationId xmlns:a16="http://schemas.microsoft.com/office/drawing/2014/main" id="{10A18823-DE45-499F-BC51-51E986779FEF}"/>
              </a:ext>
            </a:extLst>
          </p:cNvPr>
          <p:cNvSpPr/>
          <p:nvPr/>
        </p:nvSpPr>
        <p:spPr>
          <a:xfrm>
            <a:off x="7652900" y="5333330"/>
            <a:ext cx="167010" cy="4605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8" name="직사각형 427">
            <a:extLst>
              <a:ext uri="{FF2B5EF4-FFF2-40B4-BE49-F238E27FC236}">
                <a16:creationId xmlns:a16="http://schemas.microsoft.com/office/drawing/2014/main" id="{9ADC6741-3375-4BEA-968B-F070A149FC76}"/>
              </a:ext>
            </a:extLst>
          </p:cNvPr>
          <p:cNvSpPr/>
          <p:nvPr/>
        </p:nvSpPr>
        <p:spPr>
          <a:xfrm>
            <a:off x="7856223" y="5333330"/>
            <a:ext cx="167010" cy="4605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9" name="직사각형 428">
            <a:extLst>
              <a:ext uri="{FF2B5EF4-FFF2-40B4-BE49-F238E27FC236}">
                <a16:creationId xmlns:a16="http://schemas.microsoft.com/office/drawing/2014/main" id="{7576781F-EB90-459E-937C-6A6151D51B3B}"/>
              </a:ext>
            </a:extLst>
          </p:cNvPr>
          <p:cNvSpPr/>
          <p:nvPr/>
        </p:nvSpPr>
        <p:spPr>
          <a:xfrm>
            <a:off x="8059546" y="5333330"/>
            <a:ext cx="167010" cy="4605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0" name="직사각형 429">
            <a:extLst>
              <a:ext uri="{FF2B5EF4-FFF2-40B4-BE49-F238E27FC236}">
                <a16:creationId xmlns:a16="http://schemas.microsoft.com/office/drawing/2014/main" id="{CA2EF518-666E-4A99-B607-73FF940C1938}"/>
              </a:ext>
            </a:extLst>
          </p:cNvPr>
          <p:cNvSpPr/>
          <p:nvPr/>
        </p:nvSpPr>
        <p:spPr>
          <a:xfrm>
            <a:off x="7246253" y="5333330"/>
            <a:ext cx="108573" cy="46053"/>
          </a:xfrm>
          <a:prstGeom prst="rect">
            <a:avLst/>
          </a:prstGeom>
          <a:solidFill>
            <a:srgbClr val="00D2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1" name="직사각형 430">
            <a:extLst>
              <a:ext uri="{FF2B5EF4-FFF2-40B4-BE49-F238E27FC236}">
                <a16:creationId xmlns:a16="http://schemas.microsoft.com/office/drawing/2014/main" id="{5BEFD7B6-CE30-41F3-86D1-41366B5C5515}"/>
              </a:ext>
            </a:extLst>
          </p:cNvPr>
          <p:cNvSpPr/>
          <p:nvPr/>
        </p:nvSpPr>
        <p:spPr>
          <a:xfrm>
            <a:off x="7449576" y="5333330"/>
            <a:ext cx="108573" cy="46053"/>
          </a:xfrm>
          <a:prstGeom prst="rect">
            <a:avLst/>
          </a:prstGeom>
          <a:solidFill>
            <a:srgbClr val="00D2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2" name="직사각형 431">
            <a:extLst>
              <a:ext uri="{FF2B5EF4-FFF2-40B4-BE49-F238E27FC236}">
                <a16:creationId xmlns:a16="http://schemas.microsoft.com/office/drawing/2014/main" id="{46D902D9-F87B-4AFE-9CBB-8E432128A4E9}"/>
              </a:ext>
            </a:extLst>
          </p:cNvPr>
          <p:cNvSpPr/>
          <p:nvPr/>
        </p:nvSpPr>
        <p:spPr>
          <a:xfrm>
            <a:off x="7652900" y="5333330"/>
            <a:ext cx="108573" cy="46053"/>
          </a:xfrm>
          <a:prstGeom prst="rect">
            <a:avLst/>
          </a:prstGeom>
          <a:solidFill>
            <a:srgbClr val="00D2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3" name="직사각형 432">
            <a:extLst>
              <a:ext uri="{FF2B5EF4-FFF2-40B4-BE49-F238E27FC236}">
                <a16:creationId xmlns:a16="http://schemas.microsoft.com/office/drawing/2014/main" id="{03445591-C0A2-4043-99D0-D127ADB50572}"/>
              </a:ext>
            </a:extLst>
          </p:cNvPr>
          <p:cNvSpPr/>
          <p:nvPr/>
        </p:nvSpPr>
        <p:spPr>
          <a:xfrm>
            <a:off x="7856223" y="5333330"/>
            <a:ext cx="108573" cy="46053"/>
          </a:xfrm>
          <a:prstGeom prst="rect">
            <a:avLst/>
          </a:prstGeom>
          <a:solidFill>
            <a:srgbClr val="00D2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41" name="직사각형 440">
            <a:extLst>
              <a:ext uri="{FF2B5EF4-FFF2-40B4-BE49-F238E27FC236}">
                <a16:creationId xmlns:a16="http://schemas.microsoft.com/office/drawing/2014/main" id="{8750E76A-98C4-4C4C-A9A2-9D4EC6A0AD00}"/>
              </a:ext>
            </a:extLst>
          </p:cNvPr>
          <p:cNvSpPr/>
          <p:nvPr/>
        </p:nvSpPr>
        <p:spPr>
          <a:xfrm>
            <a:off x="8059546" y="5333330"/>
            <a:ext cx="108573" cy="46053"/>
          </a:xfrm>
          <a:prstGeom prst="rect">
            <a:avLst/>
          </a:prstGeom>
          <a:solidFill>
            <a:srgbClr val="00D2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42" name="직사각형 441">
            <a:extLst>
              <a:ext uri="{FF2B5EF4-FFF2-40B4-BE49-F238E27FC236}">
                <a16:creationId xmlns:a16="http://schemas.microsoft.com/office/drawing/2014/main" id="{92D1E749-B047-459C-88EE-2CB4511CF631}"/>
              </a:ext>
            </a:extLst>
          </p:cNvPr>
          <p:cNvSpPr/>
          <p:nvPr/>
        </p:nvSpPr>
        <p:spPr>
          <a:xfrm>
            <a:off x="9149348" y="4203832"/>
            <a:ext cx="1185487" cy="21075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b="1" dirty="0">
              <a:solidFill>
                <a:schemeClr val="tx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43" name="TextBox 442">
            <a:extLst>
              <a:ext uri="{FF2B5EF4-FFF2-40B4-BE49-F238E27FC236}">
                <a16:creationId xmlns:a16="http://schemas.microsoft.com/office/drawing/2014/main" id="{90AD5372-CC6A-4FEC-897A-F438191ADFCD}"/>
              </a:ext>
            </a:extLst>
          </p:cNvPr>
          <p:cNvSpPr txBox="1"/>
          <p:nvPr/>
        </p:nvSpPr>
        <p:spPr>
          <a:xfrm>
            <a:off x="9265039" y="6355193"/>
            <a:ext cx="9541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교체 완료</a:t>
            </a:r>
          </a:p>
        </p:txBody>
      </p:sp>
      <p:grpSp>
        <p:nvGrpSpPr>
          <p:cNvPr id="444" name="그룹 443">
            <a:extLst>
              <a:ext uri="{FF2B5EF4-FFF2-40B4-BE49-F238E27FC236}">
                <a16:creationId xmlns:a16="http://schemas.microsoft.com/office/drawing/2014/main" id="{A5FB9FF5-9A0A-4E34-A0C4-B112D34253FD}"/>
              </a:ext>
            </a:extLst>
          </p:cNvPr>
          <p:cNvGrpSpPr/>
          <p:nvPr/>
        </p:nvGrpSpPr>
        <p:grpSpPr>
          <a:xfrm>
            <a:off x="9175585" y="6063762"/>
            <a:ext cx="1117208" cy="203262"/>
            <a:chOff x="3716730" y="3118584"/>
            <a:chExt cx="1021885" cy="185919"/>
          </a:xfrm>
        </p:grpSpPr>
        <p:sp>
          <p:nvSpPr>
            <p:cNvPr id="445" name="직사각형 444">
              <a:extLst>
                <a:ext uri="{FF2B5EF4-FFF2-40B4-BE49-F238E27FC236}">
                  <a16:creationId xmlns:a16="http://schemas.microsoft.com/office/drawing/2014/main" id="{D2A05F17-3110-40F3-B1F0-54519D83DAC1}"/>
                </a:ext>
              </a:extLst>
            </p:cNvPr>
            <p:cNvSpPr/>
            <p:nvPr/>
          </p:nvSpPr>
          <p:spPr>
            <a:xfrm>
              <a:off x="3716730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6" name="직사각형 445">
              <a:extLst>
                <a:ext uri="{FF2B5EF4-FFF2-40B4-BE49-F238E27FC236}">
                  <a16:creationId xmlns:a16="http://schemas.microsoft.com/office/drawing/2014/main" id="{96DAEFCA-1864-4D42-BAF2-93AFC9ADC04F}"/>
                </a:ext>
              </a:extLst>
            </p:cNvPr>
            <p:cNvSpPr/>
            <p:nvPr/>
          </p:nvSpPr>
          <p:spPr>
            <a:xfrm>
              <a:off x="4072127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7" name="직사각형 446">
              <a:extLst>
                <a:ext uri="{FF2B5EF4-FFF2-40B4-BE49-F238E27FC236}">
                  <a16:creationId xmlns:a16="http://schemas.microsoft.com/office/drawing/2014/main" id="{C00E603B-FA9C-4DD2-B07F-15312303E2DF}"/>
                </a:ext>
              </a:extLst>
            </p:cNvPr>
            <p:cNvSpPr/>
            <p:nvPr/>
          </p:nvSpPr>
          <p:spPr>
            <a:xfrm>
              <a:off x="4431986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453" name="그룹 452">
            <a:extLst>
              <a:ext uri="{FF2B5EF4-FFF2-40B4-BE49-F238E27FC236}">
                <a16:creationId xmlns:a16="http://schemas.microsoft.com/office/drawing/2014/main" id="{A6B35CDA-F369-4357-A47E-D517EC36F569}"/>
              </a:ext>
            </a:extLst>
          </p:cNvPr>
          <p:cNvGrpSpPr/>
          <p:nvPr/>
        </p:nvGrpSpPr>
        <p:grpSpPr>
          <a:xfrm>
            <a:off x="9192977" y="5639690"/>
            <a:ext cx="1098228" cy="306986"/>
            <a:chOff x="3722805" y="5514975"/>
            <a:chExt cx="1120862" cy="272038"/>
          </a:xfrm>
        </p:grpSpPr>
        <p:sp>
          <p:nvSpPr>
            <p:cNvPr id="454" name="직사각형 453">
              <a:extLst>
                <a:ext uri="{FF2B5EF4-FFF2-40B4-BE49-F238E27FC236}">
                  <a16:creationId xmlns:a16="http://schemas.microsoft.com/office/drawing/2014/main" id="{93E9C092-CFDA-4AEC-81DA-96717080CE35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5" name="직사각형 454">
              <a:extLst>
                <a:ext uri="{FF2B5EF4-FFF2-40B4-BE49-F238E27FC236}">
                  <a16:creationId xmlns:a16="http://schemas.microsoft.com/office/drawing/2014/main" id="{9EA62DC1-39F4-469E-BE00-7304A3B2D16D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6" name="직사각형 455">
              <a:extLst>
                <a:ext uri="{FF2B5EF4-FFF2-40B4-BE49-F238E27FC236}">
                  <a16:creationId xmlns:a16="http://schemas.microsoft.com/office/drawing/2014/main" id="{3F41E95C-67FD-43AF-BC7A-B0E349F9C32F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7" name="직사각형 456">
              <a:extLst>
                <a:ext uri="{FF2B5EF4-FFF2-40B4-BE49-F238E27FC236}">
                  <a16:creationId xmlns:a16="http://schemas.microsoft.com/office/drawing/2014/main" id="{21E891A7-61EE-4881-A663-D4770B6B7CE4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8" name="직사각형 457">
              <a:extLst>
                <a:ext uri="{FF2B5EF4-FFF2-40B4-BE49-F238E27FC236}">
                  <a16:creationId xmlns:a16="http://schemas.microsoft.com/office/drawing/2014/main" id="{E2595BFA-56A9-4160-94A1-99116C1EFC0B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8" name="직사각형 467">
              <a:extLst>
                <a:ext uri="{FF2B5EF4-FFF2-40B4-BE49-F238E27FC236}">
                  <a16:creationId xmlns:a16="http://schemas.microsoft.com/office/drawing/2014/main" id="{6214A4E1-36AF-4C8C-B904-147B02EFC188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9" name="직사각형 468">
              <a:extLst>
                <a:ext uri="{FF2B5EF4-FFF2-40B4-BE49-F238E27FC236}">
                  <a16:creationId xmlns:a16="http://schemas.microsoft.com/office/drawing/2014/main" id="{C6301E5E-113D-404D-81FE-EFBF0DF914FC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0" name="직사각형 469">
              <a:extLst>
                <a:ext uri="{FF2B5EF4-FFF2-40B4-BE49-F238E27FC236}">
                  <a16:creationId xmlns:a16="http://schemas.microsoft.com/office/drawing/2014/main" id="{B842800A-0044-42E2-85B2-94A281373C8F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1" name="직사각형 470">
              <a:extLst>
                <a:ext uri="{FF2B5EF4-FFF2-40B4-BE49-F238E27FC236}">
                  <a16:creationId xmlns:a16="http://schemas.microsoft.com/office/drawing/2014/main" id="{512777FE-CF67-49E4-A186-E0C3200AF12F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2" name="직사각형 471">
              <a:extLst>
                <a:ext uri="{FF2B5EF4-FFF2-40B4-BE49-F238E27FC236}">
                  <a16:creationId xmlns:a16="http://schemas.microsoft.com/office/drawing/2014/main" id="{92A68FE3-B40E-43FD-B35E-FCA728C21BB5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3" name="직사각형 472">
              <a:extLst>
                <a:ext uri="{FF2B5EF4-FFF2-40B4-BE49-F238E27FC236}">
                  <a16:creationId xmlns:a16="http://schemas.microsoft.com/office/drawing/2014/main" id="{6E18C455-9B1A-4786-9993-2AE72B6B5649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4" name="직사각형 473">
              <a:extLst>
                <a:ext uri="{FF2B5EF4-FFF2-40B4-BE49-F238E27FC236}">
                  <a16:creationId xmlns:a16="http://schemas.microsoft.com/office/drawing/2014/main" id="{77FB12A0-BFDE-4BB0-BFEA-C37793393992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76" name="직사각형 475">
              <a:extLst>
                <a:ext uri="{FF2B5EF4-FFF2-40B4-BE49-F238E27FC236}">
                  <a16:creationId xmlns:a16="http://schemas.microsoft.com/office/drawing/2014/main" id="{6E5C88FB-FE61-49EB-A39B-D2EFDB52601B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7" name="직사각형 506">
              <a:extLst>
                <a:ext uri="{FF2B5EF4-FFF2-40B4-BE49-F238E27FC236}">
                  <a16:creationId xmlns:a16="http://schemas.microsoft.com/office/drawing/2014/main" id="{3D7B94B6-B643-48D5-878C-22A174F206CA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08" name="직사각형 507">
              <a:extLst>
                <a:ext uri="{FF2B5EF4-FFF2-40B4-BE49-F238E27FC236}">
                  <a16:creationId xmlns:a16="http://schemas.microsoft.com/office/drawing/2014/main" id="{BD7FB6D8-AE78-46FB-A46A-20F0C5EA75D9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509" name="그룹 508">
            <a:extLst>
              <a:ext uri="{FF2B5EF4-FFF2-40B4-BE49-F238E27FC236}">
                <a16:creationId xmlns:a16="http://schemas.microsoft.com/office/drawing/2014/main" id="{500817A6-0039-4C7F-A6DC-A60AD2EA6607}"/>
              </a:ext>
            </a:extLst>
          </p:cNvPr>
          <p:cNvGrpSpPr/>
          <p:nvPr/>
        </p:nvGrpSpPr>
        <p:grpSpPr>
          <a:xfrm>
            <a:off x="9192977" y="4433142"/>
            <a:ext cx="1098228" cy="306986"/>
            <a:chOff x="3722805" y="5514975"/>
            <a:chExt cx="1120862" cy="272038"/>
          </a:xfrm>
        </p:grpSpPr>
        <p:sp>
          <p:nvSpPr>
            <p:cNvPr id="510" name="직사각형 509">
              <a:extLst>
                <a:ext uri="{FF2B5EF4-FFF2-40B4-BE49-F238E27FC236}">
                  <a16:creationId xmlns:a16="http://schemas.microsoft.com/office/drawing/2014/main" id="{9D1E4477-400B-4091-8FC6-2FB0EB65BE72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1" name="직사각형 510">
              <a:extLst>
                <a:ext uri="{FF2B5EF4-FFF2-40B4-BE49-F238E27FC236}">
                  <a16:creationId xmlns:a16="http://schemas.microsoft.com/office/drawing/2014/main" id="{06AB1A42-5DD0-4C5E-AFFA-009082AE4E4E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2" name="직사각형 511">
              <a:extLst>
                <a:ext uri="{FF2B5EF4-FFF2-40B4-BE49-F238E27FC236}">
                  <a16:creationId xmlns:a16="http://schemas.microsoft.com/office/drawing/2014/main" id="{3BB52AB7-182C-49E3-A057-ABD0412A2C93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3" name="직사각형 512">
              <a:extLst>
                <a:ext uri="{FF2B5EF4-FFF2-40B4-BE49-F238E27FC236}">
                  <a16:creationId xmlns:a16="http://schemas.microsoft.com/office/drawing/2014/main" id="{7BC99EC2-74EB-4CBD-82D0-2F3958CAA78D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4" name="직사각형 513">
              <a:extLst>
                <a:ext uri="{FF2B5EF4-FFF2-40B4-BE49-F238E27FC236}">
                  <a16:creationId xmlns:a16="http://schemas.microsoft.com/office/drawing/2014/main" id="{E68AFA28-B3AA-44F3-AB0A-F28BF254F915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5" name="직사각형 514">
              <a:extLst>
                <a:ext uri="{FF2B5EF4-FFF2-40B4-BE49-F238E27FC236}">
                  <a16:creationId xmlns:a16="http://schemas.microsoft.com/office/drawing/2014/main" id="{A104832D-7D9E-4226-8002-8999663479D5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6" name="직사각형 515">
              <a:extLst>
                <a:ext uri="{FF2B5EF4-FFF2-40B4-BE49-F238E27FC236}">
                  <a16:creationId xmlns:a16="http://schemas.microsoft.com/office/drawing/2014/main" id="{CB0C3F8E-AC99-4720-A2C1-69CBE300023C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7" name="직사각형 516">
              <a:extLst>
                <a:ext uri="{FF2B5EF4-FFF2-40B4-BE49-F238E27FC236}">
                  <a16:creationId xmlns:a16="http://schemas.microsoft.com/office/drawing/2014/main" id="{D00BBEDC-A127-4F34-8BA0-746DD338B4DE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8" name="직사각형 517">
              <a:extLst>
                <a:ext uri="{FF2B5EF4-FFF2-40B4-BE49-F238E27FC236}">
                  <a16:creationId xmlns:a16="http://schemas.microsoft.com/office/drawing/2014/main" id="{26AE2F78-3FB0-4161-8129-0150CF5C65CE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19" name="직사각형 518">
              <a:extLst>
                <a:ext uri="{FF2B5EF4-FFF2-40B4-BE49-F238E27FC236}">
                  <a16:creationId xmlns:a16="http://schemas.microsoft.com/office/drawing/2014/main" id="{BA684668-96E1-41DB-9898-C63D422B92D4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0" name="직사각형 519">
              <a:extLst>
                <a:ext uri="{FF2B5EF4-FFF2-40B4-BE49-F238E27FC236}">
                  <a16:creationId xmlns:a16="http://schemas.microsoft.com/office/drawing/2014/main" id="{80FA0600-57B9-4D4E-99DD-7E44C0BF15FA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1" name="직사각형 520">
              <a:extLst>
                <a:ext uri="{FF2B5EF4-FFF2-40B4-BE49-F238E27FC236}">
                  <a16:creationId xmlns:a16="http://schemas.microsoft.com/office/drawing/2014/main" id="{D1970C78-6852-4534-B562-7E1D54CF4ADA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2" name="직사각형 521">
              <a:extLst>
                <a:ext uri="{FF2B5EF4-FFF2-40B4-BE49-F238E27FC236}">
                  <a16:creationId xmlns:a16="http://schemas.microsoft.com/office/drawing/2014/main" id="{23CB8665-B809-4F2F-98F4-054A3430D6FF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3" name="직사각형 522">
              <a:extLst>
                <a:ext uri="{FF2B5EF4-FFF2-40B4-BE49-F238E27FC236}">
                  <a16:creationId xmlns:a16="http://schemas.microsoft.com/office/drawing/2014/main" id="{AFE9DDB6-969E-4354-9E17-2FACBD8A1377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4" name="직사각형 523">
              <a:extLst>
                <a:ext uri="{FF2B5EF4-FFF2-40B4-BE49-F238E27FC236}">
                  <a16:creationId xmlns:a16="http://schemas.microsoft.com/office/drawing/2014/main" id="{C1A57E83-A81E-48E4-ACB6-77FF8531CD4E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525" name="그룹 524">
            <a:extLst>
              <a:ext uri="{FF2B5EF4-FFF2-40B4-BE49-F238E27FC236}">
                <a16:creationId xmlns:a16="http://schemas.microsoft.com/office/drawing/2014/main" id="{0C5799D7-D0F9-445C-89A4-81E78BD8E1BB}"/>
              </a:ext>
            </a:extLst>
          </p:cNvPr>
          <p:cNvGrpSpPr/>
          <p:nvPr/>
        </p:nvGrpSpPr>
        <p:grpSpPr>
          <a:xfrm>
            <a:off x="9192977" y="4803852"/>
            <a:ext cx="1098228" cy="306986"/>
            <a:chOff x="3722805" y="5514975"/>
            <a:chExt cx="1120862" cy="272038"/>
          </a:xfrm>
        </p:grpSpPr>
        <p:sp>
          <p:nvSpPr>
            <p:cNvPr id="526" name="직사각형 525">
              <a:extLst>
                <a:ext uri="{FF2B5EF4-FFF2-40B4-BE49-F238E27FC236}">
                  <a16:creationId xmlns:a16="http://schemas.microsoft.com/office/drawing/2014/main" id="{70896C47-E716-402A-9859-FDADEB6780A8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7" name="직사각형 526">
              <a:extLst>
                <a:ext uri="{FF2B5EF4-FFF2-40B4-BE49-F238E27FC236}">
                  <a16:creationId xmlns:a16="http://schemas.microsoft.com/office/drawing/2014/main" id="{28EDFFC6-04B7-47B4-997D-C21ED407F394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8" name="직사각형 527">
              <a:extLst>
                <a:ext uri="{FF2B5EF4-FFF2-40B4-BE49-F238E27FC236}">
                  <a16:creationId xmlns:a16="http://schemas.microsoft.com/office/drawing/2014/main" id="{1BF443B5-24BB-4BBF-9795-C5A69275FAE7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29" name="직사각형 528">
              <a:extLst>
                <a:ext uri="{FF2B5EF4-FFF2-40B4-BE49-F238E27FC236}">
                  <a16:creationId xmlns:a16="http://schemas.microsoft.com/office/drawing/2014/main" id="{F9D0566D-B425-499C-8146-7316DAE04F6F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0" name="직사각형 529">
              <a:extLst>
                <a:ext uri="{FF2B5EF4-FFF2-40B4-BE49-F238E27FC236}">
                  <a16:creationId xmlns:a16="http://schemas.microsoft.com/office/drawing/2014/main" id="{2D7F3288-BAAA-4666-8370-095ADBC2D861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1" name="직사각형 530">
              <a:extLst>
                <a:ext uri="{FF2B5EF4-FFF2-40B4-BE49-F238E27FC236}">
                  <a16:creationId xmlns:a16="http://schemas.microsoft.com/office/drawing/2014/main" id="{2F97EFB3-A96A-45DE-AB30-21F2AAC3CA44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2" name="직사각형 531">
              <a:extLst>
                <a:ext uri="{FF2B5EF4-FFF2-40B4-BE49-F238E27FC236}">
                  <a16:creationId xmlns:a16="http://schemas.microsoft.com/office/drawing/2014/main" id="{D4B737B3-D658-4221-B0C2-A834255C5106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3" name="직사각형 532">
              <a:extLst>
                <a:ext uri="{FF2B5EF4-FFF2-40B4-BE49-F238E27FC236}">
                  <a16:creationId xmlns:a16="http://schemas.microsoft.com/office/drawing/2014/main" id="{FACEB149-EC3A-4512-A9C6-DE8C4090638F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4" name="직사각형 533">
              <a:extLst>
                <a:ext uri="{FF2B5EF4-FFF2-40B4-BE49-F238E27FC236}">
                  <a16:creationId xmlns:a16="http://schemas.microsoft.com/office/drawing/2014/main" id="{5522D9FA-FFBF-4F89-A6C5-E0B0987C3652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5" name="직사각형 534">
              <a:extLst>
                <a:ext uri="{FF2B5EF4-FFF2-40B4-BE49-F238E27FC236}">
                  <a16:creationId xmlns:a16="http://schemas.microsoft.com/office/drawing/2014/main" id="{716D4DD4-899D-456B-8CB4-C69F4C2BF571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6" name="직사각형 535">
              <a:extLst>
                <a:ext uri="{FF2B5EF4-FFF2-40B4-BE49-F238E27FC236}">
                  <a16:creationId xmlns:a16="http://schemas.microsoft.com/office/drawing/2014/main" id="{8F011EF3-79D4-436A-A983-FAEED896FECC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7" name="직사각형 536">
              <a:extLst>
                <a:ext uri="{FF2B5EF4-FFF2-40B4-BE49-F238E27FC236}">
                  <a16:creationId xmlns:a16="http://schemas.microsoft.com/office/drawing/2014/main" id="{4B370A1C-B489-43F7-B075-5659DDC61521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8" name="직사각형 537">
              <a:extLst>
                <a:ext uri="{FF2B5EF4-FFF2-40B4-BE49-F238E27FC236}">
                  <a16:creationId xmlns:a16="http://schemas.microsoft.com/office/drawing/2014/main" id="{AC2C0CB9-E13E-40A7-8F85-94BE7DFB58DC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9" name="직사각형 538">
              <a:extLst>
                <a:ext uri="{FF2B5EF4-FFF2-40B4-BE49-F238E27FC236}">
                  <a16:creationId xmlns:a16="http://schemas.microsoft.com/office/drawing/2014/main" id="{2E59F3A3-785D-4687-A8CA-5D309B67AEA4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0" name="직사각형 539">
              <a:extLst>
                <a:ext uri="{FF2B5EF4-FFF2-40B4-BE49-F238E27FC236}">
                  <a16:creationId xmlns:a16="http://schemas.microsoft.com/office/drawing/2014/main" id="{2592C7E6-BF97-4657-A5E8-79ABE333752B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541" name="그룹 540">
            <a:extLst>
              <a:ext uri="{FF2B5EF4-FFF2-40B4-BE49-F238E27FC236}">
                <a16:creationId xmlns:a16="http://schemas.microsoft.com/office/drawing/2014/main" id="{469B5D47-3178-44F4-86F3-43A6EECAFBC9}"/>
              </a:ext>
            </a:extLst>
          </p:cNvPr>
          <p:cNvGrpSpPr/>
          <p:nvPr/>
        </p:nvGrpSpPr>
        <p:grpSpPr>
          <a:xfrm>
            <a:off x="9192977" y="5174561"/>
            <a:ext cx="1098228" cy="306986"/>
            <a:chOff x="3722805" y="5514975"/>
            <a:chExt cx="1120862" cy="272038"/>
          </a:xfrm>
        </p:grpSpPr>
        <p:sp>
          <p:nvSpPr>
            <p:cNvPr id="542" name="직사각형 541">
              <a:extLst>
                <a:ext uri="{FF2B5EF4-FFF2-40B4-BE49-F238E27FC236}">
                  <a16:creationId xmlns:a16="http://schemas.microsoft.com/office/drawing/2014/main" id="{27FAD1AA-D0B8-4178-976E-55AFBCD6E6C8}"/>
                </a:ext>
              </a:extLst>
            </p:cNvPr>
            <p:cNvSpPr/>
            <p:nvPr/>
          </p:nvSpPr>
          <p:spPr>
            <a:xfrm>
              <a:off x="3722805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3" name="직사각형 542">
              <a:extLst>
                <a:ext uri="{FF2B5EF4-FFF2-40B4-BE49-F238E27FC236}">
                  <a16:creationId xmlns:a16="http://schemas.microsoft.com/office/drawing/2014/main" id="{20C76183-EBD7-4476-81E4-052B69EF2883}"/>
                </a:ext>
              </a:extLst>
            </p:cNvPr>
            <p:cNvSpPr/>
            <p:nvPr/>
          </p:nvSpPr>
          <p:spPr>
            <a:xfrm>
              <a:off x="395528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4" name="직사각형 543">
              <a:extLst>
                <a:ext uri="{FF2B5EF4-FFF2-40B4-BE49-F238E27FC236}">
                  <a16:creationId xmlns:a16="http://schemas.microsoft.com/office/drawing/2014/main" id="{70974D09-6C37-4C95-986C-41405DE8C743}"/>
                </a:ext>
              </a:extLst>
            </p:cNvPr>
            <p:cNvSpPr/>
            <p:nvPr/>
          </p:nvSpPr>
          <p:spPr>
            <a:xfrm>
              <a:off x="4187758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5" name="직사각형 544">
              <a:extLst>
                <a:ext uri="{FF2B5EF4-FFF2-40B4-BE49-F238E27FC236}">
                  <a16:creationId xmlns:a16="http://schemas.microsoft.com/office/drawing/2014/main" id="{60305FEF-E002-4310-88A7-3F2887BAAE51}"/>
                </a:ext>
              </a:extLst>
            </p:cNvPr>
            <p:cNvSpPr/>
            <p:nvPr/>
          </p:nvSpPr>
          <p:spPr>
            <a:xfrm>
              <a:off x="4420234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6" name="직사각형 545">
              <a:extLst>
                <a:ext uri="{FF2B5EF4-FFF2-40B4-BE49-F238E27FC236}">
                  <a16:creationId xmlns:a16="http://schemas.microsoft.com/office/drawing/2014/main" id="{7B7050A1-BCE1-418A-A775-112C337CF157}"/>
                </a:ext>
              </a:extLst>
            </p:cNvPr>
            <p:cNvSpPr/>
            <p:nvPr/>
          </p:nvSpPr>
          <p:spPr>
            <a:xfrm>
              <a:off x="4652711" y="5514975"/>
              <a:ext cx="190956" cy="27203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7" name="직사각형 546">
              <a:extLst>
                <a:ext uri="{FF2B5EF4-FFF2-40B4-BE49-F238E27FC236}">
                  <a16:creationId xmlns:a16="http://schemas.microsoft.com/office/drawing/2014/main" id="{E4A82D01-A1A9-4C87-9682-2F59A392709C}"/>
                </a:ext>
              </a:extLst>
            </p:cNvPr>
            <p:cNvSpPr/>
            <p:nvPr/>
          </p:nvSpPr>
          <p:spPr>
            <a:xfrm>
              <a:off x="3722805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8" name="직사각형 547">
              <a:extLst>
                <a:ext uri="{FF2B5EF4-FFF2-40B4-BE49-F238E27FC236}">
                  <a16:creationId xmlns:a16="http://schemas.microsoft.com/office/drawing/2014/main" id="{AD225D42-C841-4B45-939B-94E9536E5098}"/>
                </a:ext>
              </a:extLst>
            </p:cNvPr>
            <p:cNvSpPr/>
            <p:nvPr/>
          </p:nvSpPr>
          <p:spPr>
            <a:xfrm>
              <a:off x="395528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9" name="직사각형 548">
              <a:extLst>
                <a:ext uri="{FF2B5EF4-FFF2-40B4-BE49-F238E27FC236}">
                  <a16:creationId xmlns:a16="http://schemas.microsoft.com/office/drawing/2014/main" id="{78A826A2-A2F1-4E0F-A3BC-6E8A643B2176}"/>
                </a:ext>
              </a:extLst>
            </p:cNvPr>
            <p:cNvSpPr/>
            <p:nvPr/>
          </p:nvSpPr>
          <p:spPr>
            <a:xfrm>
              <a:off x="4187758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0" name="직사각형 549">
              <a:extLst>
                <a:ext uri="{FF2B5EF4-FFF2-40B4-BE49-F238E27FC236}">
                  <a16:creationId xmlns:a16="http://schemas.microsoft.com/office/drawing/2014/main" id="{5985F996-2B24-4A95-BC48-A294573A99FA}"/>
                </a:ext>
              </a:extLst>
            </p:cNvPr>
            <p:cNvSpPr/>
            <p:nvPr/>
          </p:nvSpPr>
          <p:spPr>
            <a:xfrm>
              <a:off x="4420234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1" name="직사각형 550">
              <a:extLst>
                <a:ext uri="{FF2B5EF4-FFF2-40B4-BE49-F238E27FC236}">
                  <a16:creationId xmlns:a16="http://schemas.microsoft.com/office/drawing/2014/main" id="{5DBFEC3B-AACD-403F-9CCD-242E4A581430}"/>
                </a:ext>
              </a:extLst>
            </p:cNvPr>
            <p:cNvSpPr/>
            <p:nvPr/>
          </p:nvSpPr>
          <p:spPr>
            <a:xfrm>
              <a:off x="4652711" y="5741293"/>
              <a:ext cx="190956" cy="4571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2" name="직사각형 551">
              <a:extLst>
                <a:ext uri="{FF2B5EF4-FFF2-40B4-BE49-F238E27FC236}">
                  <a16:creationId xmlns:a16="http://schemas.microsoft.com/office/drawing/2014/main" id="{E47436FC-CE18-4B9F-93BC-49E881468A77}"/>
                </a:ext>
              </a:extLst>
            </p:cNvPr>
            <p:cNvSpPr/>
            <p:nvPr/>
          </p:nvSpPr>
          <p:spPr>
            <a:xfrm>
              <a:off x="3722805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3" name="직사각형 552">
              <a:extLst>
                <a:ext uri="{FF2B5EF4-FFF2-40B4-BE49-F238E27FC236}">
                  <a16:creationId xmlns:a16="http://schemas.microsoft.com/office/drawing/2014/main" id="{238B06B0-28AA-443B-BAA6-1A3448450C8F}"/>
                </a:ext>
              </a:extLst>
            </p:cNvPr>
            <p:cNvSpPr/>
            <p:nvPr/>
          </p:nvSpPr>
          <p:spPr>
            <a:xfrm>
              <a:off x="395528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4" name="직사각형 553">
              <a:extLst>
                <a:ext uri="{FF2B5EF4-FFF2-40B4-BE49-F238E27FC236}">
                  <a16:creationId xmlns:a16="http://schemas.microsoft.com/office/drawing/2014/main" id="{2CDDDFA9-6C99-4534-B67A-252FB1139F12}"/>
                </a:ext>
              </a:extLst>
            </p:cNvPr>
            <p:cNvSpPr/>
            <p:nvPr/>
          </p:nvSpPr>
          <p:spPr>
            <a:xfrm>
              <a:off x="4187758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5" name="직사각형 554">
              <a:extLst>
                <a:ext uri="{FF2B5EF4-FFF2-40B4-BE49-F238E27FC236}">
                  <a16:creationId xmlns:a16="http://schemas.microsoft.com/office/drawing/2014/main" id="{090A80F8-DE3C-4500-A89C-82B43634A1F9}"/>
                </a:ext>
              </a:extLst>
            </p:cNvPr>
            <p:cNvSpPr/>
            <p:nvPr/>
          </p:nvSpPr>
          <p:spPr>
            <a:xfrm>
              <a:off x="4420234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6" name="직사각형 555">
              <a:extLst>
                <a:ext uri="{FF2B5EF4-FFF2-40B4-BE49-F238E27FC236}">
                  <a16:creationId xmlns:a16="http://schemas.microsoft.com/office/drawing/2014/main" id="{B0DF077C-A5D5-495E-B630-998FBB5253BA}"/>
                </a:ext>
              </a:extLst>
            </p:cNvPr>
            <p:cNvSpPr/>
            <p:nvPr/>
          </p:nvSpPr>
          <p:spPr>
            <a:xfrm>
              <a:off x="4652711" y="5741293"/>
              <a:ext cx="124140" cy="45719"/>
            </a:xfrm>
            <a:prstGeom prst="rect">
              <a:avLst/>
            </a:prstGeom>
            <a:solidFill>
              <a:srgbClr val="00D2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1" name="이등변 삼각형 10">
            <a:extLst>
              <a:ext uri="{FF2B5EF4-FFF2-40B4-BE49-F238E27FC236}">
                <a16:creationId xmlns:a16="http://schemas.microsoft.com/office/drawing/2014/main" id="{B28ACDC3-428F-42FA-8F52-6816D2073A3B}"/>
              </a:ext>
            </a:extLst>
          </p:cNvPr>
          <p:cNvSpPr/>
          <p:nvPr/>
        </p:nvSpPr>
        <p:spPr>
          <a:xfrm rot="10800000">
            <a:off x="10150236" y="5540267"/>
            <a:ext cx="94838" cy="81758"/>
          </a:xfrm>
          <a:prstGeom prst="triangl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57" name="직선 화살표 연결선 556">
            <a:extLst>
              <a:ext uri="{FF2B5EF4-FFF2-40B4-BE49-F238E27FC236}">
                <a16:creationId xmlns:a16="http://schemas.microsoft.com/office/drawing/2014/main" id="{FFB624E1-6E81-488C-B200-044FC91176DA}"/>
              </a:ext>
            </a:extLst>
          </p:cNvPr>
          <p:cNvCxnSpPr>
            <a:cxnSpLocks/>
          </p:cNvCxnSpPr>
          <p:nvPr/>
        </p:nvCxnSpPr>
        <p:spPr>
          <a:xfrm>
            <a:off x="8143051" y="5218166"/>
            <a:ext cx="767531" cy="0"/>
          </a:xfrm>
          <a:prstGeom prst="straightConnector1">
            <a:avLst/>
          </a:prstGeom>
          <a:ln w="25400">
            <a:solidFill>
              <a:srgbClr val="C00000"/>
            </a:solidFill>
            <a:headEnd type="oval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ACB359AA-643A-8E7F-5369-68CCCED5F101}"/>
              </a:ext>
            </a:extLst>
          </p:cNvPr>
          <p:cNvSpPr txBox="1"/>
          <p:nvPr/>
        </p:nvSpPr>
        <p:spPr>
          <a:xfrm>
            <a:off x="5303213" y="1548557"/>
            <a:ext cx="3063659" cy="8878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로비 영웅 배치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로비에서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5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개의 덱 슬롯에 영웅 배치 가능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배치한 영웅은 인게임에서 시민으로 등장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02E599-2CBC-BF9A-FD2A-BEC51F58CE00}"/>
              </a:ext>
            </a:extLst>
          </p:cNvPr>
          <p:cNvSpPr txBox="1"/>
          <p:nvPr/>
        </p:nvSpPr>
        <p:spPr>
          <a:xfrm>
            <a:off x="1704575" y="5651354"/>
            <a:ext cx="11945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 dirty="0"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장착 중인 영웅</a:t>
            </a: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B0571EC8-C36A-AB3C-8544-F7A26AE98AB6}"/>
              </a:ext>
            </a:extLst>
          </p:cNvPr>
          <p:cNvGrpSpPr/>
          <p:nvPr/>
        </p:nvGrpSpPr>
        <p:grpSpPr>
          <a:xfrm>
            <a:off x="3200400" y="4245179"/>
            <a:ext cx="1096392" cy="152261"/>
            <a:chOff x="3711001" y="1282642"/>
            <a:chExt cx="1143532" cy="158808"/>
          </a:xfrm>
        </p:grpSpPr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1047924B-B2A9-C58D-9AF4-2E059D8E0769}"/>
                </a:ext>
              </a:extLst>
            </p:cNvPr>
            <p:cNvSpPr/>
            <p:nvPr/>
          </p:nvSpPr>
          <p:spPr>
            <a:xfrm>
              <a:off x="4012969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F1FFB06C-75FE-E853-88FC-2A687453E5EF}"/>
                </a:ext>
              </a:extLst>
            </p:cNvPr>
            <p:cNvSpPr/>
            <p:nvPr/>
          </p:nvSpPr>
          <p:spPr>
            <a:xfrm>
              <a:off x="4383856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3EE7DE8C-92AA-5A85-F998-8D7CF2BB713A}"/>
                </a:ext>
              </a:extLst>
            </p:cNvPr>
            <p:cNvSpPr/>
            <p:nvPr/>
          </p:nvSpPr>
          <p:spPr>
            <a:xfrm>
              <a:off x="3711001" y="1282642"/>
              <a:ext cx="243773" cy="15880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1488AB1A-AA80-9A38-364B-BF524F9152E6}"/>
                </a:ext>
              </a:extLst>
            </p:cNvPr>
            <p:cNvSpPr/>
            <p:nvPr/>
          </p:nvSpPr>
          <p:spPr>
            <a:xfrm>
              <a:off x="4763074" y="1282642"/>
              <a:ext cx="91459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3FEE03BD-92D2-93EB-6D1C-25965CC09A39}"/>
              </a:ext>
            </a:extLst>
          </p:cNvPr>
          <p:cNvGrpSpPr/>
          <p:nvPr/>
        </p:nvGrpSpPr>
        <p:grpSpPr>
          <a:xfrm>
            <a:off x="9197946" y="4237780"/>
            <a:ext cx="1096392" cy="152261"/>
            <a:chOff x="3711001" y="1282642"/>
            <a:chExt cx="1143532" cy="158808"/>
          </a:xfrm>
        </p:grpSpPr>
        <p:sp>
          <p:nvSpPr>
            <p:cNvPr id="58" name="직사각형 57">
              <a:extLst>
                <a:ext uri="{FF2B5EF4-FFF2-40B4-BE49-F238E27FC236}">
                  <a16:creationId xmlns:a16="http://schemas.microsoft.com/office/drawing/2014/main" id="{AC7FB0C9-FE28-028D-F116-05304D0214E3}"/>
                </a:ext>
              </a:extLst>
            </p:cNvPr>
            <p:cNvSpPr/>
            <p:nvPr/>
          </p:nvSpPr>
          <p:spPr>
            <a:xfrm>
              <a:off x="4012969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90459D08-7E66-D03E-72B7-FA100390E939}"/>
                </a:ext>
              </a:extLst>
            </p:cNvPr>
            <p:cNvSpPr/>
            <p:nvPr/>
          </p:nvSpPr>
          <p:spPr>
            <a:xfrm>
              <a:off x="4383856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07522DF3-2454-6286-4AC5-4B9BDA560071}"/>
                </a:ext>
              </a:extLst>
            </p:cNvPr>
            <p:cNvSpPr/>
            <p:nvPr/>
          </p:nvSpPr>
          <p:spPr>
            <a:xfrm>
              <a:off x="3711001" y="1282642"/>
              <a:ext cx="243773" cy="15880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B20D1CC6-C541-1DAC-B48C-877344B152EB}"/>
                </a:ext>
              </a:extLst>
            </p:cNvPr>
            <p:cNvSpPr/>
            <p:nvPr/>
          </p:nvSpPr>
          <p:spPr>
            <a:xfrm>
              <a:off x="4763074" y="1282642"/>
              <a:ext cx="91459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41572094-9169-86C5-DEF4-B6F604EB945A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78A5450-3CBB-1D88-13C6-4863281D307F}"/>
              </a:ext>
            </a:extLst>
          </p:cNvPr>
          <p:cNvSpPr txBox="1"/>
          <p:nvPr/>
        </p:nvSpPr>
        <p:spPr>
          <a:xfrm>
            <a:off x="840746" y="513168"/>
            <a:ext cx="13660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플로우 점검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91B340-8EA7-259D-4603-A57B6FF65725}"/>
              </a:ext>
            </a:extLst>
          </p:cNvPr>
          <p:cNvSpPr txBox="1"/>
          <p:nvPr/>
        </p:nvSpPr>
        <p:spPr>
          <a:xfrm>
            <a:off x="745699" y="755794"/>
            <a:ext cx="24320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로비 플로우 점검</a:t>
            </a:r>
          </a:p>
        </p:txBody>
      </p:sp>
      <p:sp>
        <p:nvSpPr>
          <p:cNvPr id="69" name="왼쪽 중괄호 68">
            <a:extLst>
              <a:ext uri="{FF2B5EF4-FFF2-40B4-BE49-F238E27FC236}">
                <a16:creationId xmlns:a16="http://schemas.microsoft.com/office/drawing/2014/main" id="{8BD77DA4-268C-C5E1-A123-CC33C2671734}"/>
              </a:ext>
            </a:extLst>
          </p:cNvPr>
          <p:cNvSpPr/>
          <p:nvPr/>
        </p:nvSpPr>
        <p:spPr>
          <a:xfrm>
            <a:off x="2899133" y="5622025"/>
            <a:ext cx="153722" cy="333481"/>
          </a:xfrm>
          <a:prstGeom prst="leftBrace">
            <a:avLst>
              <a:gd name="adj1" fmla="val 0"/>
              <a:gd name="adj2" fmla="val 50000"/>
            </a:avLst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EF955B-67F0-CC83-AC7F-6558B2FCC0E5}"/>
              </a:ext>
            </a:extLst>
          </p:cNvPr>
          <p:cNvSpPr txBox="1"/>
          <p:nvPr/>
        </p:nvSpPr>
        <p:spPr>
          <a:xfrm>
            <a:off x="2057235" y="4845286"/>
            <a:ext cx="8418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 dirty="0"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 목록</a:t>
            </a:r>
          </a:p>
        </p:txBody>
      </p:sp>
      <p:sp>
        <p:nvSpPr>
          <p:cNvPr id="71" name="왼쪽 중괄호 70">
            <a:extLst>
              <a:ext uri="{FF2B5EF4-FFF2-40B4-BE49-F238E27FC236}">
                <a16:creationId xmlns:a16="http://schemas.microsoft.com/office/drawing/2014/main" id="{72D5A8BE-BD89-4E65-4587-657A350F63C2}"/>
              </a:ext>
            </a:extLst>
          </p:cNvPr>
          <p:cNvSpPr/>
          <p:nvPr/>
        </p:nvSpPr>
        <p:spPr>
          <a:xfrm>
            <a:off x="2899133" y="4441031"/>
            <a:ext cx="153722" cy="1047750"/>
          </a:xfrm>
          <a:prstGeom prst="leftBrace">
            <a:avLst>
              <a:gd name="adj1" fmla="val 0"/>
              <a:gd name="adj2" fmla="val 50000"/>
            </a:avLst>
          </a:prstGeom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just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7228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D57D7685-9C00-0DDE-69B4-2CD1C4D8AB1A}"/>
              </a:ext>
            </a:extLst>
          </p:cNvPr>
          <p:cNvGrpSpPr/>
          <p:nvPr/>
        </p:nvGrpSpPr>
        <p:grpSpPr>
          <a:xfrm>
            <a:off x="3200400" y="3399630"/>
            <a:ext cx="1096392" cy="152261"/>
            <a:chOff x="3711001" y="1282642"/>
            <a:chExt cx="1143532" cy="158808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39EFEF08-91BA-20BB-A4A7-61EE8A076457}"/>
                </a:ext>
              </a:extLst>
            </p:cNvPr>
            <p:cNvSpPr/>
            <p:nvPr/>
          </p:nvSpPr>
          <p:spPr>
            <a:xfrm>
              <a:off x="4012969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2418CD5-4931-317C-B56D-E5C349E2ACBB}"/>
                </a:ext>
              </a:extLst>
            </p:cNvPr>
            <p:cNvSpPr/>
            <p:nvPr/>
          </p:nvSpPr>
          <p:spPr>
            <a:xfrm>
              <a:off x="4383856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C0F8D468-3490-A685-387E-7C26597D4993}"/>
                </a:ext>
              </a:extLst>
            </p:cNvPr>
            <p:cNvSpPr/>
            <p:nvPr/>
          </p:nvSpPr>
          <p:spPr>
            <a:xfrm>
              <a:off x="3711001" y="1282642"/>
              <a:ext cx="243773" cy="15880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84531669-CC44-921E-4F85-087DF22E83FA}"/>
                </a:ext>
              </a:extLst>
            </p:cNvPr>
            <p:cNvSpPr/>
            <p:nvPr/>
          </p:nvSpPr>
          <p:spPr>
            <a:xfrm>
              <a:off x="4763074" y="1282642"/>
              <a:ext cx="91459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A141036-55DD-7CB1-DECB-5E51B1DC853A}"/>
              </a:ext>
            </a:extLst>
          </p:cNvPr>
          <p:cNvSpPr/>
          <p:nvPr/>
        </p:nvSpPr>
        <p:spPr>
          <a:xfrm>
            <a:off x="905513" y="1543492"/>
            <a:ext cx="1185487" cy="21075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b="1" dirty="0">
              <a:solidFill>
                <a:schemeClr val="tx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B6DF3913-0E87-28D9-8B72-3C88A3D5C182}"/>
              </a:ext>
            </a:extLst>
          </p:cNvPr>
          <p:cNvSpPr/>
          <p:nvPr/>
        </p:nvSpPr>
        <p:spPr>
          <a:xfrm>
            <a:off x="3151802" y="1543492"/>
            <a:ext cx="1185487" cy="21075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b="1" dirty="0">
              <a:solidFill>
                <a:schemeClr val="tx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E9BDE5B7-106A-8AF4-3A55-369DF0F5C375}"/>
              </a:ext>
            </a:extLst>
          </p:cNvPr>
          <p:cNvCxnSpPr>
            <a:cxnSpLocks/>
          </p:cNvCxnSpPr>
          <p:nvPr/>
        </p:nvCxnSpPr>
        <p:spPr>
          <a:xfrm>
            <a:off x="1867301" y="3224766"/>
            <a:ext cx="914400" cy="0"/>
          </a:xfrm>
          <a:prstGeom prst="straightConnector1">
            <a:avLst/>
          </a:prstGeom>
          <a:ln w="25400">
            <a:solidFill>
              <a:srgbClr val="C00000"/>
            </a:solidFill>
            <a:headEnd type="oval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25E539A-299F-8707-1110-E9135BAF6941}"/>
              </a:ext>
            </a:extLst>
          </p:cNvPr>
          <p:cNvSpPr txBox="1"/>
          <p:nvPr/>
        </p:nvSpPr>
        <p:spPr>
          <a:xfrm>
            <a:off x="1139023" y="3694853"/>
            <a:ext cx="7184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타이틀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A231164-CA84-7D8E-D935-33CCC4CA5C3B}"/>
              </a:ext>
            </a:extLst>
          </p:cNvPr>
          <p:cNvSpPr txBox="1"/>
          <p:nvPr/>
        </p:nvSpPr>
        <p:spPr>
          <a:xfrm>
            <a:off x="3474279" y="3694853"/>
            <a:ext cx="5405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로비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A1C77011-D5DF-FF80-49E9-24EE2E5B6000}"/>
              </a:ext>
            </a:extLst>
          </p:cNvPr>
          <p:cNvGrpSpPr/>
          <p:nvPr/>
        </p:nvGrpSpPr>
        <p:grpSpPr>
          <a:xfrm>
            <a:off x="3178039" y="3413260"/>
            <a:ext cx="1117208" cy="197646"/>
            <a:chOff x="3716730" y="3118584"/>
            <a:chExt cx="1021885" cy="185919"/>
          </a:xfrm>
        </p:grpSpPr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56142D2A-A886-2280-5AF2-D9592EE6185A}"/>
                </a:ext>
              </a:extLst>
            </p:cNvPr>
            <p:cNvSpPr/>
            <p:nvPr/>
          </p:nvSpPr>
          <p:spPr>
            <a:xfrm>
              <a:off x="3716730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CAA80C99-F148-F575-A6CD-9133B65A7A23}"/>
                </a:ext>
              </a:extLst>
            </p:cNvPr>
            <p:cNvSpPr/>
            <p:nvPr/>
          </p:nvSpPr>
          <p:spPr>
            <a:xfrm>
              <a:off x="4072127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F4144E-F0A1-72F7-AD72-3CEB8B2B928D}"/>
                </a:ext>
              </a:extLst>
            </p:cNvPr>
            <p:cNvSpPr/>
            <p:nvPr/>
          </p:nvSpPr>
          <p:spPr>
            <a:xfrm>
              <a:off x="4431986" y="3118584"/>
              <a:ext cx="306629" cy="18591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A4DD67F6-D48C-A207-BE7D-20FEDD82A5BF}"/>
              </a:ext>
            </a:extLst>
          </p:cNvPr>
          <p:cNvSpPr/>
          <p:nvPr/>
        </p:nvSpPr>
        <p:spPr>
          <a:xfrm>
            <a:off x="3491734" y="3126682"/>
            <a:ext cx="505622" cy="2032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AF6414AD-4BE7-E319-7BF6-2B638429F4B0}"/>
              </a:ext>
            </a:extLst>
          </p:cNvPr>
          <p:cNvGrpSpPr/>
          <p:nvPr/>
        </p:nvGrpSpPr>
        <p:grpSpPr>
          <a:xfrm>
            <a:off x="3200400" y="1581227"/>
            <a:ext cx="1096392" cy="152261"/>
            <a:chOff x="3711001" y="1282642"/>
            <a:chExt cx="1143532" cy="158808"/>
          </a:xfrm>
        </p:grpSpPr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4654B174-7079-2B10-56C0-F07144B8C31A}"/>
                </a:ext>
              </a:extLst>
            </p:cNvPr>
            <p:cNvSpPr/>
            <p:nvPr/>
          </p:nvSpPr>
          <p:spPr>
            <a:xfrm>
              <a:off x="4012969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930B3620-9433-137C-C85D-08EEF3A6E787}"/>
                </a:ext>
              </a:extLst>
            </p:cNvPr>
            <p:cNvSpPr/>
            <p:nvPr/>
          </p:nvSpPr>
          <p:spPr>
            <a:xfrm>
              <a:off x="4383856" y="1282642"/>
              <a:ext cx="335232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8F8125C1-62FC-7CB4-6B58-25F0E2482998}"/>
                </a:ext>
              </a:extLst>
            </p:cNvPr>
            <p:cNvSpPr/>
            <p:nvPr/>
          </p:nvSpPr>
          <p:spPr>
            <a:xfrm>
              <a:off x="3711001" y="1282642"/>
              <a:ext cx="243773" cy="15880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15089A1F-5C4D-9715-9D51-E19FAD96A74F}"/>
                </a:ext>
              </a:extLst>
            </p:cNvPr>
            <p:cNvSpPr/>
            <p:nvPr/>
          </p:nvSpPr>
          <p:spPr>
            <a:xfrm>
              <a:off x="4763074" y="1282642"/>
              <a:ext cx="91459" cy="9848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48" name="타원 47">
            <a:extLst>
              <a:ext uri="{FF2B5EF4-FFF2-40B4-BE49-F238E27FC236}">
                <a16:creationId xmlns:a16="http://schemas.microsoft.com/office/drawing/2014/main" id="{7A4CED22-207D-DCBA-13B3-681B2B1AD4DF}"/>
              </a:ext>
            </a:extLst>
          </p:cNvPr>
          <p:cNvSpPr/>
          <p:nvPr/>
        </p:nvSpPr>
        <p:spPr>
          <a:xfrm>
            <a:off x="3532575" y="2531673"/>
            <a:ext cx="423940" cy="42394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706321B1-83D9-4BEB-8F67-455A758E924B}"/>
              </a:ext>
            </a:extLst>
          </p:cNvPr>
          <p:cNvCxnSpPr>
            <a:cxnSpLocks/>
          </p:cNvCxnSpPr>
          <p:nvPr/>
        </p:nvCxnSpPr>
        <p:spPr>
          <a:xfrm>
            <a:off x="3956515" y="3224766"/>
            <a:ext cx="1202626" cy="0"/>
          </a:xfrm>
          <a:prstGeom prst="straightConnector1">
            <a:avLst/>
          </a:prstGeom>
          <a:ln w="25400">
            <a:solidFill>
              <a:srgbClr val="C00000"/>
            </a:solidFill>
            <a:headEnd type="oval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8969CF67-119D-EEDF-30DD-7AB889EEE5DE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7F33803-CA10-F3DB-4363-BC583ED56075}"/>
              </a:ext>
            </a:extLst>
          </p:cNvPr>
          <p:cNvSpPr txBox="1"/>
          <p:nvPr/>
        </p:nvSpPr>
        <p:spPr>
          <a:xfrm>
            <a:off x="840746" y="513168"/>
            <a:ext cx="13660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플로우 점검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C41B0C4-9ECA-982E-B6F2-389E927BAF69}"/>
              </a:ext>
            </a:extLst>
          </p:cNvPr>
          <p:cNvSpPr txBox="1"/>
          <p:nvPr/>
        </p:nvSpPr>
        <p:spPr>
          <a:xfrm>
            <a:off x="745699" y="755794"/>
            <a:ext cx="24320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로비 플로우 점검</a:t>
            </a:r>
          </a:p>
        </p:txBody>
      </p:sp>
      <p:sp>
        <p:nvSpPr>
          <p:cNvPr id="462" name="직사각형 461">
            <a:extLst>
              <a:ext uri="{FF2B5EF4-FFF2-40B4-BE49-F238E27FC236}">
                <a16:creationId xmlns:a16="http://schemas.microsoft.com/office/drawing/2014/main" id="{E396E3A1-F8C8-452F-945E-423A92BE9E78}"/>
              </a:ext>
            </a:extLst>
          </p:cNvPr>
          <p:cNvSpPr/>
          <p:nvPr/>
        </p:nvSpPr>
        <p:spPr>
          <a:xfrm>
            <a:off x="5567461" y="1553507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3" name="사각형: 둥근 모서리 462">
            <a:extLst>
              <a:ext uri="{FF2B5EF4-FFF2-40B4-BE49-F238E27FC236}">
                <a16:creationId xmlns:a16="http://schemas.microsoft.com/office/drawing/2014/main" id="{7CF02A8F-0220-4E4D-83C6-75369C647166}"/>
              </a:ext>
            </a:extLst>
          </p:cNvPr>
          <p:cNvSpPr/>
          <p:nvPr/>
        </p:nvSpPr>
        <p:spPr>
          <a:xfrm>
            <a:off x="5668324" y="1657441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4" name="사각형: 둥근 모서리 463">
            <a:extLst>
              <a:ext uri="{FF2B5EF4-FFF2-40B4-BE49-F238E27FC236}">
                <a16:creationId xmlns:a16="http://schemas.microsoft.com/office/drawing/2014/main" id="{3BF25CA7-7713-48BF-85ED-F57AC6A2405C}"/>
              </a:ext>
            </a:extLst>
          </p:cNvPr>
          <p:cNvSpPr/>
          <p:nvPr/>
        </p:nvSpPr>
        <p:spPr>
          <a:xfrm>
            <a:off x="5663642" y="2200338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5" name="사각형: 둥근 모서리 464">
            <a:extLst>
              <a:ext uri="{FF2B5EF4-FFF2-40B4-BE49-F238E27FC236}">
                <a16:creationId xmlns:a16="http://schemas.microsoft.com/office/drawing/2014/main" id="{FD39C5DB-4811-46F0-84DA-F5DE8A5DB63C}"/>
              </a:ext>
            </a:extLst>
          </p:cNvPr>
          <p:cNvSpPr/>
          <p:nvPr/>
        </p:nvSpPr>
        <p:spPr>
          <a:xfrm>
            <a:off x="7594400" y="1657441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6" name="사각형: 둥근 모서리 465">
            <a:extLst>
              <a:ext uri="{FF2B5EF4-FFF2-40B4-BE49-F238E27FC236}">
                <a16:creationId xmlns:a16="http://schemas.microsoft.com/office/drawing/2014/main" id="{B68DF71C-DBD3-4A9F-8329-BEEB87281A79}"/>
              </a:ext>
            </a:extLst>
          </p:cNvPr>
          <p:cNvSpPr/>
          <p:nvPr/>
        </p:nvSpPr>
        <p:spPr>
          <a:xfrm>
            <a:off x="6630918" y="1657441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67" name="사각형: 둥근 모서리 466">
            <a:extLst>
              <a:ext uri="{FF2B5EF4-FFF2-40B4-BE49-F238E27FC236}">
                <a16:creationId xmlns:a16="http://schemas.microsoft.com/office/drawing/2014/main" id="{02B27307-A6D7-4A9C-816C-CCA6EC9973CF}"/>
              </a:ext>
            </a:extLst>
          </p:cNvPr>
          <p:cNvSpPr/>
          <p:nvPr/>
        </p:nvSpPr>
        <p:spPr>
          <a:xfrm>
            <a:off x="5610233" y="5320791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475" name="그림 474">
            <a:extLst>
              <a:ext uri="{FF2B5EF4-FFF2-40B4-BE49-F238E27FC236}">
                <a16:creationId xmlns:a16="http://schemas.microsoft.com/office/drawing/2014/main" id="{B1474382-1F27-4F17-B26E-FEAD8DEA8F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139397" y="3900003"/>
            <a:ext cx="223412" cy="195916"/>
          </a:xfrm>
          <a:prstGeom prst="rect">
            <a:avLst/>
          </a:prstGeom>
        </p:spPr>
      </p:pic>
      <p:pic>
        <p:nvPicPr>
          <p:cNvPr id="477" name="그림 476">
            <a:extLst>
              <a:ext uri="{FF2B5EF4-FFF2-40B4-BE49-F238E27FC236}">
                <a16:creationId xmlns:a16="http://schemas.microsoft.com/office/drawing/2014/main" id="{A068C6BD-6099-4501-B666-751F59A142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7930" y="3081419"/>
            <a:ext cx="223412" cy="195916"/>
          </a:xfrm>
          <a:prstGeom prst="rect">
            <a:avLst/>
          </a:prstGeom>
        </p:spPr>
      </p:pic>
      <p:pic>
        <p:nvPicPr>
          <p:cNvPr id="478" name="그림 477">
            <a:extLst>
              <a:ext uri="{FF2B5EF4-FFF2-40B4-BE49-F238E27FC236}">
                <a16:creationId xmlns:a16="http://schemas.microsoft.com/office/drawing/2014/main" id="{C8F7BEE7-F6E3-4085-A348-2077BDF753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7577" y="4141464"/>
            <a:ext cx="247730" cy="217240"/>
          </a:xfrm>
          <a:prstGeom prst="rect">
            <a:avLst/>
          </a:prstGeom>
        </p:spPr>
      </p:pic>
      <p:pic>
        <p:nvPicPr>
          <p:cNvPr id="481" name="그림 480">
            <a:extLst>
              <a:ext uri="{FF2B5EF4-FFF2-40B4-BE49-F238E27FC236}">
                <a16:creationId xmlns:a16="http://schemas.microsoft.com/office/drawing/2014/main" id="{F8271B14-5E92-47AD-8300-E4EBBE5E0A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3259" y="3506370"/>
            <a:ext cx="247730" cy="217240"/>
          </a:xfrm>
          <a:prstGeom prst="rect">
            <a:avLst/>
          </a:prstGeom>
        </p:spPr>
      </p:pic>
      <p:pic>
        <p:nvPicPr>
          <p:cNvPr id="482" name="그림 481">
            <a:extLst>
              <a:ext uri="{FF2B5EF4-FFF2-40B4-BE49-F238E27FC236}">
                <a16:creationId xmlns:a16="http://schemas.microsoft.com/office/drawing/2014/main" id="{F01DF464-D826-4ED9-9F64-50FD744F32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7133" y="3724645"/>
            <a:ext cx="247730" cy="217240"/>
          </a:xfrm>
          <a:prstGeom prst="rect">
            <a:avLst/>
          </a:prstGeom>
        </p:spPr>
      </p:pic>
      <p:pic>
        <p:nvPicPr>
          <p:cNvPr id="483" name="그림 482">
            <a:extLst>
              <a:ext uri="{FF2B5EF4-FFF2-40B4-BE49-F238E27FC236}">
                <a16:creationId xmlns:a16="http://schemas.microsoft.com/office/drawing/2014/main" id="{898F0859-A8BF-472C-9FDC-8673E48415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299897" y="4426837"/>
            <a:ext cx="274025" cy="240298"/>
          </a:xfrm>
          <a:prstGeom prst="rect">
            <a:avLst/>
          </a:prstGeom>
        </p:spPr>
      </p:pic>
      <p:sp>
        <p:nvSpPr>
          <p:cNvPr id="484" name="직사각형 483">
            <a:extLst>
              <a:ext uri="{FF2B5EF4-FFF2-40B4-BE49-F238E27FC236}">
                <a16:creationId xmlns:a16="http://schemas.microsoft.com/office/drawing/2014/main" id="{5CD377F2-B40F-49F3-9AB7-F9F7DD93A876}"/>
              </a:ext>
            </a:extLst>
          </p:cNvPr>
          <p:cNvSpPr/>
          <p:nvPr/>
        </p:nvSpPr>
        <p:spPr>
          <a:xfrm>
            <a:off x="8525883" y="1553507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5" name="사각형: 둥근 모서리 484">
            <a:extLst>
              <a:ext uri="{FF2B5EF4-FFF2-40B4-BE49-F238E27FC236}">
                <a16:creationId xmlns:a16="http://schemas.microsoft.com/office/drawing/2014/main" id="{73A99610-3312-49E2-980C-8BB3EBFA1957}"/>
              </a:ext>
            </a:extLst>
          </p:cNvPr>
          <p:cNvSpPr/>
          <p:nvPr/>
        </p:nvSpPr>
        <p:spPr>
          <a:xfrm>
            <a:off x="8626746" y="1657441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6" name="사각형: 둥근 모서리 485">
            <a:extLst>
              <a:ext uri="{FF2B5EF4-FFF2-40B4-BE49-F238E27FC236}">
                <a16:creationId xmlns:a16="http://schemas.microsoft.com/office/drawing/2014/main" id="{008860CD-05C7-4656-89A8-A41E421DEADD}"/>
              </a:ext>
            </a:extLst>
          </p:cNvPr>
          <p:cNvSpPr/>
          <p:nvPr/>
        </p:nvSpPr>
        <p:spPr>
          <a:xfrm>
            <a:off x="8622064" y="2200338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7" name="사각형: 둥근 모서리 486">
            <a:extLst>
              <a:ext uri="{FF2B5EF4-FFF2-40B4-BE49-F238E27FC236}">
                <a16:creationId xmlns:a16="http://schemas.microsoft.com/office/drawing/2014/main" id="{8E70D90F-F063-4F96-8FFE-538BB52FE249}"/>
              </a:ext>
            </a:extLst>
          </p:cNvPr>
          <p:cNvSpPr/>
          <p:nvPr/>
        </p:nvSpPr>
        <p:spPr>
          <a:xfrm>
            <a:off x="10552822" y="1657441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8" name="사각형: 둥근 모서리 487">
            <a:extLst>
              <a:ext uri="{FF2B5EF4-FFF2-40B4-BE49-F238E27FC236}">
                <a16:creationId xmlns:a16="http://schemas.microsoft.com/office/drawing/2014/main" id="{E84D979E-7A2F-4FFB-BC1B-F5B5674E7C1F}"/>
              </a:ext>
            </a:extLst>
          </p:cNvPr>
          <p:cNvSpPr/>
          <p:nvPr/>
        </p:nvSpPr>
        <p:spPr>
          <a:xfrm>
            <a:off x="9589340" y="1657441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9" name="사각형: 둥근 모서리 488">
            <a:extLst>
              <a:ext uri="{FF2B5EF4-FFF2-40B4-BE49-F238E27FC236}">
                <a16:creationId xmlns:a16="http://schemas.microsoft.com/office/drawing/2014/main" id="{59D38289-19C4-4ED0-8ABF-D2BD10B46BAD}"/>
              </a:ext>
            </a:extLst>
          </p:cNvPr>
          <p:cNvSpPr/>
          <p:nvPr/>
        </p:nvSpPr>
        <p:spPr>
          <a:xfrm>
            <a:off x="8568655" y="5320791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490" name="그림 489">
            <a:extLst>
              <a:ext uri="{FF2B5EF4-FFF2-40B4-BE49-F238E27FC236}">
                <a16:creationId xmlns:a16="http://schemas.microsoft.com/office/drawing/2014/main" id="{69823A6C-6227-4813-B0C1-48FA91858B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7340" y="3425992"/>
            <a:ext cx="385031" cy="450981"/>
          </a:xfrm>
          <a:prstGeom prst="rect">
            <a:avLst/>
          </a:prstGeom>
        </p:spPr>
      </p:pic>
      <p:pic>
        <p:nvPicPr>
          <p:cNvPr id="491" name="Picture 6" descr="박쥐 게임 스프라이트 | 프리미엄 벡터">
            <a:extLst>
              <a:ext uri="{FF2B5EF4-FFF2-40B4-BE49-F238E27FC236}">
                <a16:creationId xmlns:a16="http://schemas.microsoft.com/office/drawing/2014/main" id="{65E3B6FB-6CBB-4F33-B65D-6E4178A664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9200968" y="2200339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2" name="Picture 6" descr="박쥐 게임 스프라이트 | 프리미엄 벡터">
            <a:extLst>
              <a:ext uri="{FF2B5EF4-FFF2-40B4-BE49-F238E27FC236}">
                <a16:creationId xmlns:a16="http://schemas.microsoft.com/office/drawing/2014/main" id="{6E3EE702-67A9-4212-8B25-49B8D5C4B7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9970593" y="2169056"/>
            <a:ext cx="378357" cy="15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3" name="Picture 6" descr="박쥐 게임 스프라이트 | 프리미엄 벡터">
            <a:extLst>
              <a:ext uri="{FF2B5EF4-FFF2-40B4-BE49-F238E27FC236}">
                <a16:creationId xmlns:a16="http://schemas.microsoft.com/office/drawing/2014/main" id="{F8D8C692-791C-434B-98BB-FE5E720189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9162829" y="2501366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6" name="Picture 6" descr="박쥐 게임 스프라이트 | 프리미엄 벡터">
            <a:extLst>
              <a:ext uri="{FF2B5EF4-FFF2-40B4-BE49-F238E27FC236}">
                <a16:creationId xmlns:a16="http://schemas.microsoft.com/office/drawing/2014/main" id="{9EA0DB94-140E-4351-9480-BC2365B66CD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9435638" y="4621760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7" name="Picture 6" descr="박쥐 게임 스프라이트 | 프리미엄 벡터">
            <a:extLst>
              <a:ext uri="{FF2B5EF4-FFF2-40B4-BE49-F238E27FC236}">
                <a16:creationId xmlns:a16="http://schemas.microsoft.com/office/drawing/2014/main" id="{6864C962-8CCF-4C46-9085-ACFA3DAF426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10194988" y="2489631"/>
            <a:ext cx="378357" cy="15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8" name="Picture 6" descr="박쥐 게임 스프라이트 | 프리미엄 벡터">
            <a:extLst>
              <a:ext uri="{FF2B5EF4-FFF2-40B4-BE49-F238E27FC236}">
                <a16:creationId xmlns:a16="http://schemas.microsoft.com/office/drawing/2014/main" id="{5FF7DBF2-C87E-4A31-B546-9931D3065C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8702477" y="4340359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9" name="Picture 6" descr="박쥐 게임 스프라이트 | 프리미엄 벡터">
            <a:extLst>
              <a:ext uri="{FF2B5EF4-FFF2-40B4-BE49-F238E27FC236}">
                <a16:creationId xmlns:a16="http://schemas.microsoft.com/office/drawing/2014/main" id="{07219A5C-D67D-4C00-89FC-CEA79D9534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8565092" y="3133250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0" name="Picture 6" descr="박쥐 게임 스프라이트 | 프리미엄 벡터">
            <a:extLst>
              <a:ext uri="{FF2B5EF4-FFF2-40B4-BE49-F238E27FC236}">
                <a16:creationId xmlns:a16="http://schemas.microsoft.com/office/drawing/2014/main" id="{8B83CCE1-9D20-4CE3-9436-75717220BD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8990854" y="4730032"/>
            <a:ext cx="595547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1" name="Picture 6" descr="박쥐 게임 스프라이트 | 프리미엄 벡터">
            <a:extLst>
              <a:ext uri="{FF2B5EF4-FFF2-40B4-BE49-F238E27FC236}">
                <a16:creationId xmlns:a16="http://schemas.microsoft.com/office/drawing/2014/main" id="{70D713D6-6722-411F-9C0A-A598F061AF2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8738842" y="4011069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2" name="TextBox 501">
            <a:extLst>
              <a:ext uri="{FF2B5EF4-FFF2-40B4-BE49-F238E27FC236}">
                <a16:creationId xmlns:a16="http://schemas.microsoft.com/office/drawing/2014/main" id="{65E66B99-02F5-45A1-8212-0E3C96BF49B1}"/>
              </a:ext>
            </a:extLst>
          </p:cNvPr>
          <p:cNvSpPr txBox="1"/>
          <p:nvPr/>
        </p:nvSpPr>
        <p:spPr>
          <a:xfrm>
            <a:off x="6230603" y="6183178"/>
            <a:ext cx="1231296" cy="2892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빌드업 웨이브</a:t>
            </a:r>
          </a:p>
        </p:txBody>
      </p:sp>
      <p:sp>
        <p:nvSpPr>
          <p:cNvPr id="503" name="TextBox 502">
            <a:extLst>
              <a:ext uri="{FF2B5EF4-FFF2-40B4-BE49-F238E27FC236}">
                <a16:creationId xmlns:a16="http://schemas.microsoft.com/office/drawing/2014/main" id="{00010153-0D62-46E4-9599-E2637FAF3495}"/>
              </a:ext>
            </a:extLst>
          </p:cNvPr>
          <p:cNvSpPr txBox="1"/>
          <p:nvPr/>
        </p:nvSpPr>
        <p:spPr>
          <a:xfrm>
            <a:off x="8904255" y="6183178"/>
            <a:ext cx="1800838" cy="2892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전투 </a:t>
            </a:r>
            <a:r>
              <a:rPr lang="en-US" altLang="ko-KR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&amp; </a:t>
            </a:r>
            <a:r>
              <a:rPr lang="ko-KR" altLang="en-US" sz="1400" b="1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디펜스 웨이브</a:t>
            </a:r>
          </a:p>
        </p:txBody>
      </p:sp>
      <p:pic>
        <p:nvPicPr>
          <p:cNvPr id="504" name="Picture 6" descr="박쥐 게임 스프라이트 | 프리미엄 벡터">
            <a:extLst>
              <a:ext uri="{FF2B5EF4-FFF2-40B4-BE49-F238E27FC236}">
                <a16:creationId xmlns:a16="http://schemas.microsoft.com/office/drawing/2014/main" id="{1F70CBC7-FE8F-49AC-9795-06795057AD8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10231812" y="4672569"/>
            <a:ext cx="690773" cy="278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5" name="그림 504">
            <a:extLst>
              <a:ext uri="{FF2B5EF4-FFF2-40B4-BE49-F238E27FC236}">
                <a16:creationId xmlns:a16="http://schemas.microsoft.com/office/drawing/2014/main" id="{135FE666-735C-4791-ADCC-E48BFD46C8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0422" y="2319972"/>
            <a:ext cx="247730" cy="217240"/>
          </a:xfrm>
          <a:prstGeom prst="rect">
            <a:avLst/>
          </a:prstGeom>
        </p:spPr>
      </p:pic>
      <p:pic>
        <p:nvPicPr>
          <p:cNvPr id="506" name="그림 505">
            <a:extLst>
              <a:ext uri="{FF2B5EF4-FFF2-40B4-BE49-F238E27FC236}">
                <a16:creationId xmlns:a16="http://schemas.microsoft.com/office/drawing/2014/main" id="{36F194DD-7CDA-4394-94D1-594968EC0C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5144" y="4904938"/>
            <a:ext cx="247730" cy="217240"/>
          </a:xfrm>
          <a:prstGeom prst="rect">
            <a:avLst/>
          </a:prstGeom>
        </p:spPr>
      </p:pic>
      <p:pic>
        <p:nvPicPr>
          <p:cNvPr id="507" name="그림 506">
            <a:extLst>
              <a:ext uri="{FF2B5EF4-FFF2-40B4-BE49-F238E27FC236}">
                <a16:creationId xmlns:a16="http://schemas.microsoft.com/office/drawing/2014/main" id="{B67A56CE-6BA1-46E8-AF59-6774C7BF38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8777" y="2688403"/>
            <a:ext cx="247730" cy="217240"/>
          </a:xfrm>
          <a:prstGeom prst="rect">
            <a:avLst/>
          </a:prstGeom>
        </p:spPr>
      </p:pic>
      <p:sp>
        <p:nvSpPr>
          <p:cNvPr id="508" name="사각형: 둥근 모서리 507">
            <a:extLst>
              <a:ext uri="{FF2B5EF4-FFF2-40B4-BE49-F238E27FC236}">
                <a16:creationId xmlns:a16="http://schemas.microsoft.com/office/drawing/2014/main" id="{2235386B-78E4-4E8A-868C-B503C2BAF897}"/>
              </a:ext>
            </a:extLst>
          </p:cNvPr>
          <p:cNvSpPr/>
          <p:nvPr/>
        </p:nvSpPr>
        <p:spPr>
          <a:xfrm>
            <a:off x="5610233" y="5313510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grpSp>
        <p:nvGrpSpPr>
          <p:cNvPr id="237" name="그룹 236">
            <a:extLst>
              <a:ext uri="{FF2B5EF4-FFF2-40B4-BE49-F238E27FC236}">
                <a16:creationId xmlns:a16="http://schemas.microsoft.com/office/drawing/2014/main" id="{C5DFAA9D-281F-A618-D204-9FC4ACD0458D}"/>
              </a:ext>
            </a:extLst>
          </p:cNvPr>
          <p:cNvGrpSpPr/>
          <p:nvPr/>
        </p:nvGrpSpPr>
        <p:grpSpPr>
          <a:xfrm>
            <a:off x="5644999" y="5337754"/>
            <a:ext cx="449300" cy="153348"/>
            <a:chOff x="5671221" y="5337754"/>
            <a:chExt cx="449300" cy="153348"/>
          </a:xfrm>
        </p:grpSpPr>
        <p:grpSp>
          <p:nvGrpSpPr>
            <p:cNvPr id="217" name="그룹 216">
              <a:extLst>
                <a:ext uri="{FF2B5EF4-FFF2-40B4-BE49-F238E27FC236}">
                  <a16:creationId xmlns:a16="http://schemas.microsoft.com/office/drawing/2014/main" id="{278FAD00-B3E1-47E7-9616-3FE3F6D71E1C}"/>
                </a:ext>
              </a:extLst>
            </p:cNvPr>
            <p:cNvGrpSpPr/>
            <p:nvPr/>
          </p:nvGrpSpPr>
          <p:grpSpPr>
            <a:xfrm>
              <a:off x="5694058" y="5343182"/>
              <a:ext cx="426463" cy="142494"/>
              <a:chOff x="5645144" y="3140870"/>
              <a:chExt cx="249768" cy="110534"/>
            </a:xfrm>
          </p:grpSpPr>
          <p:sp>
            <p:nvSpPr>
              <p:cNvPr id="235" name="사각형: 둥근 모서리 234">
                <a:extLst>
                  <a:ext uri="{FF2B5EF4-FFF2-40B4-BE49-F238E27FC236}">
                    <a16:creationId xmlns:a16="http://schemas.microsoft.com/office/drawing/2014/main" id="{18711AAD-C8D0-4142-B205-C6598FE70269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236" name="사각형: 둥근 모서리 235">
                <a:extLst>
                  <a:ext uri="{FF2B5EF4-FFF2-40B4-BE49-F238E27FC236}">
                    <a16:creationId xmlns:a16="http://schemas.microsoft.com/office/drawing/2014/main" id="{FEDE95BF-9D28-4E61-9630-35AA63FFA39F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218" name="그림 217">
              <a:extLst>
                <a:ext uri="{FF2B5EF4-FFF2-40B4-BE49-F238E27FC236}">
                  <a16:creationId xmlns:a16="http://schemas.microsoft.com/office/drawing/2014/main" id="{360E855C-9474-4D23-B795-27B4B622BA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122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238" name="그룹 237">
            <a:extLst>
              <a:ext uri="{FF2B5EF4-FFF2-40B4-BE49-F238E27FC236}">
                <a16:creationId xmlns:a16="http://schemas.microsoft.com/office/drawing/2014/main" id="{35FECD97-0979-9F0B-ACE5-771885FF322C}"/>
              </a:ext>
            </a:extLst>
          </p:cNvPr>
          <p:cNvGrpSpPr/>
          <p:nvPr/>
        </p:nvGrpSpPr>
        <p:grpSpPr>
          <a:xfrm>
            <a:off x="6132349" y="5337754"/>
            <a:ext cx="449300" cy="153348"/>
            <a:chOff x="6136251" y="5337754"/>
            <a:chExt cx="449300" cy="153348"/>
          </a:xfrm>
        </p:grpSpPr>
        <p:grpSp>
          <p:nvGrpSpPr>
            <p:cNvPr id="219" name="그룹 218">
              <a:extLst>
                <a:ext uri="{FF2B5EF4-FFF2-40B4-BE49-F238E27FC236}">
                  <a16:creationId xmlns:a16="http://schemas.microsoft.com/office/drawing/2014/main" id="{D23F782A-D638-49C1-AA19-6E565D7C8F7D}"/>
                </a:ext>
              </a:extLst>
            </p:cNvPr>
            <p:cNvGrpSpPr/>
            <p:nvPr/>
          </p:nvGrpSpPr>
          <p:grpSpPr>
            <a:xfrm>
              <a:off x="6159088" y="5343182"/>
              <a:ext cx="426463" cy="142494"/>
              <a:chOff x="5645144" y="3140870"/>
              <a:chExt cx="249768" cy="110534"/>
            </a:xfrm>
          </p:grpSpPr>
          <p:sp>
            <p:nvSpPr>
              <p:cNvPr id="233" name="사각형: 둥근 모서리 232">
                <a:extLst>
                  <a:ext uri="{FF2B5EF4-FFF2-40B4-BE49-F238E27FC236}">
                    <a16:creationId xmlns:a16="http://schemas.microsoft.com/office/drawing/2014/main" id="{400FF224-3DFE-4AB4-85ED-7BE6E33188C6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234" name="사각형: 둥근 모서리 233">
                <a:extLst>
                  <a:ext uri="{FF2B5EF4-FFF2-40B4-BE49-F238E27FC236}">
                    <a16:creationId xmlns:a16="http://schemas.microsoft.com/office/drawing/2014/main" id="{20A8A750-357E-43F8-9627-C31EF5B12DD3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220" name="그림 219">
              <a:extLst>
                <a:ext uri="{FF2B5EF4-FFF2-40B4-BE49-F238E27FC236}">
                  <a16:creationId xmlns:a16="http://schemas.microsoft.com/office/drawing/2014/main" id="{DB519A15-B627-4362-B82C-C2914CE834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625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239" name="그룹 238">
            <a:extLst>
              <a:ext uri="{FF2B5EF4-FFF2-40B4-BE49-F238E27FC236}">
                <a16:creationId xmlns:a16="http://schemas.microsoft.com/office/drawing/2014/main" id="{A9DA663F-8C0F-362B-9AD6-322F4ED447B3}"/>
              </a:ext>
            </a:extLst>
          </p:cNvPr>
          <p:cNvGrpSpPr/>
          <p:nvPr/>
        </p:nvGrpSpPr>
        <p:grpSpPr>
          <a:xfrm>
            <a:off x="6619699" y="5337754"/>
            <a:ext cx="449300" cy="153348"/>
            <a:chOff x="6601281" y="5337754"/>
            <a:chExt cx="449300" cy="153348"/>
          </a:xfrm>
        </p:grpSpPr>
        <p:grpSp>
          <p:nvGrpSpPr>
            <p:cNvPr id="221" name="그룹 220">
              <a:extLst>
                <a:ext uri="{FF2B5EF4-FFF2-40B4-BE49-F238E27FC236}">
                  <a16:creationId xmlns:a16="http://schemas.microsoft.com/office/drawing/2014/main" id="{B640DDD1-21E2-4844-862A-4914E353B867}"/>
                </a:ext>
              </a:extLst>
            </p:cNvPr>
            <p:cNvGrpSpPr/>
            <p:nvPr/>
          </p:nvGrpSpPr>
          <p:grpSpPr>
            <a:xfrm>
              <a:off x="6624118" y="5343182"/>
              <a:ext cx="426463" cy="142494"/>
              <a:chOff x="5645144" y="3140870"/>
              <a:chExt cx="249768" cy="110534"/>
            </a:xfrm>
          </p:grpSpPr>
          <p:sp>
            <p:nvSpPr>
              <p:cNvPr id="231" name="사각형: 둥근 모서리 230">
                <a:extLst>
                  <a:ext uri="{FF2B5EF4-FFF2-40B4-BE49-F238E27FC236}">
                    <a16:creationId xmlns:a16="http://schemas.microsoft.com/office/drawing/2014/main" id="{8FAE4913-05A1-4E79-A7D5-7143852C0B7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232" name="사각형: 둥근 모서리 231">
                <a:extLst>
                  <a:ext uri="{FF2B5EF4-FFF2-40B4-BE49-F238E27FC236}">
                    <a16:creationId xmlns:a16="http://schemas.microsoft.com/office/drawing/2014/main" id="{9E3F3B9F-9FE7-4E58-B57B-865F799D5EC6}"/>
                  </a:ext>
                </a:extLst>
              </p:cNvPr>
              <p:cNvSpPr/>
              <p:nvPr/>
            </p:nvSpPr>
            <p:spPr>
              <a:xfrm>
                <a:off x="5645145" y="3140870"/>
                <a:ext cx="100989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222" name="그림 221">
              <a:extLst>
                <a:ext uri="{FF2B5EF4-FFF2-40B4-BE49-F238E27FC236}">
                  <a16:creationId xmlns:a16="http://schemas.microsoft.com/office/drawing/2014/main" id="{1C4AF11A-E399-4B9E-8CCC-80E3CA4601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128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BDEE5D96-0259-2DAB-42E1-B4E58F740F1C}"/>
              </a:ext>
            </a:extLst>
          </p:cNvPr>
          <p:cNvGrpSpPr/>
          <p:nvPr/>
        </p:nvGrpSpPr>
        <p:grpSpPr>
          <a:xfrm>
            <a:off x="7107049" y="5337754"/>
            <a:ext cx="449302" cy="153348"/>
            <a:chOff x="7066312" y="5337754"/>
            <a:chExt cx="449302" cy="153348"/>
          </a:xfrm>
        </p:grpSpPr>
        <p:grpSp>
          <p:nvGrpSpPr>
            <p:cNvPr id="223" name="그룹 222">
              <a:extLst>
                <a:ext uri="{FF2B5EF4-FFF2-40B4-BE49-F238E27FC236}">
                  <a16:creationId xmlns:a16="http://schemas.microsoft.com/office/drawing/2014/main" id="{12A84AB2-8060-4513-B483-7917F9A6819C}"/>
                </a:ext>
              </a:extLst>
            </p:cNvPr>
            <p:cNvGrpSpPr/>
            <p:nvPr/>
          </p:nvGrpSpPr>
          <p:grpSpPr>
            <a:xfrm>
              <a:off x="7089150" y="5343182"/>
              <a:ext cx="426464" cy="142494"/>
              <a:chOff x="5645143" y="3140870"/>
              <a:chExt cx="249769" cy="110534"/>
            </a:xfrm>
          </p:grpSpPr>
          <p:sp>
            <p:nvSpPr>
              <p:cNvPr id="229" name="사각형: 둥근 모서리 228">
                <a:extLst>
                  <a:ext uri="{FF2B5EF4-FFF2-40B4-BE49-F238E27FC236}">
                    <a16:creationId xmlns:a16="http://schemas.microsoft.com/office/drawing/2014/main" id="{421659AD-FF4A-4817-8D3D-C7CC00366348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230" name="사각형: 둥근 모서리 229">
                <a:extLst>
                  <a:ext uri="{FF2B5EF4-FFF2-40B4-BE49-F238E27FC236}">
                    <a16:creationId xmlns:a16="http://schemas.microsoft.com/office/drawing/2014/main" id="{CB5962FA-1FD9-490B-BDC9-74EA09015CF0}"/>
                  </a:ext>
                </a:extLst>
              </p:cNvPr>
              <p:cNvSpPr/>
              <p:nvPr/>
            </p:nvSpPr>
            <p:spPr>
              <a:xfrm>
                <a:off x="5645143" y="3140870"/>
                <a:ext cx="247306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224" name="그림 223">
              <a:extLst>
                <a:ext uri="{FF2B5EF4-FFF2-40B4-BE49-F238E27FC236}">
                  <a16:creationId xmlns:a16="http://schemas.microsoft.com/office/drawing/2014/main" id="{5B3001DD-B11A-4F2D-8103-7C29CDC57D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6312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1584A0DE-4E18-9AFD-8459-8BD364CF6635}"/>
              </a:ext>
            </a:extLst>
          </p:cNvPr>
          <p:cNvGrpSpPr/>
          <p:nvPr/>
        </p:nvGrpSpPr>
        <p:grpSpPr>
          <a:xfrm>
            <a:off x="7594400" y="5337754"/>
            <a:ext cx="449299" cy="153348"/>
            <a:chOff x="7531343" y="5337754"/>
            <a:chExt cx="449299" cy="153348"/>
          </a:xfrm>
        </p:grpSpPr>
        <p:grpSp>
          <p:nvGrpSpPr>
            <p:cNvPr id="225" name="그룹 224">
              <a:extLst>
                <a:ext uri="{FF2B5EF4-FFF2-40B4-BE49-F238E27FC236}">
                  <a16:creationId xmlns:a16="http://schemas.microsoft.com/office/drawing/2014/main" id="{3DE21939-E7AA-49AA-A124-FE8E7C98ACA2}"/>
                </a:ext>
              </a:extLst>
            </p:cNvPr>
            <p:cNvGrpSpPr/>
            <p:nvPr/>
          </p:nvGrpSpPr>
          <p:grpSpPr>
            <a:xfrm>
              <a:off x="7554179" y="5343182"/>
              <a:ext cx="426463" cy="142494"/>
              <a:chOff x="5645144" y="3140870"/>
              <a:chExt cx="249768" cy="110534"/>
            </a:xfrm>
          </p:grpSpPr>
          <p:sp>
            <p:nvSpPr>
              <p:cNvPr id="227" name="사각형: 둥근 모서리 226">
                <a:extLst>
                  <a:ext uri="{FF2B5EF4-FFF2-40B4-BE49-F238E27FC236}">
                    <a16:creationId xmlns:a16="http://schemas.microsoft.com/office/drawing/2014/main" id="{C32C6607-7476-472A-A238-6F191E335F28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228" name="사각형: 둥근 모서리 227">
                <a:extLst>
                  <a:ext uri="{FF2B5EF4-FFF2-40B4-BE49-F238E27FC236}">
                    <a16:creationId xmlns:a16="http://schemas.microsoft.com/office/drawing/2014/main" id="{DB94B19E-63B3-45D4-90DE-21765EF2CD70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226" name="그림 225">
              <a:extLst>
                <a:ext uri="{FF2B5EF4-FFF2-40B4-BE49-F238E27FC236}">
                  <a16:creationId xmlns:a16="http://schemas.microsoft.com/office/drawing/2014/main" id="{EEF9E02E-B2FA-4F83-85FC-17EA11FBA05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1343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F2DF757D-2A40-4CDB-AB0E-75E51A32B070}"/>
              </a:ext>
            </a:extLst>
          </p:cNvPr>
          <p:cNvGrpSpPr/>
          <p:nvPr/>
        </p:nvGrpSpPr>
        <p:grpSpPr>
          <a:xfrm>
            <a:off x="10150298" y="3310975"/>
            <a:ext cx="440651" cy="651758"/>
            <a:chOff x="10529392" y="3206783"/>
            <a:chExt cx="253716" cy="375266"/>
          </a:xfrm>
        </p:grpSpPr>
        <p:grpSp>
          <p:nvGrpSpPr>
            <p:cNvPr id="169" name="그룹 168">
              <a:extLst>
                <a:ext uri="{FF2B5EF4-FFF2-40B4-BE49-F238E27FC236}">
                  <a16:creationId xmlns:a16="http://schemas.microsoft.com/office/drawing/2014/main" id="{A1F6C62E-BBDB-459B-B92E-6BB0F10097C0}"/>
                </a:ext>
              </a:extLst>
            </p:cNvPr>
            <p:cNvGrpSpPr/>
            <p:nvPr/>
          </p:nvGrpSpPr>
          <p:grpSpPr>
            <a:xfrm>
              <a:off x="10529392" y="3206783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71" name="직사각형 170">
                <a:extLst>
                  <a:ext uri="{FF2B5EF4-FFF2-40B4-BE49-F238E27FC236}">
                    <a16:creationId xmlns:a16="http://schemas.microsoft.com/office/drawing/2014/main" id="{93BCB630-7A0A-4277-A844-9A89111291AD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2" name="직사각형 171">
                <a:extLst>
                  <a:ext uri="{FF2B5EF4-FFF2-40B4-BE49-F238E27FC236}">
                    <a16:creationId xmlns:a16="http://schemas.microsoft.com/office/drawing/2014/main" id="{460C3800-E899-4724-AF6D-58119942728D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3" name="직사각형 172">
                <a:extLst>
                  <a:ext uri="{FF2B5EF4-FFF2-40B4-BE49-F238E27FC236}">
                    <a16:creationId xmlns:a16="http://schemas.microsoft.com/office/drawing/2014/main" id="{967974C3-0665-450F-8214-9E98A54D5F60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4" name="직사각형 173">
                <a:extLst>
                  <a:ext uri="{FF2B5EF4-FFF2-40B4-BE49-F238E27FC236}">
                    <a16:creationId xmlns:a16="http://schemas.microsoft.com/office/drawing/2014/main" id="{DA38C713-19C8-46E9-8AFB-76F0E8556FA0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5" name="직사각형 174">
                <a:extLst>
                  <a:ext uri="{FF2B5EF4-FFF2-40B4-BE49-F238E27FC236}">
                    <a16:creationId xmlns:a16="http://schemas.microsoft.com/office/drawing/2014/main" id="{AE232F4C-FC65-4A11-BB9E-681E79B0E481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6" name="직사각형 175">
                <a:extLst>
                  <a:ext uri="{FF2B5EF4-FFF2-40B4-BE49-F238E27FC236}">
                    <a16:creationId xmlns:a16="http://schemas.microsoft.com/office/drawing/2014/main" id="{839C90AD-CBF8-402F-A1D5-CE04F2BB009A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70" name="그림 169">
              <a:extLst>
                <a:ext uri="{FF2B5EF4-FFF2-40B4-BE49-F238E27FC236}">
                  <a16:creationId xmlns:a16="http://schemas.microsoft.com/office/drawing/2014/main" id="{A0255FB2-CBFE-4623-993B-54DC7B55FB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71056" y="3296095"/>
              <a:ext cx="167686" cy="147049"/>
            </a:xfrm>
            <a:prstGeom prst="rect">
              <a:avLst/>
            </a:prstGeom>
          </p:spPr>
        </p:pic>
      </p:grp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722407EE-4B3B-4079-8F40-CE3EDEC7BB2C}"/>
              </a:ext>
            </a:extLst>
          </p:cNvPr>
          <p:cNvGrpSpPr/>
          <p:nvPr/>
        </p:nvGrpSpPr>
        <p:grpSpPr>
          <a:xfrm>
            <a:off x="9716097" y="2669641"/>
            <a:ext cx="440651" cy="651758"/>
            <a:chOff x="10290996" y="2826696"/>
            <a:chExt cx="253716" cy="375266"/>
          </a:xfrm>
        </p:grpSpPr>
        <p:grpSp>
          <p:nvGrpSpPr>
            <p:cNvPr id="161" name="그룹 160">
              <a:extLst>
                <a:ext uri="{FF2B5EF4-FFF2-40B4-BE49-F238E27FC236}">
                  <a16:creationId xmlns:a16="http://schemas.microsoft.com/office/drawing/2014/main" id="{5A2847C7-BD0F-495B-BC02-1148B1626C9B}"/>
                </a:ext>
              </a:extLst>
            </p:cNvPr>
            <p:cNvGrpSpPr/>
            <p:nvPr/>
          </p:nvGrpSpPr>
          <p:grpSpPr>
            <a:xfrm>
              <a:off x="10290996" y="2826696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63" name="직사각형 162">
                <a:extLst>
                  <a:ext uri="{FF2B5EF4-FFF2-40B4-BE49-F238E27FC236}">
                    <a16:creationId xmlns:a16="http://schemas.microsoft.com/office/drawing/2014/main" id="{762B7567-1B96-4F1F-85B8-EC250CA92D98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4" name="직사각형 163">
                <a:extLst>
                  <a:ext uri="{FF2B5EF4-FFF2-40B4-BE49-F238E27FC236}">
                    <a16:creationId xmlns:a16="http://schemas.microsoft.com/office/drawing/2014/main" id="{24662CA2-A5CC-43DA-8EDD-FDBF8D4DCE94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5" name="직사각형 164">
                <a:extLst>
                  <a:ext uri="{FF2B5EF4-FFF2-40B4-BE49-F238E27FC236}">
                    <a16:creationId xmlns:a16="http://schemas.microsoft.com/office/drawing/2014/main" id="{5D39AFB0-40EC-46C5-877F-5013F23F1872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6" name="직사각형 165">
                <a:extLst>
                  <a:ext uri="{FF2B5EF4-FFF2-40B4-BE49-F238E27FC236}">
                    <a16:creationId xmlns:a16="http://schemas.microsoft.com/office/drawing/2014/main" id="{AC53B84D-C9E6-4DFC-9DF6-BAD197868118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7" name="직사각형 166">
                <a:extLst>
                  <a:ext uri="{FF2B5EF4-FFF2-40B4-BE49-F238E27FC236}">
                    <a16:creationId xmlns:a16="http://schemas.microsoft.com/office/drawing/2014/main" id="{7DC40F21-0EE9-4610-8EED-962195602FDE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8" name="직사각형 167">
                <a:extLst>
                  <a:ext uri="{FF2B5EF4-FFF2-40B4-BE49-F238E27FC236}">
                    <a16:creationId xmlns:a16="http://schemas.microsoft.com/office/drawing/2014/main" id="{A91FBFAF-417A-446F-BD9C-27F740E92878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62" name="그림 161">
              <a:extLst>
                <a:ext uri="{FF2B5EF4-FFF2-40B4-BE49-F238E27FC236}">
                  <a16:creationId xmlns:a16="http://schemas.microsoft.com/office/drawing/2014/main" id="{44141D9C-B72C-42A3-8840-3145135306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32660" y="2916008"/>
              <a:ext cx="167686" cy="147049"/>
            </a:xfrm>
            <a:prstGeom prst="rect">
              <a:avLst/>
            </a:prstGeom>
          </p:spPr>
        </p:pic>
      </p:grp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97899133-269B-4769-9635-D2B8DF4F6257}"/>
              </a:ext>
            </a:extLst>
          </p:cNvPr>
          <p:cNvGrpSpPr/>
          <p:nvPr/>
        </p:nvGrpSpPr>
        <p:grpSpPr>
          <a:xfrm>
            <a:off x="9283732" y="2889356"/>
            <a:ext cx="440651" cy="431186"/>
            <a:chOff x="10031415" y="2950781"/>
            <a:chExt cx="253716" cy="248266"/>
          </a:xfrm>
        </p:grpSpPr>
        <p:grpSp>
          <p:nvGrpSpPr>
            <p:cNvPr id="155" name="그룹 154">
              <a:extLst>
                <a:ext uri="{FF2B5EF4-FFF2-40B4-BE49-F238E27FC236}">
                  <a16:creationId xmlns:a16="http://schemas.microsoft.com/office/drawing/2014/main" id="{010D5988-4B04-4DEF-88DE-05831B13AD4A}"/>
                </a:ext>
              </a:extLst>
            </p:cNvPr>
            <p:cNvGrpSpPr/>
            <p:nvPr/>
          </p:nvGrpSpPr>
          <p:grpSpPr>
            <a:xfrm>
              <a:off x="10031415" y="2950781"/>
              <a:ext cx="253716" cy="248266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57" name="직사각형 156">
                <a:extLst>
                  <a:ext uri="{FF2B5EF4-FFF2-40B4-BE49-F238E27FC236}">
                    <a16:creationId xmlns:a16="http://schemas.microsoft.com/office/drawing/2014/main" id="{535EB912-2305-403E-9937-651DBF8254C4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8" name="직사각형 157">
                <a:extLst>
                  <a:ext uri="{FF2B5EF4-FFF2-40B4-BE49-F238E27FC236}">
                    <a16:creationId xmlns:a16="http://schemas.microsoft.com/office/drawing/2014/main" id="{8F3E1B53-A7E7-40E7-BBA9-0346E25BC76E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9" name="직사각형 158">
                <a:extLst>
                  <a:ext uri="{FF2B5EF4-FFF2-40B4-BE49-F238E27FC236}">
                    <a16:creationId xmlns:a16="http://schemas.microsoft.com/office/drawing/2014/main" id="{92A59D5A-9422-4110-B423-97089FB60BE0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0" name="직사각형 159">
                <a:extLst>
                  <a:ext uri="{FF2B5EF4-FFF2-40B4-BE49-F238E27FC236}">
                    <a16:creationId xmlns:a16="http://schemas.microsoft.com/office/drawing/2014/main" id="{ACBDE290-614F-49C6-B200-4A322E3AAC0D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56" name="그림 155">
              <a:extLst>
                <a:ext uri="{FF2B5EF4-FFF2-40B4-BE49-F238E27FC236}">
                  <a16:creationId xmlns:a16="http://schemas.microsoft.com/office/drawing/2014/main" id="{576B386B-191D-4F18-AF7D-28537B2F5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73079" y="3001932"/>
              <a:ext cx="167686" cy="147049"/>
            </a:xfrm>
            <a:prstGeom prst="rect">
              <a:avLst/>
            </a:prstGeom>
          </p:spPr>
        </p:pic>
      </p:grp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AFA9E98C-0F70-4877-970B-BADF6DB087C6}"/>
              </a:ext>
            </a:extLst>
          </p:cNvPr>
          <p:cNvGrpSpPr/>
          <p:nvPr/>
        </p:nvGrpSpPr>
        <p:grpSpPr>
          <a:xfrm>
            <a:off x="9731908" y="3955829"/>
            <a:ext cx="440651" cy="651758"/>
            <a:chOff x="10529392" y="3206783"/>
            <a:chExt cx="253716" cy="375266"/>
          </a:xfrm>
        </p:grpSpPr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4C6852F2-9AD1-46E4-9A6F-D9031393599D}"/>
                </a:ext>
              </a:extLst>
            </p:cNvPr>
            <p:cNvGrpSpPr/>
            <p:nvPr/>
          </p:nvGrpSpPr>
          <p:grpSpPr>
            <a:xfrm>
              <a:off x="10529392" y="3206783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48" name="직사각형 147">
                <a:extLst>
                  <a:ext uri="{FF2B5EF4-FFF2-40B4-BE49-F238E27FC236}">
                    <a16:creationId xmlns:a16="http://schemas.microsoft.com/office/drawing/2014/main" id="{E86A4FAB-CA2C-4C28-B86F-218AF2407F42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0" name="직사각형 149">
                <a:extLst>
                  <a:ext uri="{FF2B5EF4-FFF2-40B4-BE49-F238E27FC236}">
                    <a16:creationId xmlns:a16="http://schemas.microsoft.com/office/drawing/2014/main" id="{E6A1C816-C781-415E-9836-F29A6F033B38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1" name="직사각형 150">
                <a:extLst>
                  <a:ext uri="{FF2B5EF4-FFF2-40B4-BE49-F238E27FC236}">
                    <a16:creationId xmlns:a16="http://schemas.microsoft.com/office/drawing/2014/main" id="{2E781037-928D-438B-A521-12C5E5DEB091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2" name="직사각형 151">
                <a:extLst>
                  <a:ext uri="{FF2B5EF4-FFF2-40B4-BE49-F238E27FC236}">
                    <a16:creationId xmlns:a16="http://schemas.microsoft.com/office/drawing/2014/main" id="{C8E946B7-D8CB-494A-B411-D68943CA47E2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3" name="직사각형 152">
                <a:extLst>
                  <a:ext uri="{FF2B5EF4-FFF2-40B4-BE49-F238E27FC236}">
                    <a16:creationId xmlns:a16="http://schemas.microsoft.com/office/drawing/2014/main" id="{B86D50F5-9E02-4C49-B716-380E96899969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54" name="직사각형 153">
                <a:extLst>
                  <a:ext uri="{FF2B5EF4-FFF2-40B4-BE49-F238E27FC236}">
                    <a16:creationId xmlns:a16="http://schemas.microsoft.com/office/drawing/2014/main" id="{C4D6918C-1587-4FC2-8192-273E930717B4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47" name="그림 146">
              <a:extLst>
                <a:ext uri="{FF2B5EF4-FFF2-40B4-BE49-F238E27FC236}">
                  <a16:creationId xmlns:a16="http://schemas.microsoft.com/office/drawing/2014/main" id="{675215C5-C616-47A4-A6D9-17054E055A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71056" y="3296095"/>
              <a:ext cx="167686" cy="147049"/>
            </a:xfrm>
            <a:prstGeom prst="rect">
              <a:avLst/>
            </a:prstGeom>
          </p:spPr>
        </p:pic>
      </p:grp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740BB75E-FCFC-4668-9058-F40F23DE97A3}"/>
              </a:ext>
            </a:extLst>
          </p:cNvPr>
          <p:cNvGrpSpPr/>
          <p:nvPr/>
        </p:nvGrpSpPr>
        <p:grpSpPr>
          <a:xfrm>
            <a:off x="9294642" y="3957553"/>
            <a:ext cx="440651" cy="431186"/>
            <a:chOff x="10031415" y="2950781"/>
            <a:chExt cx="253716" cy="248266"/>
          </a:xfrm>
        </p:grpSpPr>
        <p:grpSp>
          <p:nvGrpSpPr>
            <p:cNvPr id="140" name="그룹 139">
              <a:extLst>
                <a:ext uri="{FF2B5EF4-FFF2-40B4-BE49-F238E27FC236}">
                  <a16:creationId xmlns:a16="http://schemas.microsoft.com/office/drawing/2014/main" id="{72BCEB45-A96B-4C07-B605-297DA150ED07}"/>
                </a:ext>
              </a:extLst>
            </p:cNvPr>
            <p:cNvGrpSpPr/>
            <p:nvPr/>
          </p:nvGrpSpPr>
          <p:grpSpPr>
            <a:xfrm>
              <a:off x="10031415" y="2950781"/>
              <a:ext cx="253716" cy="248266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42" name="직사각형 141">
                <a:extLst>
                  <a:ext uri="{FF2B5EF4-FFF2-40B4-BE49-F238E27FC236}">
                    <a16:creationId xmlns:a16="http://schemas.microsoft.com/office/drawing/2014/main" id="{E883B57B-2496-4155-B706-B123A28CB761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3" name="직사각형 142">
                <a:extLst>
                  <a:ext uri="{FF2B5EF4-FFF2-40B4-BE49-F238E27FC236}">
                    <a16:creationId xmlns:a16="http://schemas.microsoft.com/office/drawing/2014/main" id="{0E7F77F2-BDE4-4334-B1B4-D7FA8D08801A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4" name="직사각형 143">
                <a:extLst>
                  <a:ext uri="{FF2B5EF4-FFF2-40B4-BE49-F238E27FC236}">
                    <a16:creationId xmlns:a16="http://schemas.microsoft.com/office/drawing/2014/main" id="{BACFC894-D5E4-4346-A05D-E8AF3418B37F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5" name="직사각형 144">
                <a:extLst>
                  <a:ext uri="{FF2B5EF4-FFF2-40B4-BE49-F238E27FC236}">
                    <a16:creationId xmlns:a16="http://schemas.microsoft.com/office/drawing/2014/main" id="{4D6F44FF-2DD7-4E90-9884-1691C006CF34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41" name="그림 140">
              <a:extLst>
                <a:ext uri="{FF2B5EF4-FFF2-40B4-BE49-F238E27FC236}">
                  <a16:creationId xmlns:a16="http://schemas.microsoft.com/office/drawing/2014/main" id="{2BD72141-0B20-4BE7-842E-4B5CFC846C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73079" y="3001932"/>
              <a:ext cx="167686" cy="147049"/>
            </a:xfrm>
            <a:prstGeom prst="rect">
              <a:avLst/>
            </a:prstGeom>
          </p:spPr>
        </p:pic>
      </p:grpSp>
      <p:pic>
        <p:nvPicPr>
          <p:cNvPr id="139" name="그림 138">
            <a:extLst>
              <a:ext uri="{FF2B5EF4-FFF2-40B4-BE49-F238E27FC236}">
                <a16:creationId xmlns:a16="http://schemas.microsoft.com/office/drawing/2014/main" id="{F5817B6B-09F6-40C2-9EC9-206D046A94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9940" y="4214079"/>
            <a:ext cx="385031" cy="450981"/>
          </a:xfrm>
          <a:prstGeom prst="rect">
            <a:avLst/>
          </a:prstGeom>
        </p:spPr>
      </p:pic>
      <p:sp>
        <p:nvSpPr>
          <p:cNvPr id="61" name="직사각형 60">
            <a:extLst>
              <a:ext uri="{FF2B5EF4-FFF2-40B4-BE49-F238E27FC236}">
                <a16:creationId xmlns:a16="http://schemas.microsoft.com/office/drawing/2014/main" id="{A8879596-1864-95F0-1126-BFF5E418A4AB}"/>
              </a:ext>
            </a:extLst>
          </p:cNvPr>
          <p:cNvSpPr/>
          <p:nvPr/>
        </p:nvSpPr>
        <p:spPr>
          <a:xfrm>
            <a:off x="10934992" y="963922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6231E01-4970-B8BE-FDE2-143C4A850C54}"/>
              </a:ext>
            </a:extLst>
          </p:cNvPr>
          <p:cNvSpPr txBox="1"/>
          <p:nvPr/>
        </p:nvSpPr>
        <p:spPr>
          <a:xfrm>
            <a:off x="9734054" y="913704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55F2CB1D-FFB7-75F8-3F87-06F2D6BEF03F}"/>
              </a:ext>
            </a:extLst>
          </p:cNvPr>
          <p:cNvSpPr/>
          <p:nvPr/>
        </p:nvSpPr>
        <p:spPr>
          <a:xfrm>
            <a:off x="10934992" y="1155400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A89A0F74-55D4-A07D-A5BE-3E09E3735F01}"/>
              </a:ext>
            </a:extLst>
          </p:cNvPr>
          <p:cNvSpPr txBox="1"/>
          <p:nvPr/>
        </p:nvSpPr>
        <p:spPr>
          <a:xfrm>
            <a:off x="8801134" y="1105183"/>
            <a:ext cx="2162710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460" name="직사각형 459">
            <a:extLst>
              <a:ext uri="{FF2B5EF4-FFF2-40B4-BE49-F238E27FC236}">
                <a16:creationId xmlns:a16="http://schemas.microsoft.com/office/drawing/2014/main" id="{12952FF0-26E8-0330-35FD-CD933266A70E}"/>
              </a:ext>
            </a:extLst>
          </p:cNvPr>
          <p:cNvSpPr/>
          <p:nvPr/>
        </p:nvSpPr>
        <p:spPr>
          <a:xfrm>
            <a:off x="10934992" y="1346879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461" name="TextBox 460">
            <a:extLst>
              <a:ext uri="{FF2B5EF4-FFF2-40B4-BE49-F238E27FC236}">
                <a16:creationId xmlns:a16="http://schemas.microsoft.com/office/drawing/2014/main" id="{71FD7C8D-7A7F-0D82-7B7A-A6328DAB0502}"/>
              </a:ext>
            </a:extLst>
          </p:cNvPr>
          <p:cNvSpPr txBox="1"/>
          <p:nvPr/>
        </p:nvSpPr>
        <p:spPr>
          <a:xfrm>
            <a:off x="9374702" y="1304980"/>
            <a:ext cx="1589141" cy="26036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278" name="사각형: 둥근 모서리 277">
            <a:extLst>
              <a:ext uri="{FF2B5EF4-FFF2-40B4-BE49-F238E27FC236}">
                <a16:creationId xmlns:a16="http://schemas.microsoft.com/office/drawing/2014/main" id="{B09DC955-3ECE-7EB6-A1BE-DF4E7B488ECA}"/>
              </a:ext>
            </a:extLst>
          </p:cNvPr>
          <p:cNvSpPr/>
          <p:nvPr/>
        </p:nvSpPr>
        <p:spPr>
          <a:xfrm>
            <a:off x="8567498" y="5313510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810BC60B-4354-BC33-80A3-98FA079BF44C}"/>
              </a:ext>
            </a:extLst>
          </p:cNvPr>
          <p:cNvGrpSpPr/>
          <p:nvPr/>
        </p:nvGrpSpPr>
        <p:grpSpPr>
          <a:xfrm>
            <a:off x="8625101" y="5343182"/>
            <a:ext cx="426463" cy="142494"/>
            <a:chOff x="5645144" y="3140870"/>
            <a:chExt cx="249768" cy="110534"/>
          </a:xfrm>
        </p:grpSpPr>
        <p:sp>
          <p:nvSpPr>
            <p:cNvPr id="313" name="사각형: 둥근 모서리 312">
              <a:extLst>
                <a:ext uri="{FF2B5EF4-FFF2-40B4-BE49-F238E27FC236}">
                  <a16:creationId xmlns:a16="http://schemas.microsoft.com/office/drawing/2014/main" id="{BAE8FCD0-5EB4-44D0-69B9-0D79BE080E81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314" name="사각형: 둥근 모서리 313">
              <a:extLst>
                <a:ext uri="{FF2B5EF4-FFF2-40B4-BE49-F238E27FC236}">
                  <a16:creationId xmlns:a16="http://schemas.microsoft.com/office/drawing/2014/main" id="{4A79BB8C-C65D-6F7C-7B3B-9537C84AEDFD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312" name="그림 311">
            <a:extLst>
              <a:ext uri="{FF2B5EF4-FFF2-40B4-BE49-F238E27FC236}">
                <a16:creationId xmlns:a16="http://schemas.microsoft.com/office/drawing/2014/main" id="{23888030-8245-29E9-765E-87F68960A0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2264" y="5337754"/>
            <a:ext cx="174868" cy="153348"/>
          </a:xfrm>
          <a:prstGeom prst="rect">
            <a:avLst/>
          </a:prstGeom>
        </p:spPr>
      </p:pic>
      <p:grpSp>
        <p:nvGrpSpPr>
          <p:cNvPr id="307" name="그룹 306">
            <a:extLst>
              <a:ext uri="{FF2B5EF4-FFF2-40B4-BE49-F238E27FC236}">
                <a16:creationId xmlns:a16="http://schemas.microsoft.com/office/drawing/2014/main" id="{EA819BD6-D8B7-F4DD-30F6-CBE49AB6E20D}"/>
              </a:ext>
            </a:extLst>
          </p:cNvPr>
          <p:cNvGrpSpPr/>
          <p:nvPr/>
        </p:nvGrpSpPr>
        <p:grpSpPr>
          <a:xfrm>
            <a:off x="9112451" y="5343182"/>
            <a:ext cx="426463" cy="142494"/>
            <a:chOff x="5645144" y="3140870"/>
            <a:chExt cx="249768" cy="110534"/>
          </a:xfrm>
        </p:grpSpPr>
        <p:sp>
          <p:nvSpPr>
            <p:cNvPr id="309" name="사각형: 둥근 모서리 308">
              <a:extLst>
                <a:ext uri="{FF2B5EF4-FFF2-40B4-BE49-F238E27FC236}">
                  <a16:creationId xmlns:a16="http://schemas.microsoft.com/office/drawing/2014/main" id="{F675037F-91FF-4B51-4454-6B9E9BFC7F07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310" name="사각형: 둥근 모서리 309">
              <a:extLst>
                <a:ext uri="{FF2B5EF4-FFF2-40B4-BE49-F238E27FC236}">
                  <a16:creationId xmlns:a16="http://schemas.microsoft.com/office/drawing/2014/main" id="{4717BB1A-804E-0445-6736-5B76C081D0A3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308" name="그림 307">
            <a:extLst>
              <a:ext uri="{FF2B5EF4-FFF2-40B4-BE49-F238E27FC236}">
                <a16:creationId xmlns:a16="http://schemas.microsoft.com/office/drawing/2014/main" id="{C162953A-3CE1-C812-6E8D-34947C9F29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614" y="5337754"/>
            <a:ext cx="174868" cy="153348"/>
          </a:xfrm>
          <a:prstGeom prst="rect">
            <a:avLst/>
          </a:prstGeom>
        </p:spPr>
      </p:pic>
      <p:grpSp>
        <p:nvGrpSpPr>
          <p:cNvPr id="303" name="그룹 302">
            <a:extLst>
              <a:ext uri="{FF2B5EF4-FFF2-40B4-BE49-F238E27FC236}">
                <a16:creationId xmlns:a16="http://schemas.microsoft.com/office/drawing/2014/main" id="{F8FA251F-66B4-096C-0C8F-C7034D415E8E}"/>
              </a:ext>
            </a:extLst>
          </p:cNvPr>
          <p:cNvGrpSpPr/>
          <p:nvPr/>
        </p:nvGrpSpPr>
        <p:grpSpPr>
          <a:xfrm>
            <a:off x="9599801" y="5343182"/>
            <a:ext cx="426463" cy="142494"/>
            <a:chOff x="5645144" y="3140870"/>
            <a:chExt cx="249768" cy="110534"/>
          </a:xfrm>
        </p:grpSpPr>
        <p:sp>
          <p:nvSpPr>
            <p:cNvPr id="305" name="사각형: 둥근 모서리 304">
              <a:extLst>
                <a:ext uri="{FF2B5EF4-FFF2-40B4-BE49-F238E27FC236}">
                  <a16:creationId xmlns:a16="http://schemas.microsoft.com/office/drawing/2014/main" id="{FB230F2E-0EA5-EEEE-C9A0-ED4D62FBCCBF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306" name="사각형: 둥근 모서리 305">
              <a:extLst>
                <a:ext uri="{FF2B5EF4-FFF2-40B4-BE49-F238E27FC236}">
                  <a16:creationId xmlns:a16="http://schemas.microsoft.com/office/drawing/2014/main" id="{A36261F8-3870-5F3D-D6FB-70DC8B1367C5}"/>
                </a:ext>
              </a:extLst>
            </p:cNvPr>
            <p:cNvSpPr/>
            <p:nvPr/>
          </p:nvSpPr>
          <p:spPr>
            <a:xfrm>
              <a:off x="5645145" y="3140870"/>
              <a:ext cx="127670" cy="110534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304" name="그림 303">
            <a:extLst>
              <a:ext uri="{FF2B5EF4-FFF2-40B4-BE49-F238E27FC236}">
                <a16:creationId xmlns:a16="http://schemas.microsoft.com/office/drawing/2014/main" id="{BB7876E1-E626-5843-053A-A52D59EA8D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6964" y="5337754"/>
            <a:ext cx="174868" cy="153348"/>
          </a:xfrm>
          <a:prstGeom prst="rect">
            <a:avLst/>
          </a:prstGeom>
        </p:spPr>
      </p:pic>
      <p:sp>
        <p:nvSpPr>
          <p:cNvPr id="301" name="사각형: 둥근 모서리 300">
            <a:extLst>
              <a:ext uri="{FF2B5EF4-FFF2-40B4-BE49-F238E27FC236}">
                <a16:creationId xmlns:a16="http://schemas.microsoft.com/office/drawing/2014/main" id="{6CFC4D38-E73E-D8EA-72C5-826A622B5061}"/>
              </a:ext>
            </a:extLst>
          </p:cNvPr>
          <p:cNvSpPr/>
          <p:nvPr/>
        </p:nvSpPr>
        <p:spPr>
          <a:xfrm>
            <a:off x="10087154" y="5343182"/>
            <a:ext cx="426462" cy="142494"/>
          </a:xfrm>
          <a:prstGeom prst="roundRect">
            <a:avLst/>
          </a:prstGeom>
          <a:solidFill>
            <a:srgbClr val="1A0C2F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300" name="그림 299">
            <a:extLst>
              <a:ext uri="{FF2B5EF4-FFF2-40B4-BE49-F238E27FC236}">
                <a16:creationId xmlns:a16="http://schemas.microsoft.com/office/drawing/2014/main" id="{7C46DB2C-0869-719E-AF6D-B9A3169E93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4314" y="5337754"/>
            <a:ext cx="174868" cy="153348"/>
          </a:xfrm>
          <a:prstGeom prst="rect">
            <a:avLst/>
          </a:prstGeom>
        </p:spPr>
      </p:pic>
      <p:sp>
        <p:nvSpPr>
          <p:cNvPr id="315" name="TextBox 314">
            <a:extLst>
              <a:ext uri="{FF2B5EF4-FFF2-40B4-BE49-F238E27FC236}">
                <a16:creationId xmlns:a16="http://schemas.microsoft.com/office/drawing/2014/main" id="{0E36241F-845D-3FD0-0D9C-D1C7D55D8F71}"/>
              </a:ext>
            </a:extLst>
          </p:cNvPr>
          <p:cNvSpPr txBox="1"/>
          <p:nvPr/>
        </p:nvSpPr>
        <p:spPr>
          <a:xfrm>
            <a:off x="7247700" y="5356140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4ECC7AA3-93E8-0EE8-E1E8-F4E1ADF33655}"/>
              </a:ext>
            </a:extLst>
          </p:cNvPr>
          <p:cNvSpPr txBox="1"/>
          <p:nvPr/>
        </p:nvSpPr>
        <p:spPr>
          <a:xfrm>
            <a:off x="7742642" y="5356140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240%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E6648369-5AFA-48ED-9362-E30E3C563FF7}"/>
              </a:ext>
            </a:extLst>
          </p:cNvPr>
          <p:cNvSpPr/>
          <p:nvPr/>
        </p:nvSpPr>
        <p:spPr>
          <a:xfrm>
            <a:off x="9110720" y="5559598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2298C117-9703-44BF-8DB0-F80C373E007C}"/>
              </a:ext>
            </a:extLst>
          </p:cNvPr>
          <p:cNvGrpSpPr/>
          <p:nvPr/>
        </p:nvGrpSpPr>
        <p:grpSpPr>
          <a:xfrm>
            <a:off x="9199493" y="5665895"/>
            <a:ext cx="238478" cy="233355"/>
            <a:chOff x="10356957" y="4935575"/>
            <a:chExt cx="321867" cy="314954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29601261-3941-449A-A7FD-A210E8D3EF5B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3" name="직사각형 192">
              <a:extLst>
                <a:ext uri="{FF2B5EF4-FFF2-40B4-BE49-F238E27FC236}">
                  <a16:creationId xmlns:a16="http://schemas.microsoft.com/office/drawing/2014/main" id="{FBAA79C7-E2CA-4A27-993B-976ABAB59C8A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4" name="직사각형 193">
              <a:extLst>
                <a:ext uri="{FF2B5EF4-FFF2-40B4-BE49-F238E27FC236}">
                  <a16:creationId xmlns:a16="http://schemas.microsoft.com/office/drawing/2014/main" id="{B142D4A4-7754-42E6-A7E7-D26F55088D35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5" name="직사각형 194">
              <a:extLst>
                <a:ext uri="{FF2B5EF4-FFF2-40B4-BE49-F238E27FC236}">
                  <a16:creationId xmlns:a16="http://schemas.microsoft.com/office/drawing/2014/main" id="{DD2EEC48-5239-4E2A-8CF5-66FEC7CCA044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130" name="그림 129">
            <a:extLst>
              <a:ext uri="{FF2B5EF4-FFF2-40B4-BE49-F238E27FC236}">
                <a16:creationId xmlns:a16="http://schemas.microsoft.com/office/drawing/2014/main" id="{FD0ABE3F-D6F5-4BD3-9565-A1F48031E3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8654" y="5713974"/>
            <a:ext cx="157615" cy="138217"/>
          </a:xfrm>
          <a:prstGeom prst="rect">
            <a:avLst/>
          </a:prstGeom>
        </p:spPr>
      </p:pic>
      <p:sp>
        <p:nvSpPr>
          <p:cNvPr id="131" name="직사각형 130">
            <a:extLst>
              <a:ext uri="{FF2B5EF4-FFF2-40B4-BE49-F238E27FC236}">
                <a16:creationId xmlns:a16="http://schemas.microsoft.com/office/drawing/2014/main" id="{463AEBDC-78BC-48C1-A247-2263E835F9DB}"/>
              </a:ext>
            </a:extLst>
          </p:cNvPr>
          <p:cNvSpPr/>
          <p:nvPr/>
        </p:nvSpPr>
        <p:spPr>
          <a:xfrm>
            <a:off x="9595872" y="5559598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0B6E5B33-9104-4FCF-B3C4-4B9CDD57EF9A}"/>
              </a:ext>
            </a:extLst>
          </p:cNvPr>
          <p:cNvGrpSpPr/>
          <p:nvPr/>
        </p:nvGrpSpPr>
        <p:grpSpPr>
          <a:xfrm>
            <a:off x="9684645" y="5601505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177" name="직사각형 176">
              <a:extLst>
                <a:ext uri="{FF2B5EF4-FFF2-40B4-BE49-F238E27FC236}">
                  <a16:creationId xmlns:a16="http://schemas.microsoft.com/office/drawing/2014/main" id="{D6AEDAE7-1F8C-46BF-B2BA-086510BD0AD6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CED0A6A0-FC2A-4F07-833A-1103AA47041F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0" name="직사각형 179">
              <a:extLst>
                <a:ext uri="{FF2B5EF4-FFF2-40B4-BE49-F238E27FC236}">
                  <a16:creationId xmlns:a16="http://schemas.microsoft.com/office/drawing/2014/main" id="{7B03D2EA-DC3B-452D-A890-22E1DE90723B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F534D435-840D-4F15-8E7C-F0981B449DDC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0" name="직사각형 189">
              <a:extLst>
                <a:ext uri="{FF2B5EF4-FFF2-40B4-BE49-F238E27FC236}">
                  <a16:creationId xmlns:a16="http://schemas.microsoft.com/office/drawing/2014/main" id="{A7423B2B-B685-4115-9B1B-55CF3AF22753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91" name="직사각형 190">
              <a:extLst>
                <a:ext uri="{FF2B5EF4-FFF2-40B4-BE49-F238E27FC236}">
                  <a16:creationId xmlns:a16="http://schemas.microsoft.com/office/drawing/2014/main" id="{0A19327F-3100-497D-829B-8DCF5B4C4A62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133" name="그림 132">
            <a:extLst>
              <a:ext uri="{FF2B5EF4-FFF2-40B4-BE49-F238E27FC236}">
                <a16:creationId xmlns:a16="http://schemas.microsoft.com/office/drawing/2014/main" id="{13B096A9-D88E-4AAA-A415-FFA01A5130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3807" y="5685453"/>
            <a:ext cx="157615" cy="138217"/>
          </a:xfrm>
          <a:prstGeom prst="rect">
            <a:avLst/>
          </a:prstGeom>
        </p:spPr>
      </p:pic>
      <p:sp>
        <p:nvSpPr>
          <p:cNvPr id="317" name="직사각형 316">
            <a:extLst>
              <a:ext uri="{FF2B5EF4-FFF2-40B4-BE49-F238E27FC236}">
                <a16:creationId xmlns:a16="http://schemas.microsoft.com/office/drawing/2014/main" id="{4DDCFB42-1245-A469-4B0A-8723E4E2701A}"/>
              </a:ext>
            </a:extLst>
          </p:cNvPr>
          <p:cNvSpPr/>
          <p:nvPr/>
        </p:nvSpPr>
        <p:spPr>
          <a:xfrm>
            <a:off x="10081024" y="5559598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318" name="그룹 317">
            <a:extLst>
              <a:ext uri="{FF2B5EF4-FFF2-40B4-BE49-F238E27FC236}">
                <a16:creationId xmlns:a16="http://schemas.microsoft.com/office/drawing/2014/main" id="{5983855E-181E-26E4-0849-CEF41D45988D}"/>
              </a:ext>
            </a:extLst>
          </p:cNvPr>
          <p:cNvGrpSpPr/>
          <p:nvPr/>
        </p:nvGrpSpPr>
        <p:grpSpPr>
          <a:xfrm>
            <a:off x="10169797" y="5601505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322" name="직사각형 321">
              <a:extLst>
                <a:ext uri="{FF2B5EF4-FFF2-40B4-BE49-F238E27FC236}">
                  <a16:creationId xmlns:a16="http://schemas.microsoft.com/office/drawing/2014/main" id="{C5281CA9-B7F1-7524-19CF-631D3C8E2229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8" name="직사각형 327">
              <a:extLst>
                <a:ext uri="{FF2B5EF4-FFF2-40B4-BE49-F238E27FC236}">
                  <a16:creationId xmlns:a16="http://schemas.microsoft.com/office/drawing/2014/main" id="{2F3961D8-7D4C-1E48-4CC6-E943686C3949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1" name="직사각형 350">
              <a:extLst>
                <a:ext uri="{FF2B5EF4-FFF2-40B4-BE49-F238E27FC236}">
                  <a16:creationId xmlns:a16="http://schemas.microsoft.com/office/drawing/2014/main" id="{49757FEB-6DF7-5E58-22F2-3A55142DA10B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2" name="직사각형 351">
              <a:extLst>
                <a:ext uri="{FF2B5EF4-FFF2-40B4-BE49-F238E27FC236}">
                  <a16:creationId xmlns:a16="http://schemas.microsoft.com/office/drawing/2014/main" id="{D76D98F8-EAF7-99D1-4083-6D3F4F55B528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3" name="직사각형 352">
              <a:extLst>
                <a:ext uri="{FF2B5EF4-FFF2-40B4-BE49-F238E27FC236}">
                  <a16:creationId xmlns:a16="http://schemas.microsoft.com/office/drawing/2014/main" id="{A1BE33AD-06AF-81A3-E3F4-8C90E83F9B21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54" name="직사각형 353">
              <a:extLst>
                <a:ext uri="{FF2B5EF4-FFF2-40B4-BE49-F238E27FC236}">
                  <a16:creationId xmlns:a16="http://schemas.microsoft.com/office/drawing/2014/main" id="{6FDC3C63-D5CA-9FA0-70C2-F03004906617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355" name="그림 354">
            <a:extLst>
              <a:ext uri="{FF2B5EF4-FFF2-40B4-BE49-F238E27FC236}">
                <a16:creationId xmlns:a16="http://schemas.microsoft.com/office/drawing/2014/main" id="{A987E49C-AAD2-BC53-0BEC-67C59F0ABC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8959" y="5685453"/>
            <a:ext cx="157615" cy="138217"/>
          </a:xfrm>
          <a:prstGeom prst="rect">
            <a:avLst/>
          </a:prstGeom>
        </p:spPr>
      </p:pic>
      <p:grpSp>
        <p:nvGrpSpPr>
          <p:cNvPr id="362" name="그룹 361">
            <a:extLst>
              <a:ext uri="{FF2B5EF4-FFF2-40B4-BE49-F238E27FC236}">
                <a16:creationId xmlns:a16="http://schemas.microsoft.com/office/drawing/2014/main" id="{FCB0F0ED-DAF6-4451-BDD8-4D7300473B83}"/>
              </a:ext>
            </a:extLst>
          </p:cNvPr>
          <p:cNvGrpSpPr/>
          <p:nvPr/>
        </p:nvGrpSpPr>
        <p:grpSpPr>
          <a:xfrm>
            <a:off x="10573345" y="5343182"/>
            <a:ext cx="426463" cy="142494"/>
            <a:chOff x="5645144" y="3140870"/>
            <a:chExt cx="249768" cy="110534"/>
          </a:xfrm>
        </p:grpSpPr>
        <p:sp>
          <p:nvSpPr>
            <p:cNvPr id="363" name="사각형: 둥근 모서리 362">
              <a:extLst>
                <a:ext uri="{FF2B5EF4-FFF2-40B4-BE49-F238E27FC236}">
                  <a16:creationId xmlns:a16="http://schemas.microsoft.com/office/drawing/2014/main" id="{BDC1768D-20E2-C560-B237-A32954A459D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364" name="사각형: 둥근 모서리 363">
              <a:extLst>
                <a:ext uri="{FF2B5EF4-FFF2-40B4-BE49-F238E27FC236}">
                  <a16:creationId xmlns:a16="http://schemas.microsoft.com/office/drawing/2014/main" id="{DEA4AB07-84A6-D4C8-0CC9-8DE1F5335D37}"/>
                </a:ext>
              </a:extLst>
            </p:cNvPr>
            <p:cNvSpPr/>
            <p:nvPr/>
          </p:nvSpPr>
          <p:spPr>
            <a:xfrm>
              <a:off x="5645145" y="3140870"/>
              <a:ext cx="147352" cy="110534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365" name="그림 364">
            <a:extLst>
              <a:ext uri="{FF2B5EF4-FFF2-40B4-BE49-F238E27FC236}">
                <a16:creationId xmlns:a16="http://schemas.microsoft.com/office/drawing/2014/main" id="{E910B597-A96E-5186-0D0F-8799C5A17E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0508" y="5337754"/>
            <a:ext cx="174868" cy="153348"/>
          </a:xfrm>
          <a:prstGeom prst="rect">
            <a:avLst/>
          </a:prstGeom>
        </p:spPr>
      </p:pic>
      <p:sp>
        <p:nvSpPr>
          <p:cNvPr id="366" name="TextBox 365">
            <a:extLst>
              <a:ext uri="{FF2B5EF4-FFF2-40B4-BE49-F238E27FC236}">
                <a16:creationId xmlns:a16="http://schemas.microsoft.com/office/drawing/2014/main" id="{6CACD281-6D99-D5EA-019F-28741BA4F2C1}"/>
              </a:ext>
            </a:extLst>
          </p:cNvPr>
          <p:cNvSpPr txBox="1"/>
          <p:nvPr/>
        </p:nvSpPr>
        <p:spPr>
          <a:xfrm>
            <a:off x="5843893" y="5356140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519BA68F-3AD3-F79E-1E2B-06B9D5FDB914}"/>
              </a:ext>
            </a:extLst>
          </p:cNvPr>
          <p:cNvSpPr txBox="1"/>
          <p:nvPr/>
        </p:nvSpPr>
        <p:spPr>
          <a:xfrm>
            <a:off x="6330001" y="5356140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CE60BC76-3CB7-5137-E343-2368DC974B60}"/>
              </a:ext>
            </a:extLst>
          </p:cNvPr>
          <p:cNvSpPr txBox="1"/>
          <p:nvPr/>
        </p:nvSpPr>
        <p:spPr>
          <a:xfrm>
            <a:off x="6794371" y="5356140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C1E3CDD5-5480-6AD1-167A-4454CF158ADE}"/>
              </a:ext>
            </a:extLst>
          </p:cNvPr>
          <p:cNvSpPr txBox="1"/>
          <p:nvPr/>
        </p:nvSpPr>
        <p:spPr>
          <a:xfrm>
            <a:off x="10304327" y="5356140"/>
            <a:ext cx="308097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08B5F85D-C5D7-6FB4-AD9C-9C464EDF098A}"/>
              </a:ext>
            </a:extLst>
          </p:cNvPr>
          <p:cNvSpPr txBox="1"/>
          <p:nvPr/>
        </p:nvSpPr>
        <p:spPr>
          <a:xfrm>
            <a:off x="8801133" y="5356140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BCD32696-97D1-FCE5-A203-E002A8C7E7D4}"/>
              </a:ext>
            </a:extLst>
          </p:cNvPr>
          <p:cNvSpPr txBox="1"/>
          <p:nvPr/>
        </p:nvSpPr>
        <p:spPr>
          <a:xfrm>
            <a:off x="9287241" y="5356140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239182FB-A240-158A-38D4-E3866C2127EF}"/>
              </a:ext>
            </a:extLst>
          </p:cNvPr>
          <p:cNvSpPr txBox="1"/>
          <p:nvPr/>
        </p:nvSpPr>
        <p:spPr>
          <a:xfrm>
            <a:off x="9751611" y="5356140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13CBE951-2C15-A3BA-6268-C7B0F53982C9}"/>
              </a:ext>
            </a:extLst>
          </p:cNvPr>
          <p:cNvSpPr txBox="1"/>
          <p:nvPr/>
        </p:nvSpPr>
        <p:spPr>
          <a:xfrm>
            <a:off x="10749576" y="5356140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40%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799F40FE-D0EA-AB89-A6C8-89F07EB0C379}"/>
              </a:ext>
            </a:extLst>
          </p:cNvPr>
          <p:cNvSpPr txBox="1"/>
          <p:nvPr/>
        </p:nvSpPr>
        <p:spPr>
          <a:xfrm>
            <a:off x="826866" y="4741779"/>
            <a:ext cx="4493538" cy="13310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로비에서 인게임 진입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로비에서 게임 시작을 누르면 인게임으로 진입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인게임은 웨이브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라운드 개념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단위로 구성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게임 시작 시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빌드업 웨이브부터 시작됨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뒤 페이지 설명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빌드업 웨이브가 끝나면 전투 웨이브가 시작됨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뒤 페이지 설명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</p:txBody>
      </p:sp>
      <p:grpSp>
        <p:nvGrpSpPr>
          <p:cNvPr id="197" name="그룹 196">
            <a:extLst>
              <a:ext uri="{FF2B5EF4-FFF2-40B4-BE49-F238E27FC236}">
                <a16:creationId xmlns:a16="http://schemas.microsoft.com/office/drawing/2014/main" id="{6F046453-08F1-4BAE-A440-1B9E9BD98EE0}"/>
              </a:ext>
            </a:extLst>
          </p:cNvPr>
          <p:cNvGrpSpPr/>
          <p:nvPr/>
        </p:nvGrpSpPr>
        <p:grpSpPr>
          <a:xfrm>
            <a:off x="5572531" y="1549162"/>
            <a:ext cx="2557573" cy="59411"/>
            <a:chOff x="5645144" y="3140870"/>
            <a:chExt cx="249768" cy="110534"/>
          </a:xfrm>
        </p:grpSpPr>
        <p:sp>
          <p:nvSpPr>
            <p:cNvPr id="199" name="사각형: 둥근 모서리 198">
              <a:extLst>
                <a:ext uri="{FF2B5EF4-FFF2-40B4-BE49-F238E27FC236}">
                  <a16:creationId xmlns:a16="http://schemas.microsoft.com/office/drawing/2014/main" id="{F0CE18B3-085F-44DC-83B0-3A3B5C0FE9C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200" name="사각형: 둥근 모서리 199">
              <a:extLst>
                <a:ext uri="{FF2B5EF4-FFF2-40B4-BE49-F238E27FC236}">
                  <a16:creationId xmlns:a16="http://schemas.microsoft.com/office/drawing/2014/main" id="{514156B0-C595-42CD-BFBA-32C3D91874E2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grpSp>
        <p:nvGrpSpPr>
          <p:cNvPr id="201" name="그룹 200">
            <a:extLst>
              <a:ext uri="{FF2B5EF4-FFF2-40B4-BE49-F238E27FC236}">
                <a16:creationId xmlns:a16="http://schemas.microsoft.com/office/drawing/2014/main" id="{CC788E60-EA0B-4B96-A054-D25308294032}"/>
              </a:ext>
            </a:extLst>
          </p:cNvPr>
          <p:cNvGrpSpPr/>
          <p:nvPr/>
        </p:nvGrpSpPr>
        <p:grpSpPr>
          <a:xfrm>
            <a:off x="8525883" y="1549162"/>
            <a:ext cx="2557573" cy="59411"/>
            <a:chOff x="5645144" y="3140870"/>
            <a:chExt cx="249768" cy="110534"/>
          </a:xfrm>
        </p:grpSpPr>
        <p:sp>
          <p:nvSpPr>
            <p:cNvPr id="202" name="사각형: 둥근 모서리 201">
              <a:extLst>
                <a:ext uri="{FF2B5EF4-FFF2-40B4-BE49-F238E27FC236}">
                  <a16:creationId xmlns:a16="http://schemas.microsoft.com/office/drawing/2014/main" id="{275A2E2B-6E9A-4F3E-8E03-851FAEFDC819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203" name="사각형: 둥근 모서리 202">
              <a:extLst>
                <a:ext uri="{FF2B5EF4-FFF2-40B4-BE49-F238E27FC236}">
                  <a16:creationId xmlns:a16="http://schemas.microsoft.com/office/drawing/2014/main" id="{AA38016E-85A0-483C-ACF8-E1666BD652BD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210" name="그림 209">
            <a:extLst>
              <a:ext uri="{FF2B5EF4-FFF2-40B4-BE49-F238E27FC236}">
                <a16:creationId xmlns:a16="http://schemas.microsoft.com/office/drawing/2014/main" id="{AABF7461-9DB4-44FE-86E2-0A161B25A5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1507" y="1680943"/>
            <a:ext cx="298293" cy="349388"/>
          </a:xfrm>
          <a:prstGeom prst="rect">
            <a:avLst/>
          </a:prstGeom>
        </p:spPr>
      </p:pic>
      <p:sp>
        <p:nvSpPr>
          <p:cNvPr id="211" name="TextBox 210">
            <a:extLst>
              <a:ext uri="{FF2B5EF4-FFF2-40B4-BE49-F238E27FC236}">
                <a16:creationId xmlns:a16="http://schemas.microsoft.com/office/drawing/2014/main" id="{1DB8CC6C-A76C-4307-B014-96E84AF56288}"/>
              </a:ext>
            </a:extLst>
          </p:cNvPr>
          <p:cNvSpPr txBox="1"/>
          <p:nvPr/>
        </p:nvSpPr>
        <p:spPr>
          <a:xfrm>
            <a:off x="5736684" y="1978508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212" name="Picture 2" descr="돋보기 - 무료 도구 및기구개 아이콘">
            <a:extLst>
              <a:ext uri="{FF2B5EF4-FFF2-40B4-BE49-F238E27FC236}">
                <a16:creationId xmlns:a16="http://schemas.microsoft.com/office/drawing/2014/main" id="{A62B0B69-CB68-4E64-B3F6-AFB856C6BD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4005" y="1987647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6" name="그림 215">
            <a:extLst>
              <a:ext uri="{FF2B5EF4-FFF2-40B4-BE49-F238E27FC236}">
                <a16:creationId xmlns:a16="http://schemas.microsoft.com/office/drawing/2014/main" id="{E9E230C2-D103-42E3-B055-4DA70793F3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9226" y="1680943"/>
            <a:ext cx="298293" cy="349388"/>
          </a:xfrm>
          <a:prstGeom prst="rect">
            <a:avLst/>
          </a:prstGeom>
        </p:spPr>
      </p:pic>
      <p:sp>
        <p:nvSpPr>
          <p:cNvPr id="242" name="TextBox 241">
            <a:extLst>
              <a:ext uri="{FF2B5EF4-FFF2-40B4-BE49-F238E27FC236}">
                <a16:creationId xmlns:a16="http://schemas.microsoft.com/office/drawing/2014/main" id="{246DDFB8-0C94-4E2B-BDFB-B9CC52AF3A9D}"/>
              </a:ext>
            </a:extLst>
          </p:cNvPr>
          <p:cNvSpPr txBox="1"/>
          <p:nvPr/>
        </p:nvSpPr>
        <p:spPr>
          <a:xfrm>
            <a:off x="8704403" y="1978508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243" name="Picture 2" descr="돋보기 - 무료 도구 및기구개 아이콘">
            <a:extLst>
              <a:ext uri="{FF2B5EF4-FFF2-40B4-BE49-F238E27FC236}">
                <a16:creationId xmlns:a16="http://schemas.microsoft.com/office/drawing/2014/main" id="{1FACDCB4-9FB4-4733-BA5F-FA1C8EA409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1724" y="1987647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99400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8969CF67-119D-EEDF-30DD-7AB889EEE5DE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7F33803-CA10-F3DB-4363-BC583ED56075}"/>
              </a:ext>
            </a:extLst>
          </p:cNvPr>
          <p:cNvSpPr txBox="1"/>
          <p:nvPr/>
        </p:nvSpPr>
        <p:spPr>
          <a:xfrm>
            <a:off x="840746" y="513168"/>
            <a:ext cx="13660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플로우 점검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C41B0C4-9ECA-982E-B6F2-389E927BAF69}"/>
              </a:ext>
            </a:extLst>
          </p:cNvPr>
          <p:cNvSpPr txBox="1"/>
          <p:nvPr/>
        </p:nvSpPr>
        <p:spPr>
          <a:xfrm>
            <a:off x="745699" y="755794"/>
            <a:ext cx="24320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로비 플로우 점검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321874FB-E113-4540-A9F0-1172943E4DB3}"/>
              </a:ext>
            </a:extLst>
          </p:cNvPr>
          <p:cNvSpPr txBox="1"/>
          <p:nvPr/>
        </p:nvSpPr>
        <p:spPr>
          <a:xfrm>
            <a:off x="3583947" y="3029339"/>
            <a:ext cx="1701107" cy="11094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로비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 덱 편성 및 강화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차량 강화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 뽑기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06D94B1-1060-4E97-96CC-8BDFF37A466C}"/>
              </a:ext>
            </a:extLst>
          </p:cNvPr>
          <p:cNvSpPr txBox="1"/>
          <p:nvPr/>
        </p:nvSpPr>
        <p:spPr>
          <a:xfrm>
            <a:off x="6254237" y="3029339"/>
            <a:ext cx="5707332" cy="29745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인게임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빌드업 웨이브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사방에서 시민들이 플레이어 반대방향으로 도망침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트럭을 몰아서 시민 치면 해당 영웅의 게이지 쌓임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빌드업 웨이브가 끝나면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 게이지를 소모해서 자동으로 영웅 타워를 뽑음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5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전투 웨이브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트럭은 맵 가운데에서 주차하고 기름 채움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 운전 불가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약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5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초의 대기시간 후 사방에서 몹들이 스폰되어 중앙을 향해 다가옴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전투 웨이브 중 언제든 타워 배치 가능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.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단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적이 지나갈 경로는 확보되어야 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적 처치 시 로그라이크성 경험치 획득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.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레벨업 시 랜덤 선택지로 영웅 강화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전투 웨이브 종료 시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남은 빌드업 웨이브가 있다면 타워는 잠깐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Off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상태로 전환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※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자세한 설명은 후술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87A78C-66B6-4AE8-AE01-8CC3098E4480}"/>
              </a:ext>
            </a:extLst>
          </p:cNvPr>
          <p:cNvSpPr txBox="1"/>
          <p:nvPr/>
        </p:nvSpPr>
        <p:spPr>
          <a:xfrm>
            <a:off x="10068290" y="5654972"/>
            <a:ext cx="1265090" cy="2969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위치는 저장됨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B86FEE4-D974-4AE1-8B8F-EDC055F6D6BC}"/>
              </a:ext>
            </a:extLst>
          </p:cNvPr>
          <p:cNvGrpSpPr/>
          <p:nvPr/>
        </p:nvGrpSpPr>
        <p:grpSpPr>
          <a:xfrm>
            <a:off x="840746" y="1682829"/>
            <a:ext cx="11131272" cy="1175730"/>
            <a:chOff x="840746" y="2290592"/>
            <a:chExt cx="11131272" cy="1175730"/>
          </a:xfrm>
        </p:grpSpPr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B9D2241A-AFCE-492D-9597-D9084733E30F}"/>
                </a:ext>
              </a:extLst>
            </p:cNvPr>
            <p:cNvSpPr/>
            <p:nvPr/>
          </p:nvSpPr>
          <p:spPr>
            <a:xfrm>
              <a:off x="840746" y="2290592"/>
              <a:ext cx="1140823" cy="67716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타이틀</a:t>
              </a:r>
            </a:p>
          </p:txBody>
        </p:sp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5F3A8461-5A91-4BA7-BC59-0D3BC69BC321}"/>
                </a:ext>
              </a:extLst>
            </p:cNvPr>
            <p:cNvSpPr/>
            <p:nvPr/>
          </p:nvSpPr>
          <p:spPr>
            <a:xfrm>
              <a:off x="3583947" y="2290592"/>
              <a:ext cx="1140823" cy="67716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로비</a:t>
              </a:r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117AA3FB-25B0-41D7-87B4-3AB29DFF4D6E}"/>
                </a:ext>
              </a:extLst>
            </p:cNvPr>
            <p:cNvSpPr/>
            <p:nvPr/>
          </p:nvSpPr>
          <p:spPr>
            <a:xfrm>
              <a:off x="6327146" y="2290592"/>
              <a:ext cx="1140823" cy="67716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인게임</a:t>
              </a:r>
            </a:p>
          </p:txBody>
        </p:sp>
        <p:sp>
          <p:nvSpPr>
            <p:cNvPr id="22" name="이등변 삼각형 21">
              <a:extLst>
                <a:ext uri="{FF2B5EF4-FFF2-40B4-BE49-F238E27FC236}">
                  <a16:creationId xmlns:a16="http://schemas.microsoft.com/office/drawing/2014/main" id="{4EFDE640-7A5C-4C89-809E-9A7CB5E240D3}"/>
                </a:ext>
              </a:extLst>
            </p:cNvPr>
            <p:cNvSpPr/>
            <p:nvPr/>
          </p:nvSpPr>
          <p:spPr>
            <a:xfrm rot="5400000">
              <a:off x="2708735" y="2565362"/>
              <a:ext cx="148046" cy="127626"/>
            </a:xfrm>
            <a:prstGeom prst="triangl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이등변 삼각형 22">
              <a:extLst>
                <a:ext uri="{FF2B5EF4-FFF2-40B4-BE49-F238E27FC236}">
                  <a16:creationId xmlns:a16="http://schemas.microsoft.com/office/drawing/2014/main" id="{B4A52101-6B6E-449E-A58D-BA758F5475E2}"/>
                </a:ext>
              </a:extLst>
            </p:cNvPr>
            <p:cNvSpPr/>
            <p:nvPr/>
          </p:nvSpPr>
          <p:spPr>
            <a:xfrm rot="5400000">
              <a:off x="5451936" y="2565362"/>
              <a:ext cx="148046" cy="127626"/>
            </a:xfrm>
            <a:prstGeom prst="triangle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3CC00965-B6D0-4B4E-9CDE-4CF4857ED346}"/>
                </a:ext>
              </a:extLst>
            </p:cNvPr>
            <p:cNvSpPr/>
            <p:nvPr/>
          </p:nvSpPr>
          <p:spPr>
            <a:xfrm>
              <a:off x="6327146" y="3040460"/>
              <a:ext cx="1140823" cy="42586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ko-KR" altLang="en-US" sz="1200" b="1" dirty="0">
                  <a:solidFill>
                    <a:schemeClr val="tx1"/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빌드업 웨이브</a:t>
              </a:r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371FCC38-03C9-4375-9E8D-30074F212583}"/>
                </a:ext>
              </a:extLst>
            </p:cNvPr>
            <p:cNvSpPr/>
            <p:nvPr/>
          </p:nvSpPr>
          <p:spPr>
            <a:xfrm>
              <a:off x="7594815" y="3040460"/>
              <a:ext cx="1140823" cy="42586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ko-KR" altLang="en-US" sz="1200" b="1" dirty="0">
                  <a:solidFill>
                    <a:schemeClr val="tx1"/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전투 웨이브</a:t>
              </a:r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8A44D39F-AD74-47E6-A13B-C28180BD21C6}"/>
                </a:ext>
              </a:extLst>
            </p:cNvPr>
            <p:cNvSpPr/>
            <p:nvPr/>
          </p:nvSpPr>
          <p:spPr>
            <a:xfrm>
              <a:off x="8862484" y="3040460"/>
              <a:ext cx="1140823" cy="42586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ko-KR" altLang="en-US" sz="1200" b="1" dirty="0">
                  <a:solidFill>
                    <a:schemeClr val="tx1"/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빌드업 웨이브</a:t>
              </a:r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96684F1B-0CF5-4094-BD41-F8529A40D47D}"/>
                </a:ext>
              </a:extLst>
            </p:cNvPr>
            <p:cNvSpPr/>
            <p:nvPr/>
          </p:nvSpPr>
          <p:spPr>
            <a:xfrm>
              <a:off x="10130153" y="3040460"/>
              <a:ext cx="1140823" cy="425862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ko-KR" altLang="en-US" sz="1200" b="1" dirty="0">
                  <a:solidFill>
                    <a:schemeClr val="tx1"/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전투 웨이브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111FD91-00B0-4412-95BD-CE44C67614B4}"/>
                </a:ext>
              </a:extLst>
            </p:cNvPr>
            <p:cNvSpPr txBox="1"/>
            <p:nvPr/>
          </p:nvSpPr>
          <p:spPr>
            <a:xfrm>
              <a:off x="11397822" y="3070808"/>
              <a:ext cx="574196" cy="365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……</a:t>
              </a:r>
              <a:endPara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797678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B53B3-9506-01DD-6C31-0F34243E8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F8D13882-BA2F-402D-A216-F58DE9CDDFC1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152D712-F56C-721F-616B-90396E9FFE1C}"/>
              </a:ext>
            </a:extLst>
          </p:cNvPr>
          <p:cNvSpPr txBox="1"/>
          <p:nvPr/>
        </p:nvSpPr>
        <p:spPr>
          <a:xfrm>
            <a:off x="840746" y="513168"/>
            <a:ext cx="1544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2.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진행방식 점검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AD653C8-C0C1-7D97-8E17-B1474B582C8B}"/>
              </a:ext>
            </a:extLst>
          </p:cNvPr>
          <p:cNvSpPr txBox="1"/>
          <p:nvPr/>
        </p:nvSpPr>
        <p:spPr>
          <a:xfrm>
            <a:off x="745699" y="755794"/>
            <a:ext cx="24320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인게임 진행 방식</a:t>
            </a:r>
          </a:p>
        </p:txBody>
      </p:sp>
      <p:sp>
        <p:nvSpPr>
          <p:cNvPr id="544" name="TextBox 543">
            <a:extLst>
              <a:ext uri="{FF2B5EF4-FFF2-40B4-BE49-F238E27FC236}">
                <a16:creationId xmlns:a16="http://schemas.microsoft.com/office/drawing/2014/main" id="{3CB0ACEB-AC70-8D3F-503A-588BF4201A62}"/>
              </a:ext>
            </a:extLst>
          </p:cNvPr>
          <p:cNvSpPr txBox="1"/>
          <p:nvPr/>
        </p:nvSpPr>
        <p:spPr>
          <a:xfrm>
            <a:off x="6923285" y="1543492"/>
            <a:ext cx="4700326" cy="28637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요약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사방이 뚫려 있고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트럭이 한가운데에서 등장하며 시작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스테이지는 빌드업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전투 웨이브로 나뉨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초반 스테이지는 튜토리얼 느낌으로 빌드업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전투가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회씩 제공됨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중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~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후반 스테이지는 빌드업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전투가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4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회 반복됨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   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추후 테스트하며 반복 횟수는 가감 예정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>
              <a:lnSpc>
                <a:spcPct val="120000"/>
              </a:lnSpc>
            </a:pP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rgbClr val="0070C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빌드업 웨이브에서는 영웅 게이지를 쌓고 영웅 타워를 뽑음</a:t>
            </a:r>
            <a:endParaRPr lang="en-US" altLang="ko-KR" sz="1200" dirty="0">
              <a:solidFill>
                <a:srgbClr val="0070C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rgbClr val="EE77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전투 웨이브에서는 영웅 타워로 몰려드는 적을 잡음</a:t>
            </a:r>
            <a:endParaRPr lang="en-US" altLang="ko-KR" sz="1200" dirty="0">
              <a:solidFill>
                <a:srgbClr val="EE7700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>
              <a:lnSpc>
                <a:spcPct val="120000"/>
              </a:lnSpc>
            </a:pP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rgbClr val="EE77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전투 웨이브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가 끝나고 </a:t>
            </a:r>
            <a:r>
              <a:rPr lang="ko-KR" altLang="en-US" sz="1200" dirty="0">
                <a:solidFill>
                  <a:srgbClr val="0070C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빌드업 웨이브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로 전환되면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타워는 잠시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Off!</a:t>
            </a:r>
          </a:p>
          <a:p>
            <a:pPr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    (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세부 내용은 후술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5DBE36EF-5019-FB78-C976-8F2D505C583F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F0349331-D275-9694-0C79-450860720684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3693A6FA-78AA-1B98-231C-BFE5204298E1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701FDCF9-08FF-3DBB-70D7-F2D201E1A3F6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EF910307-6882-BDAA-887F-0E1EED3BC482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7" name="사각형: 둥근 모서리 586">
            <a:extLst>
              <a:ext uri="{FF2B5EF4-FFF2-40B4-BE49-F238E27FC236}">
                <a16:creationId xmlns:a16="http://schemas.microsoft.com/office/drawing/2014/main" id="{59951325-7144-DD43-FF5F-445BD3BDE1FC}"/>
              </a:ext>
            </a:extLst>
          </p:cNvPr>
          <p:cNvSpPr/>
          <p:nvPr/>
        </p:nvSpPr>
        <p:spPr>
          <a:xfrm>
            <a:off x="944253" y="5310776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588" name="그림 587">
            <a:extLst>
              <a:ext uri="{FF2B5EF4-FFF2-40B4-BE49-F238E27FC236}">
                <a16:creationId xmlns:a16="http://schemas.microsoft.com/office/drawing/2014/main" id="{A0A2E0B1-2261-477D-552E-BDCEBCF601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473417" y="3889988"/>
            <a:ext cx="223412" cy="195916"/>
          </a:xfrm>
          <a:prstGeom prst="rect">
            <a:avLst/>
          </a:prstGeom>
        </p:spPr>
      </p:pic>
      <p:pic>
        <p:nvPicPr>
          <p:cNvPr id="589" name="그림 588">
            <a:extLst>
              <a:ext uri="{FF2B5EF4-FFF2-40B4-BE49-F238E27FC236}">
                <a16:creationId xmlns:a16="http://schemas.microsoft.com/office/drawing/2014/main" id="{FE58AD96-48FA-4CEA-4C64-38ABB2B09F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590" name="그림 589">
            <a:extLst>
              <a:ext uri="{FF2B5EF4-FFF2-40B4-BE49-F238E27FC236}">
                <a16:creationId xmlns:a16="http://schemas.microsoft.com/office/drawing/2014/main" id="{2E5A5DB1-0177-75A0-2286-D6795D17E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593" name="그림 592">
            <a:extLst>
              <a:ext uri="{FF2B5EF4-FFF2-40B4-BE49-F238E27FC236}">
                <a16:creationId xmlns:a16="http://schemas.microsoft.com/office/drawing/2014/main" id="{35D05C60-6F1D-FFBE-309B-459A3072EC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279" y="3496355"/>
            <a:ext cx="247730" cy="217240"/>
          </a:xfrm>
          <a:prstGeom prst="rect">
            <a:avLst/>
          </a:prstGeom>
        </p:spPr>
      </p:pic>
      <p:pic>
        <p:nvPicPr>
          <p:cNvPr id="594" name="그림 593">
            <a:extLst>
              <a:ext uri="{FF2B5EF4-FFF2-40B4-BE49-F238E27FC236}">
                <a16:creationId xmlns:a16="http://schemas.microsoft.com/office/drawing/2014/main" id="{1C303E0B-0605-A30B-3529-D3A308E33D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153" y="3714630"/>
            <a:ext cx="247730" cy="217240"/>
          </a:xfrm>
          <a:prstGeom prst="rect">
            <a:avLst/>
          </a:prstGeom>
        </p:spPr>
      </p:pic>
      <p:pic>
        <p:nvPicPr>
          <p:cNvPr id="595" name="그림 594">
            <a:extLst>
              <a:ext uri="{FF2B5EF4-FFF2-40B4-BE49-F238E27FC236}">
                <a16:creationId xmlns:a16="http://schemas.microsoft.com/office/drawing/2014/main" id="{0AA2D187-D9F9-4AE5-5B2B-4BF2AA2DEE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596" name="그림 595">
            <a:extLst>
              <a:ext uri="{FF2B5EF4-FFF2-40B4-BE49-F238E27FC236}">
                <a16:creationId xmlns:a16="http://schemas.microsoft.com/office/drawing/2014/main" id="{E67C8BF4-1538-F5EA-A019-A8FE2E245E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597" name="그림 596">
            <a:extLst>
              <a:ext uri="{FF2B5EF4-FFF2-40B4-BE49-F238E27FC236}">
                <a16:creationId xmlns:a16="http://schemas.microsoft.com/office/drawing/2014/main" id="{75839E11-D6BD-202E-28A5-5228727E49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598" name="그림 597">
            <a:extLst>
              <a:ext uri="{FF2B5EF4-FFF2-40B4-BE49-F238E27FC236}">
                <a16:creationId xmlns:a16="http://schemas.microsoft.com/office/drawing/2014/main" id="{67AFA722-01B7-F733-5B71-1BCB7C8AB0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sp>
        <p:nvSpPr>
          <p:cNvPr id="599" name="사각형: 둥근 모서리 598">
            <a:extLst>
              <a:ext uri="{FF2B5EF4-FFF2-40B4-BE49-F238E27FC236}">
                <a16:creationId xmlns:a16="http://schemas.microsoft.com/office/drawing/2014/main" id="{E074850F-75E8-FBF9-1BBD-89A8B0925452}"/>
              </a:ext>
            </a:extLst>
          </p:cNvPr>
          <p:cNvSpPr/>
          <p:nvPr/>
        </p:nvSpPr>
        <p:spPr>
          <a:xfrm>
            <a:off x="944253" y="5303495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grpSp>
        <p:nvGrpSpPr>
          <p:cNvPr id="600" name="그룹 599">
            <a:extLst>
              <a:ext uri="{FF2B5EF4-FFF2-40B4-BE49-F238E27FC236}">
                <a16:creationId xmlns:a16="http://schemas.microsoft.com/office/drawing/2014/main" id="{E478024E-F751-52F6-FC97-20CA788DB2C7}"/>
              </a:ext>
            </a:extLst>
          </p:cNvPr>
          <p:cNvGrpSpPr/>
          <p:nvPr/>
        </p:nvGrpSpPr>
        <p:grpSpPr>
          <a:xfrm>
            <a:off x="979019" y="5327739"/>
            <a:ext cx="449300" cy="153348"/>
            <a:chOff x="5671221" y="5337754"/>
            <a:chExt cx="449300" cy="153348"/>
          </a:xfrm>
        </p:grpSpPr>
        <p:grpSp>
          <p:nvGrpSpPr>
            <p:cNvPr id="627" name="그룹 626">
              <a:extLst>
                <a:ext uri="{FF2B5EF4-FFF2-40B4-BE49-F238E27FC236}">
                  <a16:creationId xmlns:a16="http://schemas.microsoft.com/office/drawing/2014/main" id="{B77343D7-301C-BF83-DA8D-2B6BFE6A3E59}"/>
                </a:ext>
              </a:extLst>
            </p:cNvPr>
            <p:cNvGrpSpPr/>
            <p:nvPr/>
          </p:nvGrpSpPr>
          <p:grpSpPr>
            <a:xfrm>
              <a:off x="5694058" y="5343182"/>
              <a:ext cx="426463" cy="142494"/>
              <a:chOff x="5645144" y="3140870"/>
              <a:chExt cx="249768" cy="110534"/>
            </a:xfrm>
          </p:grpSpPr>
          <p:sp>
            <p:nvSpPr>
              <p:cNvPr id="629" name="사각형: 둥근 모서리 628">
                <a:extLst>
                  <a:ext uri="{FF2B5EF4-FFF2-40B4-BE49-F238E27FC236}">
                    <a16:creationId xmlns:a16="http://schemas.microsoft.com/office/drawing/2014/main" id="{CE85042B-B7B7-93A9-DAD5-22DCD19EA847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30" name="사각형: 둥근 모서리 629">
                <a:extLst>
                  <a:ext uri="{FF2B5EF4-FFF2-40B4-BE49-F238E27FC236}">
                    <a16:creationId xmlns:a16="http://schemas.microsoft.com/office/drawing/2014/main" id="{AC1E49DA-CE7B-C2BA-A6ED-A5D53DEAB1F6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8" name="그림 627">
              <a:extLst>
                <a:ext uri="{FF2B5EF4-FFF2-40B4-BE49-F238E27FC236}">
                  <a16:creationId xmlns:a16="http://schemas.microsoft.com/office/drawing/2014/main" id="{D258ADFE-6725-B8B5-C5D5-F9B43F8336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122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1" name="그룹 600">
            <a:extLst>
              <a:ext uri="{FF2B5EF4-FFF2-40B4-BE49-F238E27FC236}">
                <a16:creationId xmlns:a16="http://schemas.microsoft.com/office/drawing/2014/main" id="{4B2287CA-5CCE-45E3-81D5-38361E2E9277}"/>
              </a:ext>
            </a:extLst>
          </p:cNvPr>
          <p:cNvGrpSpPr/>
          <p:nvPr/>
        </p:nvGrpSpPr>
        <p:grpSpPr>
          <a:xfrm>
            <a:off x="1466369" y="5327739"/>
            <a:ext cx="449300" cy="153348"/>
            <a:chOff x="6136251" y="5337754"/>
            <a:chExt cx="449300" cy="153348"/>
          </a:xfrm>
        </p:grpSpPr>
        <p:grpSp>
          <p:nvGrpSpPr>
            <p:cNvPr id="623" name="그룹 622">
              <a:extLst>
                <a:ext uri="{FF2B5EF4-FFF2-40B4-BE49-F238E27FC236}">
                  <a16:creationId xmlns:a16="http://schemas.microsoft.com/office/drawing/2014/main" id="{D83CDDC9-2DF0-A952-1084-B430EEE32212}"/>
                </a:ext>
              </a:extLst>
            </p:cNvPr>
            <p:cNvGrpSpPr/>
            <p:nvPr/>
          </p:nvGrpSpPr>
          <p:grpSpPr>
            <a:xfrm>
              <a:off x="6159088" y="5343182"/>
              <a:ext cx="426463" cy="142494"/>
              <a:chOff x="5645144" y="3140870"/>
              <a:chExt cx="249768" cy="110534"/>
            </a:xfrm>
          </p:grpSpPr>
          <p:sp>
            <p:nvSpPr>
              <p:cNvPr id="625" name="사각형: 둥근 모서리 624">
                <a:extLst>
                  <a:ext uri="{FF2B5EF4-FFF2-40B4-BE49-F238E27FC236}">
                    <a16:creationId xmlns:a16="http://schemas.microsoft.com/office/drawing/2014/main" id="{514609FB-BA34-81F8-76CA-3097AD933B84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6" name="사각형: 둥근 모서리 625">
                <a:extLst>
                  <a:ext uri="{FF2B5EF4-FFF2-40B4-BE49-F238E27FC236}">
                    <a16:creationId xmlns:a16="http://schemas.microsoft.com/office/drawing/2014/main" id="{653E0A06-6B50-4F8F-270C-0E2A0417EE48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4" name="그림 623">
              <a:extLst>
                <a:ext uri="{FF2B5EF4-FFF2-40B4-BE49-F238E27FC236}">
                  <a16:creationId xmlns:a16="http://schemas.microsoft.com/office/drawing/2014/main" id="{0C160D34-3F65-3BA4-A6B8-3D826112EE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625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F7F91F8D-C3E3-527F-F957-8ADFB45DB01E}"/>
              </a:ext>
            </a:extLst>
          </p:cNvPr>
          <p:cNvGrpSpPr/>
          <p:nvPr/>
        </p:nvGrpSpPr>
        <p:grpSpPr>
          <a:xfrm>
            <a:off x="1953719" y="5327739"/>
            <a:ext cx="449300" cy="153348"/>
            <a:chOff x="6601281" y="5337754"/>
            <a:chExt cx="449300" cy="153348"/>
          </a:xfrm>
        </p:grpSpPr>
        <p:grpSp>
          <p:nvGrpSpPr>
            <p:cNvPr id="619" name="그룹 618">
              <a:extLst>
                <a:ext uri="{FF2B5EF4-FFF2-40B4-BE49-F238E27FC236}">
                  <a16:creationId xmlns:a16="http://schemas.microsoft.com/office/drawing/2014/main" id="{FF5E1DB9-6F03-4AEF-F8F2-892C9ADFF58E}"/>
                </a:ext>
              </a:extLst>
            </p:cNvPr>
            <p:cNvGrpSpPr/>
            <p:nvPr/>
          </p:nvGrpSpPr>
          <p:grpSpPr>
            <a:xfrm>
              <a:off x="6624118" y="5343182"/>
              <a:ext cx="426463" cy="142494"/>
              <a:chOff x="5645144" y="3140870"/>
              <a:chExt cx="249768" cy="110534"/>
            </a:xfrm>
          </p:grpSpPr>
          <p:sp>
            <p:nvSpPr>
              <p:cNvPr id="621" name="사각형: 둥근 모서리 620">
                <a:extLst>
                  <a:ext uri="{FF2B5EF4-FFF2-40B4-BE49-F238E27FC236}">
                    <a16:creationId xmlns:a16="http://schemas.microsoft.com/office/drawing/2014/main" id="{6CA11F3B-19E4-1B17-0DF0-285CA54AC556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2" name="사각형: 둥근 모서리 621">
                <a:extLst>
                  <a:ext uri="{FF2B5EF4-FFF2-40B4-BE49-F238E27FC236}">
                    <a16:creationId xmlns:a16="http://schemas.microsoft.com/office/drawing/2014/main" id="{11720E5F-2C01-EA5C-A2AA-905BE6068DDE}"/>
                  </a:ext>
                </a:extLst>
              </p:cNvPr>
              <p:cNvSpPr/>
              <p:nvPr/>
            </p:nvSpPr>
            <p:spPr>
              <a:xfrm>
                <a:off x="5645145" y="3140870"/>
                <a:ext cx="100989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0" name="그림 619">
              <a:extLst>
                <a:ext uri="{FF2B5EF4-FFF2-40B4-BE49-F238E27FC236}">
                  <a16:creationId xmlns:a16="http://schemas.microsoft.com/office/drawing/2014/main" id="{5DFC7697-EF43-FAA7-7C48-E54302C369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128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3" name="그룹 602">
            <a:extLst>
              <a:ext uri="{FF2B5EF4-FFF2-40B4-BE49-F238E27FC236}">
                <a16:creationId xmlns:a16="http://schemas.microsoft.com/office/drawing/2014/main" id="{4EA28616-B99B-F5B5-9345-4D122DCB9C0B}"/>
              </a:ext>
            </a:extLst>
          </p:cNvPr>
          <p:cNvGrpSpPr/>
          <p:nvPr/>
        </p:nvGrpSpPr>
        <p:grpSpPr>
          <a:xfrm>
            <a:off x="2441069" y="5327739"/>
            <a:ext cx="449302" cy="153348"/>
            <a:chOff x="7066312" y="5337754"/>
            <a:chExt cx="449302" cy="153348"/>
          </a:xfrm>
        </p:grpSpPr>
        <p:grpSp>
          <p:nvGrpSpPr>
            <p:cNvPr id="615" name="그룹 614">
              <a:extLst>
                <a:ext uri="{FF2B5EF4-FFF2-40B4-BE49-F238E27FC236}">
                  <a16:creationId xmlns:a16="http://schemas.microsoft.com/office/drawing/2014/main" id="{ADBB5D42-FA70-DB13-02CC-3A9CAAC023C2}"/>
                </a:ext>
              </a:extLst>
            </p:cNvPr>
            <p:cNvGrpSpPr/>
            <p:nvPr/>
          </p:nvGrpSpPr>
          <p:grpSpPr>
            <a:xfrm>
              <a:off x="7089150" y="5343182"/>
              <a:ext cx="426464" cy="142494"/>
              <a:chOff x="5645143" y="3140870"/>
              <a:chExt cx="249769" cy="110534"/>
            </a:xfrm>
          </p:grpSpPr>
          <p:sp>
            <p:nvSpPr>
              <p:cNvPr id="617" name="사각형: 둥근 모서리 616">
                <a:extLst>
                  <a:ext uri="{FF2B5EF4-FFF2-40B4-BE49-F238E27FC236}">
                    <a16:creationId xmlns:a16="http://schemas.microsoft.com/office/drawing/2014/main" id="{9157FA37-6A60-511C-7F2B-D726F4BFEC13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8" name="사각형: 둥근 모서리 617">
                <a:extLst>
                  <a:ext uri="{FF2B5EF4-FFF2-40B4-BE49-F238E27FC236}">
                    <a16:creationId xmlns:a16="http://schemas.microsoft.com/office/drawing/2014/main" id="{4966E7A2-F5FA-FB68-F502-07D1B1AE7E26}"/>
                  </a:ext>
                </a:extLst>
              </p:cNvPr>
              <p:cNvSpPr/>
              <p:nvPr/>
            </p:nvSpPr>
            <p:spPr>
              <a:xfrm>
                <a:off x="5645143" y="3140870"/>
                <a:ext cx="247306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6" name="그림 615">
              <a:extLst>
                <a:ext uri="{FF2B5EF4-FFF2-40B4-BE49-F238E27FC236}">
                  <a16:creationId xmlns:a16="http://schemas.microsoft.com/office/drawing/2014/main" id="{7BD32EB0-F3E2-5437-3DE2-13043D6BAE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6312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4" name="그룹 603">
            <a:extLst>
              <a:ext uri="{FF2B5EF4-FFF2-40B4-BE49-F238E27FC236}">
                <a16:creationId xmlns:a16="http://schemas.microsoft.com/office/drawing/2014/main" id="{4F717000-163E-B825-C08E-9D009579DB74}"/>
              </a:ext>
            </a:extLst>
          </p:cNvPr>
          <p:cNvGrpSpPr/>
          <p:nvPr/>
        </p:nvGrpSpPr>
        <p:grpSpPr>
          <a:xfrm>
            <a:off x="2928420" y="5327739"/>
            <a:ext cx="449299" cy="153348"/>
            <a:chOff x="7531343" y="5337754"/>
            <a:chExt cx="449299" cy="153348"/>
          </a:xfrm>
        </p:grpSpPr>
        <p:grpSp>
          <p:nvGrpSpPr>
            <p:cNvPr id="611" name="그룹 610">
              <a:extLst>
                <a:ext uri="{FF2B5EF4-FFF2-40B4-BE49-F238E27FC236}">
                  <a16:creationId xmlns:a16="http://schemas.microsoft.com/office/drawing/2014/main" id="{02BD522F-D596-7B01-850F-AE121E45A195}"/>
                </a:ext>
              </a:extLst>
            </p:cNvPr>
            <p:cNvGrpSpPr/>
            <p:nvPr/>
          </p:nvGrpSpPr>
          <p:grpSpPr>
            <a:xfrm>
              <a:off x="7554179" y="5343182"/>
              <a:ext cx="426463" cy="142494"/>
              <a:chOff x="5645144" y="3140870"/>
              <a:chExt cx="249768" cy="110534"/>
            </a:xfrm>
          </p:grpSpPr>
          <p:sp>
            <p:nvSpPr>
              <p:cNvPr id="613" name="사각형: 둥근 모서리 612">
                <a:extLst>
                  <a:ext uri="{FF2B5EF4-FFF2-40B4-BE49-F238E27FC236}">
                    <a16:creationId xmlns:a16="http://schemas.microsoft.com/office/drawing/2014/main" id="{AC74038F-05AE-8BF7-CA3E-3F11623407FD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4" name="사각형: 둥근 모서리 613">
                <a:extLst>
                  <a:ext uri="{FF2B5EF4-FFF2-40B4-BE49-F238E27FC236}">
                    <a16:creationId xmlns:a16="http://schemas.microsoft.com/office/drawing/2014/main" id="{9A3EE778-F48C-74F1-D1B6-4A05D6485221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2" name="그림 611">
              <a:extLst>
                <a:ext uri="{FF2B5EF4-FFF2-40B4-BE49-F238E27FC236}">
                  <a16:creationId xmlns:a16="http://schemas.microsoft.com/office/drawing/2014/main" id="{E3AFF03F-DED7-D100-4E8F-271BB96423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1343" y="5337754"/>
              <a:ext cx="174868" cy="153348"/>
            </a:xfrm>
            <a:prstGeom prst="rect">
              <a:avLst/>
            </a:prstGeom>
          </p:spPr>
        </p:pic>
      </p:grpSp>
      <p:pic>
        <p:nvPicPr>
          <p:cNvPr id="605" name="그림 604">
            <a:extLst>
              <a:ext uri="{FF2B5EF4-FFF2-40B4-BE49-F238E27FC236}">
                <a16:creationId xmlns:a16="http://schemas.microsoft.com/office/drawing/2014/main" id="{0D52690B-04DE-34EE-3CA3-7A57A778B7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06" name="TextBox 605">
            <a:extLst>
              <a:ext uri="{FF2B5EF4-FFF2-40B4-BE49-F238E27FC236}">
                <a16:creationId xmlns:a16="http://schemas.microsoft.com/office/drawing/2014/main" id="{4470B6E1-7DA3-0DD1-FEC7-03626BB3C280}"/>
              </a:ext>
            </a:extLst>
          </p:cNvPr>
          <p:cNvSpPr txBox="1"/>
          <p:nvPr/>
        </p:nvSpPr>
        <p:spPr>
          <a:xfrm>
            <a:off x="2581720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7" name="TextBox 606">
            <a:extLst>
              <a:ext uri="{FF2B5EF4-FFF2-40B4-BE49-F238E27FC236}">
                <a16:creationId xmlns:a16="http://schemas.microsoft.com/office/drawing/2014/main" id="{E9AEFA59-A6E6-58B6-0B6C-FE85F651BEBA}"/>
              </a:ext>
            </a:extLst>
          </p:cNvPr>
          <p:cNvSpPr txBox="1"/>
          <p:nvPr/>
        </p:nvSpPr>
        <p:spPr>
          <a:xfrm>
            <a:off x="3076662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240%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8" name="TextBox 607">
            <a:extLst>
              <a:ext uri="{FF2B5EF4-FFF2-40B4-BE49-F238E27FC236}">
                <a16:creationId xmlns:a16="http://schemas.microsoft.com/office/drawing/2014/main" id="{FDD58ECB-023B-0367-67AF-70EF5CB65420}"/>
              </a:ext>
            </a:extLst>
          </p:cNvPr>
          <p:cNvSpPr txBox="1"/>
          <p:nvPr/>
        </p:nvSpPr>
        <p:spPr>
          <a:xfrm>
            <a:off x="1177913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9" name="TextBox 608">
            <a:extLst>
              <a:ext uri="{FF2B5EF4-FFF2-40B4-BE49-F238E27FC236}">
                <a16:creationId xmlns:a16="http://schemas.microsoft.com/office/drawing/2014/main" id="{7CF0906E-8859-506E-7DCF-25A2BB415101}"/>
              </a:ext>
            </a:extLst>
          </p:cNvPr>
          <p:cNvSpPr txBox="1"/>
          <p:nvPr/>
        </p:nvSpPr>
        <p:spPr>
          <a:xfrm>
            <a:off x="166402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10" name="TextBox 609">
            <a:extLst>
              <a:ext uri="{FF2B5EF4-FFF2-40B4-BE49-F238E27FC236}">
                <a16:creationId xmlns:a16="http://schemas.microsoft.com/office/drawing/2014/main" id="{4EFAC048-F1A0-9378-BC88-E4F0BA074E51}"/>
              </a:ext>
            </a:extLst>
          </p:cNvPr>
          <p:cNvSpPr txBox="1"/>
          <p:nvPr/>
        </p:nvSpPr>
        <p:spPr>
          <a:xfrm>
            <a:off x="212839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DC99D9D-32EC-F94A-FA64-E2A115FDF5AD}"/>
              </a:ext>
            </a:extLst>
          </p:cNvPr>
          <p:cNvSpPr/>
          <p:nvPr/>
        </p:nvSpPr>
        <p:spPr>
          <a:xfrm>
            <a:off x="3728765" y="1546929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6A561DD5-266D-4938-E18A-1DCCC0CB0DA7}"/>
              </a:ext>
            </a:extLst>
          </p:cNvPr>
          <p:cNvSpPr/>
          <p:nvPr/>
        </p:nvSpPr>
        <p:spPr>
          <a:xfrm>
            <a:off x="3829628" y="1622870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81C67D2-54FF-323A-D679-B79D1446B56B}"/>
              </a:ext>
            </a:extLst>
          </p:cNvPr>
          <p:cNvSpPr/>
          <p:nvPr/>
        </p:nvSpPr>
        <p:spPr>
          <a:xfrm>
            <a:off x="3824946" y="2165767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87873041-69E1-2747-BA8C-A95B8EFD3427}"/>
              </a:ext>
            </a:extLst>
          </p:cNvPr>
          <p:cNvSpPr/>
          <p:nvPr/>
        </p:nvSpPr>
        <p:spPr>
          <a:xfrm>
            <a:off x="5755704" y="1622870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0C0CC7D-C24B-8B0C-B84A-60F7A41A6C53}"/>
              </a:ext>
            </a:extLst>
          </p:cNvPr>
          <p:cNvSpPr/>
          <p:nvPr/>
        </p:nvSpPr>
        <p:spPr>
          <a:xfrm>
            <a:off x="4792222" y="1622870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17FAB9F8-CE48-2604-3446-FEBB8D5FB9C1}"/>
              </a:ext>
            </a:extLst>
          </p:cNvPr>
          <p:cNvSpPr/>
          <p:nvPr/>
        </p:nvSpPr>
        <p:spPr>
          <a:xfrm>
            <a:off x="3771537" y="5314213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C70D04B-5D93-5AEC-25A1-0FA33334BD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0222" y="3419414"/>
            <a:ext cx="385031" cy="450981"/>
          </a:xfrm>
          <a:prstGeom prst="rect">
            <a:avLst/>
          </a:prstGeom>
        </p:spPr>
      </p:pic>
      <p:pic>
        <p:nvPicPr>
          <p:cNvPr id="9" name="Picture 6" descr="박쥐 게임 스프라이트 | 프리미엄 벡터">
            <a:extLst>
              <a:ext uri="{FF2B5EF4-FFF2-40B4-BE49-F238E27FC236}">
                <a16:creationId xmlns:a16="http://schemas.microsoft.com/office/drawing/2014/main" id="{13FC2C0E-692F-0E2B-3C23-62DBE94375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4403850" y="2165768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6" descr="박쥐 게임 스프라이트 | 프리미엄 벡터">
            <a:extLst>
              <a:ext uri="{FF2B5EF4-FFF2-40B4-BE49-F238E27FC236}">
                <a16:creationId xmlns:a16="http://schemas.microsoft.com/office/drawing/2014/main" id="{99AEB1F5-3688-2780-317E-607306C5F4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5173475" y="2134485"/>
            <a:ext cx="378357" cy="15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 descr="박쥐 게임 스프라이트 | 프리미엄 벡터">
            <a:extLst>
              <a:ext uri="{FF2B5EF4-FFF2-40B4-BE49-F238E27FC236}">
                <a16:creationId xmlns:a16="http://schemas.microsoft.com/office/drawing/2014/main" id="{F382D473-3D71-ED89-26A7-9F2AC3DAD55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4365711" y="2466795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6" descr="박쥐 게임 스프라이트 | 프리미엄 벡터">
            <a:extLst>
              <a:ext uri="{FF2B5EF4-FFF2-40B4-BE49-F238E27FC236}">
                <a16:creationId xmlns:a16="http://schemas.microsoft.com/office/drawing/2014/main" id="{00EF5CCC-2B7F-ED48-2A02-665A995A38C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4638520" y="4615182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6" descr="박쥐 게임 스프라이트 | 프리미엄 벡터">
            <a:extLst>
              <a:ext uri="{FF2B5EF4-FFF2-40B4-BE49-F238E27FC236}">
                <a16:creationId xmlns:a16="http://schemas.microsoft.com/office/drawing/2014/main" id="{7E47FF98-C5E4-4E26-02DC-55E390B1596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5173475" y="2530524"/>
            <a:ext cx="378357" cy="15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6" descr="박쥐 게임 스프라이트 | 프리미엄 벡터">
            <a:extLst>
              <a:ext uri="{FF2B5EF4-FFF2-40B4-BE49-F238E27FC236}">
                <a16:creationId xmlns:a16="http://schemas.microsoft.com/office/drawing/2014/main" id="{DF8F3753-5E1C-805E-80FF-D2FC96F8D0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3905359" y="4333781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6" descr="박쥐 게임 스프라이트 | 프리미엄 벡터">
            <a:extLst>
              <a:ext uri="{FF2B5EF4-FFF2-40B4-BE49-F238E27FC236}">
                <a16:creationId xmlns:a16="http://schemas.microsoft.com/office/drawing/2014/main" id="{FAA3DD84-4298-E05D-A750-879CFDDE72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3767974" y="3126672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6" descr="박쥐 게임 스프라이트 | 프리미엄 벡터">
            <a:extLst>
              <a:ext uri="{FF2B5EF4-FFF2-40B4-BE49-F238E27FC236}">
                <a16:creationId xmlns:a16="http://schemas.microsoft.com/office/drawing/2014/main" id="{B43B2D8F-7132-EB0B-6295-2EBD0609E9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4193736" y="4723454"/>
            <a:ext cx="595547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6" descr="박쥐 게임 스프라이트 | 프리미엄 벡터">
            <a:extLst>
              <a:ext uri="{FF2B5EF4-FFF2-40B4-BE49-F238E27FC236}">
                <a16:creationId xmlns:a16="http://schemas.microsoft.com/office/drawing/2014/main" id="{DE5ABC16-4CC7-46E8-8CD3-B8059EAE38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3941724" y="4004491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6" descr="박쥐 게임 스프라이트 | 프리미엄 벡터">
            <a:extLst>
              <a:ext uri="{FF2B5EF4-FFF2-40B4-BE49-F238E27FC236}">
                <a16:creationId xmlns:a16="http://schemas.microsoft.com/office/drawing/2014/main" id="{E79D76E1-C96D-E093-D5B5-4EA67AF724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5434694" y="4665991"/>
            <a:ext cx="690773" cy="278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75CFA-8E83-9749-EB52-B22F3E30DC4B}"/>
              </a:ext>
            </a:extLst>
          </p:cNvPr>
          <p:cNvGrpSpPr/>
          <p:nvPr/>
        </p:nvGrpSpPr>
        <p:grpSpPr>
          <a:xfrm>
            <a:off x="5353180" y="3304397"/>
            <a:ext cx="440651" cy="651758"/>
            <a:chOff x="10529392" y="3206783"/>
            <a:chExt cx="253716" cy="375266"/>
          </a:xfrm>
        </p:grpSpPr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D4DBACA6-1734-2863-F458-C4F060DBA115}"/>
                </a:ext>
              </a:extLst>
            </p:cNvPr>
            <p:cNvGrpSpPr/>
            <p:nvPr/>
          </p:nvGrpSpPr>
          <p:grpSpPr>
            <a:xfrm>
              <a:off x="10529392" y="3206783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A34619E6-1B3C-E4AF-AF87-901A83B570D4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1CCD5AB8-CE7D-6A89-54F6-ECD63BCE4CC7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7" name="직사각형 26">
                <a:extLst>
                  <a:ext uri="{FF2B5EF4-FFF2-40B4-BE49-F238E27FC236}">
                    <a16:creationId xmlns:a16="http://schemas.microsoft.com/office/drawing/2014/main" id="{48016E2B-E9BA-716A-C1C7-48D9F8F72535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B845A7BC-C0E8-5349-11F2-EBF630F61FC1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FD9DDC24-51FF-F932-408A-5E2F41B0D228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0" name="직사각형 29">
                <a:extLst>
                  <a:ext uri="{FF2B5EF4-FFF2-40B4-BE49-F238E27FC236}">
                    <a16:creationId xmlns:a16="http://schemas.microsoft.com/office/drawing/2014/main" id="{29489A2D-6B42-6A34-3649-3DF7A58E7433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8F2988CF-86FF-EF54-693D-D066079B1D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71056" y="3296095"/>
              <a:ext cx="167686" cy="147049"/>
            </a:xfrm>
            <a:prstGeom prst="rect">
              <a:avLst/>
            </a:prstGeom>
          </p:spPr>
        </p:pic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562844E3-AB53-22C6-CDF9-426BAEBFE470}"/>
              </a:ext>
            </a:extLst>
          </p:cNvPr>
          <p:cNvGrpSpPr/>
          <p:nvPr/>
        </p:nvGrpSpPr>
        <p:grpSpPr>
          <a:xfrm>
            <a:off x="4918979" y="2663063"/>
            <a:ext cx="440651" cy="651758"/>
            <a:chOff x="10290996" y="2826696"/>
            <a:chExt cx="253716" cy="375266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5DBD01F1-D2F9-77BD-2608-E364AA6383AF}"/>
                </a:ext>
              </a:extLst>
            </p:cNvPr>
            <p:cNvGrpSpPr/>
            <p:nvPr/>
          </p:nvGrpSpPr>
          <p:grpSpPr>
            <a:xfrm>
              <a:off x="10290996" y="2826696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34" name="직사각형 33">
                <a:extLst>
                  <a:ext uri="{FF2B5EF4-FFF2-40B4-BE49-F238E27FC236}">
                    <a16:creationId xmlns:a16="http://schemas.microsoft.com/office/drawing/2014/main" id="{AFBCAA02-E751-CFC0-C474-E37E93B535DD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5" name="직사각형 34">
                <a:extLst>
                  <a:ext uri="{FF2B5EF4-FFF2-40B4-BE49-F238E27FC236}">
                    <a16:creationId xmlns:a16="http://schemas.microsoft.com/office/drawing/2014/main" id="{7F6B6875-1DF4-4CBB-F615-E8BF6EC4CB65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892F61C8-DAF9-9800-A721-CA4E5805EB9A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7" name="직사각형 36">
                <a:extLst>
                  <a:ext uri="{FF2B5EF4-FFF2-40B4-BE49-F238E27FC236}">
                    <a16:creationId xmlns:a16="http://schemas.microsoft.com/office/drawing/2014/main" id="{A61041BD-ED95-7387-312F-7EA211E7B450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499313FE-BD7E-7891-9B39-25471048EBBE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549982A6-96D0-02FE-0B8F-001CB52CA14F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33" name="그림 32">
              <a:extLst>
                <a:ext uri="{FF2B5EF4-FFF2-40B4-BE49-F238E27FC236}">
                  <a16:creationId xmlns:a16="http://schemas.microsoft.com/office/drawing/2014/main" id="{3EAA8DCA-E12B-3A11-7BE2-CAD32DAEAFB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32660" y="2916008"/>
              <a:ext cx="167686" cy="147049"/>
            </a:xfrm>
            <a:prstGeom prst="rect">
              <a:avLst/>
            </a:prstGeom>
          </p:spPr>
        </p:pic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5B651EDD-2703-30FB-DE0D-A32BEF68690C}"/>
              </a:ext>
            </a:extLst>
          </p:cNvPr>
          <p:cNvGrpSpPr/>
          <p:nvPr/>
        </p:nvGrpSpPr>
        <p:grpSpPr>
          <a:xfrm>
            <a:off x="4486614" y="2882778"/>
            <a:ext cx="440651" cy="431186"/>
            <a:chOff x="10031415" y="2950781"/>
            <a:chExt cx="253716" cy="248266"/>
          </a:xfrm>
        </p:grpSpPr>
        <p:grpSp>
          <p:nvGrpSpPr>
            <p:cNvPr id="41" name="그룹 40">
              <a:extLst>
                <a:ext uri="{FF2B5EF4-FFF2-40B4-BE49-F238E27FC236}">
                  <a16:creationId xmlns:a16="http://schemas.microsoft.com/office/drawing/2014/main" id="{6E735860-41EF-DC0A-C326-E3A7BEB0E61F}"/>
                </a:ext>
              </a:extLst>
            </p:cNvPr>
            <p:cNvGrpSpPr/>
            <p:nvPr/>
          </p:nvGrpSpPr>
          <p:grpSpPr>
            <a:xfrm>
              <a:off x="10031415" y="2950781"/>
              <a:ext cx="253716" cy="248266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43" name="직사각형 42">
                <a:extLst>
                  <a:ext uri="{FF2B5EF4-FFF2-40B4-BE49-F238E27FC236}">
                    <a16:creationId xmlns:a16="http://schemas.microsoft.com/office/drawing/2014/main" id="{B5A1BAC8-17F6-675D-CA96-63DB729AB2EC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4" name="직사각형 43">
                <a:extLst>
                  <a:ext uri="{FF2B5EF4-FFF2-40B4-BE49-F238E27FC236}">
                    <a16:creationId xmlns:a16="http://schemas.microsoft.com/office/drawing/2014/main" id="{0592BFB3-E618-8F46-A3D7-AA9F91ED7635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5" name="직사각형 44">
                <a:extLst>
                  <a:ext uri="{FF2B5EF4-FFF2-40B4-BE49-F238E27FC236}">
                    <a16:creationId xmlns:a16="http://schemas.microsoft.com/office/drawing/2014/main" id="{E2922774-CE6E-F105-2BFF-BEEBB26E7294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6" name="직사각형 45">
                <a:extLst>
                  <a:ext uri="{FF2B5EF4-FFF2-40B4-BE49-F238E27FC236}">
                    <a16:creationId xmlns:a16="http://schemas.microsoft.com/office/drawing/2014/main" id="{E7EAEAC5-AABF-54AF-17D7-5A617532189E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42" name="그림 41">
              <a:extLst>
                <a:ext uri="{FF2B5EF4-FFF2-40B4-BE49-F238E27FC236}">
                  <a16:creationId xmlns:a16="http://schemas.microsoft.com/office/drawing/2014/main" id="{21D6DAAF-A01B-69E3-7F08-A281ED76B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73079" y="3001932"/>
              <a:ext cx="167686" cy="147049"/>
            </a:xfrm>
            <a:prstGeom prst="rect">
              <a:avLst/>
            </a:prstGeom>
          </p:spPr>
        </p:pic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0D801D46-46DC-7894-DC41-5803C3EDDB2B}"/>
              </a:ext>
            </a:extLst>
          </p:cNvPr>
          <p:cNvGrpSpPr/>
          <p:nvPr/>
        </p:nvGrpSpPr>
        <p:grpSpPr>
          <a:xfrm>
            <a:off x="4934790" y="3949251"/>
            <a:ext cx="440651" cy="651758"/>
            <a:chOff x="10529392" y="3206783"/>
            <a:chExt cx="253716" cy="375266"/>
          </a:xfrm>
        </p:grpSpPr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F9141795-D08B-F23E-7270-DFE775000F08}"/>
                </a:ext>
              </a:extLst>
            </p:cNvPr>
            <p:cNvGrpSpPr/>
            <p:nvPr/>
          </p:nvGrpSpPr>
          <p:grpSpPr>
            <a:xfrm>
              <a:off x="10529392" y="3206783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53" name="직사각형 52">
                <a:extLst>
                  <a:ext uri="{FF2B5EF4-FFF2-40B4-BE49-F238E27FC236}">
                    <a16:creationId xmlns:a16="http://schemas.microsoft.com/office/drawing/2014/main" id="{D09AA2EF-A50F-ECAF-BE20-7B2FD87AED68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4" name="직사각형 53">
                <a:extLst>
                  <a:ext uri="{FF2B5EF4-FFF2-40B4-BE49-F238E27FC236}">
                    <a16:creationId xmlns:a16="http://schemas.microsoft.com/office/drawing/2014/main" id="{08489C96-16EC-7E73-61C3-A0C1D8BDFED0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5" name="직사각형 54">
                <a:extLst>
                  <a:ext uri="{FF2B5EF4-FFF2-40B4-BE49-F238E27FC236}">
                    <a16:creationId xmlns:a16="http://schemas.microsoft.com/office/drawing/2014/main" id="{3544B0F7-DD14-0BFB-7646-B0F98AC889AC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6" name="직사각형 55">
                <a:extLst>
                  <a:ext uri="{FF2B5EF4-FFF2-40B4-BE49-F238E27FC236}">
                    <a16:creationId xmlns:a16="http://schemas.microsoft.com/office/drawing/2014/main" id="{13B0F706-9856-F126-E72C-5B46FD0C33B8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7" name="직사각형 56">
                <a:extLst>
                  <a:ext uri="{FF2B5EF4-FFF2-40B4-BE49-F238E27FC236}">
                    <a16:creationId xmlns:a16="http://schemas.microsoft.com/office/drawing/2014/main" id="{B86A4A6B-9C6D-0376-6AEE-C2992EB01389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8" name="직사각형 57">
                <a:extLst>
                  <a:ext uri="{FF2B5EF4-FFF2-40B4-BE49-F238E27FC236}">
                    <a16:creationId xmlns:a16="http://schemas.microsoft.com/office/drawing/2014/main" id="{8EBFBD1A-F339-BBA6-0522-F389A8D8F220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49" name="그림 48">
              <a:extLst>
                <a:ext uri="{FF2B5EF4-FFF2-40B4-BE49-F238E27FC236}">
                  <a16:creationId xmlns:a16="http://schemas.microsoft.com/office/drawing/2014/main" id="{13453FCD-5C79-5687-A40E-735330B739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71056" y="3296095"/>
              <a:ext cx="167686" cy="147049"/>
            </a:xfrm>
            <a:prstGeom prst="rect">
              <a:avLst/>
            </a:prstGeom>
          </p:spPr>
        </p:pic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998938ED-9965-ED0B-9233-5E23A2F3AC49}"/>
              </a:ext>
            </a:extLst>
          </p:cNvPr>
          <p:cNvGrpSpPr/>
          <p:nvPr/>
        </p:nvGrpSpPr>
        <p:grpSpPr>
          <a:xfrm>
            <a:off x="4497524" y="3950975"/>
            <a:ext cx="440651" cy="431186"/>
            <a:chOff x="10031415" y="2950781"/>
            <a:chExt cx="253716" cy="248266"/>
          </a:xfrm>
        </p:grpSpPr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06B1C201-A722-DD0D-CFE7-F8F65A869480}"/>
                </a:ext>
              </a:extLst>
            </p:cNvPr>
            <p:cNvGrpSpPr/>
            <p:nvPr/>
          </p:nvGrpSpPr>
          <p:grpSpPr>
            <a:xfrm>
              <a:off x="10031415" y="2950781"/>
              <a:ext cx="253716" cy="248266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62" name="직사각형 61">
                <a:extLst>
                  <a:ext uri="{FF2B5EF4-FFF2-40B4-BE49-F238E27FC236}">
                    <a16:creationId xmlns:a16="http://schemas.microsoft.com/office/drawing/2014/main" id="{50FCFAEB-85AA-A712-56C0-D7DF55F65D89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3" name="직사각형 62">
                <a:extLst>
                  <a:ext uri="{FF2B5EF4-FFF2-40B4-BE49-F238E27FC236}">
                    <a16:creationId xmlns:a16="http://schemas.microsoft.com/office/drawing/2014/main" id="{B26B89E2-5FFB-3407-40EA-FCA4DA1B4403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12" name="직사각형 511">
                <a:extLst>
                  <a:ext uri="{FF2B5EF4-FFF2-40B4-BE49-F238E27FC236}">
                    <a16:creationId xmlns:a16="http://schemas.microsoft.com/office/drawing/2014/main" id="{021FE2A9-F258-7C15-A22B-277DA4F62A4E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13" name="직사각형 512">
                <a:extLst>
                  <a:ext uri="{FF2B5EF4-FFF2-40B4-BE49-F238E27FC236}">
                    <a16:creationId xmlns:a16="http://schemas.microsoft.com/office/drawing/2014/main" id="{F236B8E2-AF7C-D3D3-6B15-5DBD42418268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61" name="그림 60">
              <a:extLst>
                <a:ext uri="{FF2B5EF4-FFF2-40B4-BE49-F238E27FC236}">
                  <a16:creationId xmlns:a16="http://schemas.microsoft.com/office/drawing/2014/main" id="{385F46A9-D565-8289-CD07-DE9279DAFDB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73079" y="3001932"/>
              <a:ext cx="167686" cy="147049"/>
            </a:xfrm>
            <a:prstGeom prst="rect">
              <a:avLst/>
            </a:prstGeom>
          </p:spPr>
        </p:pic>
      </p:grpSp>
      <p:sp>
        <p:nvSpPr>
          <p:cNvPr id="520" name="사각형: 둥근 모서리 519">
            <a:extLst>
              <a:ext uri="{FF2B5EF4-FFF2-40B4-BE49-F238E27FC236}">
                <a16:creationId xmlns:a16="http://schemas.microsoft.com/office/drawing/2014/main" id="{3CAF8E54-42EC-C92F-ADF1-F88D0814CD6E}"/>
              </a:ext>
            </a:extLst>
          </p:cNvPr>
          <p:cNvSpPr/>
          <p:nvPr/>
        </p:nvSpPr>
        <p:spPr>
          <a:xfrm>
            <a:off x="3770380" y="5306932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grpSp>
        <p:nvGrpSpPr>
          <p:cNvPr id="521" name="그룹 520">
            <a:extLst>
              <a:ext uri="{FF2B5EF4-FFF2-40B4-BE49-F238E27FC236}">
                <a16:creationId xmlns:a16="http://schemas.microsoft.com/office/drawing/2014/main" id="{B1B6EDA3-87FA-5A72-A41B-46415881D118}"/>
              </a:ext>
            </a:extLst>
          </p:cNvPr>
          <p:cNvGrpSpPr/>
          <p:nvPr/>
        </p:nvGrpSpPr>
        <p:grpSpPr>
          <a:xfrm>
            <a:off x="3827983" y="5336604"/>
            <a:ext cx="426463" cy="142494"/>
            <a:chOff x="5645144" y="3140870"/>
            <a:chExt cx="249768" cy="110534"/>
          </a:xfrm>
        </p:grpSpPr>
        <p:sp>
          <p:nvSpPr>
            <p:cNvPr id="522" name="사각형: 둥근 모서리 521">
              <a:extLst>
                <a:ext uri="{FF2B5EF4-FFF2-40B4-BE49-F238E27FC236}">
                  <a16:creationId xmlns:a16="http://schemas.microsoft.com/office/drawing/2014/main" id="{208EE1A0-CC00-840B-E475-D13D7BBF3F22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523" name="사각형: 둥근 모서리 522">
              <a:extLst>
                <a:ext uri="{FF2B5EF4-FFF2-40B4-BE49-F238E27FC236}">
                  <a16:creationId xmlns:a16="http://schemas.microsoft.com/office/drawing/2014/main" id="{91201708-064A-BD3E-09C6-3E9218BC30AF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524" name="그림 523">
            <a:extLst>
              <a:ext uri="{FF2B5EF4-FFF2-40B4-BE49-F238E27FC236}">
                <a16:creationId xmlns:a16="http://schemas.microsoft.com/office/drawing/2014/main" id="{ACF2B0D2-CB41-091C-ADA8-D5FF984499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5146" y="5331176"/>
            <a:ext cx="174868" cy="153348"/>
          </a:xfrm>
          <a:prstGeom prst="rect">
            <a:avLst/>
          </a:prstGeom>
        </p:spPr>
      </p:pic>
      <p:grpSp>
        <p:nvGrpSpPr>
          <p:cNvPr id="525" name="그룹 524">
            <a:extLst>
              <a:ext uri="{FF2B5EF4-FFF2-40B4-BE49-F238E27FC236}">
                <a16:creationId xmlns:a16="http://schemas.microsoft.com/office/drawing/2014/main" id="{ABB60444-925F-F1F4-1BA8-639752DB0A00}"/>
              </a:ext>
            </a:extLst>
          </p:cNvPr>
          <p:cNvGrpSpPr/>
          <p:nvPr/>
        </p:nvGrpSpPr>
        <p:grpSpPr>
          <a:xfrm>
            <a:off x="4315333" y="5336604"/>
            <a:ext cx="426463" cy="142494"/>
            <a:chOff x="5645144" y="3140870"/>
            <a:chExt cx="249768" cy="110534"/>
          </a:xfrm>
        </p:grpSpPr>
        <p:sp>
          <p:nvSpPr>
            <p:cNvPr id="526" name="사각형: 둥근 모서리 525">
              <a:extLst>
                <a:ext uri="{FF2B5EF4-FFF2-40B4-BE49-F238E27FC236}">
                  <a16:creationId xmlns:a16="http://schemas.microsoft.com/office/drawing/2014/main" id="{25054A63-C5A6-B185-0BA7-24CAA4FDDB5C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527" name="사각형: 둥근 모서리 526">
              <a:extLst>
                <a:ext uri="{FF2B5EF4-FFF2-40B4-BE49-F238E27FC236}">
                  <a16:creationId xmlns:a16="http://schemas.microsoft.com/office/drawing/2014/main" id="{1B216BEE-0250-A190-5EA5-E1120D1E285A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528" name="그림 527">
            <a:extLst>
              <a:ext uri="{FF2B5EF4-FFF2-40B4-BE49-F238E27FC236}">
                <a16:creationId xmlns:a16="http://schemas.microsoft.com/office/drawing/2014/main" id="{637DB4CB-DAB8-A6E0-C9A5-5ABA900438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2496" y="5331176"/>
            <a:ext cx="174868" cy="153348"/>
          </a:xfrm>
          <a:prstGeom prst="rect">
            <a:avLst/>
          </a:prstGeom>
        </p:spPr>
      </p:pic>
      <p:grpSp>
        <p:nvGrpSpPr>
          <p:cNvPr id="529" name="그룹 528">
            <a:extLst>
              <a:ext uri="{FF2B5EF4-FFF2-40B4-BE49-F238E27FC236}">
                <a16:creationId xmlns:a16="http://schemas.microsoft.com/office/drawing/2014/main" id="{584197EB-7F87-CA44-9716-EC3B2BA5F39F}"/>
              </a:ext>
            </a:extLst>
          </p:cNvPr>
          <p:cNvGrpSpPr/>
          <p:nvPr/>
        </p:nvGrpSpPr>
        <p:grpSpPr>
          <a:xfrm>
            <a:off x="4802683" y="5336604"/>
            <a:ext cx="426463" cy="142494"/>
            <a:chOff x="5645144" y="3140870"/>
            <a:chExt cx="249768" cy="110534"/>
          </a:xfrm>
        </p:grpSpPr>
        <p:sp>
          <p:nvSpPr>
            <p:cNvPr id="530" name="사각형: 둥근 모서리 529">
              <a:extLst>
                <a:ext uri="{FF2B5EF4-FFF2-40B4-BE49-F238E27FC236}">
                  <a16:creationId xmlns:a16="http://schemas.microsoft.com/office/drawing/2014/main" id="{A7E6035E-FAC5-D349-57F8-F158F8C681A8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531" name="사각형: 둥근 모서리 530">
              <a:extLst>
                <a:ext uri="{FF2B5EF4-FFF2-40B4-BE49-F238E27FC236}">
                  <a16:creationId xmlns:a16="http://schemas.microsoft.com/office/drawing/2014/main" id="{BC27FC04-5EBA-5815-36BC-EA9A637B674B}"/>
                </a:ext>
              </a:extLst>
            </p:cNvPr>
            <p:cNvSpPr/>
            <p:nvPr/>
          </p:nvSpPr>
          <p:spPr>
            <a:xfrm>
              <a:off x="5645145" y="3140870"/>
              <a:ext cx="127670" cy="110534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532" name="그림 531">
            <a:extLst>
              <a:ext uri="{FF2B5EF4-FFF2-40B4-BE49-F238E27FC236}">
                <a16:creationId xmlns:a16="http://schemas.microsoft.com/office/drawing/2014/main" id="{AC18A031-CB1C-8CD0-C9E3-27C49BADE5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9846" y="5331176"/>
            <a:ext cx="174868" cy="153348"/>
          </a:xfrm>
          <a:prstGeom prst="rect">
            <a:avLst/>
          </a:prstGeom>
        </p:spPr>
      </p:pic>
      <p:sp>
        <p:nvSpPr>
          <p:cNvPr id="533" name="사각형: 둥근 모서리 532">
            <a:extLst>
              <a:ext uri="{FF2B5EF4-FFF2-40B4-BE49-F238E27FC236}">
                <a16:creationId xmlns:a16="http://schemas.microsoft.com/office/drawing/2014/main" id="{DF9BEB07-8D5C-9FEC-6E41-C963322B7ED8}"/>
              </a:ext>
            </a:extLst>
          </p:cNvPr>
          <p:cNvSpPr/>
          <p:nvPr/>
        </p:nvSpPr>
        <p:spPr>
          <a:xfrm>
            <a:off x="5290036" y="5336604"/>
            <a:ext cx="426462" cy="142494"/>
          </a:xfrm>
          <a:prstGeom prst="roundRect">
            <a:avLst/>
          </a:prstGeom>
          <a:solidFill>
            <a:srgbClr val="1A0C2F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534" name="그림 533">
            <a:extLst>
              <a:ext uri="{FF2B5EF4-FFF2-40B4-BE49-F238E27FC236}">
                <a16:creationId xmlns:a16="http://schemas.microsoft.com/office/drawing/2014/main" id="{AC520A70-0EF3-505C-89FF-DBD32FF871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7196" y="5331176"/>
            <a:ext cx="174868" cy="153348"/>
          </a:xfrm>
          <a:prstGeom prst="rect">
            <a:avLst/>
          </a:prstGeom>
        </p:spPr>
      </p:pic>
      <p:sp>
        <p:nvSpPr>
          <p:cNvPr id="535" name="직사각형 534">
            <a:extLst>
              <a:ext uri="{FF2B5EF4-FFF2-40B4-BE49-F238E27FC236}">
                <a16:creationId xmlns:a16="http://schemas.microsoft.com/office/drawing/2014/main" id="{BD808DFC-6DD2-437B-12EB-9D9D4E6A958C}"/>
              </a:ext>
            </a:extLst>
          </p:cNvPr>
          <p:cNvSpPr/>
          <p:nvPr/>
        </p:nvSpPr>
        <p:spPr>
          <a:xfrm>
            <a:off x="4313602" y="5553020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536" name="그룹 535">
            <a:extLst>
              <a:ext uri="{FF2B5EF4-FFF2-40B4-BE49-F238E27FC236}">
                <a16:creationId xmlns:a16="http://schemas.microsoft.com/office/drawing/2014/main" id="{B52F7016-9B1B-5B8D-A216-7908A414155B}"/>
              </a:ext>
            </a:extLst>
          </p:cNvPr>
          <p:cNvGrpSpPr/>
          <p:nvPr/>
        </p:nvGrpSpPr>
        <p:grpSpPr>
          <a:xfrm>
            <a:off x="4402375" y="5659317"/>
            <a:ext cx="238478" cy="233355"/>
            <a:chOff x="10356957" y="4935575"/>
            <a:chExt cx="321867" cy="314954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537" name="직사각형 536">
              <a:extLst>
                <a:ext uri="{FF2B5EF4-FFF2-40B4-BE49-F238E27FC236}">
                  <a16:creationId xmlns:a16="http://schemas.microsoft.com/office/drawing/2014/main" id="{6430CAC4-55C4-3F7A-26F4-3A214D083239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8" name="직사각형 537">
              <a:extLst>
                <a:ext uri="{FF2B5EF4-FFF2-40B4-BE49-F238E27FC236}">
                  <a16:creationId xmlns:a16="http://schemas.microsoft.com/office/drawing/2014/main" id="{D17A0E0A-EA5E-6C64-FDF2-D32BA98AB5FC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39" name="직사각형 538">
              <a:extLst>
                <a:ext uri="{FF2B5EF4-FFF2-40B4-BE49-F238E27FC236}">
                  <a16:creationId xmlns:a16="http://schemas.microsoft.com/office/drawing/2014/main" id="{F41C2783-C3E5-6375-55DC-7E7B1A49B99B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0" name="직사각형 539">
              <a:extLst>
                <a:ext uri="{FF2B5EF4-FFF2-40B4-BE49-F238E27FC236}">
                  <a16:creationId xmlns:a16="http://schemas.microsoft.com/office/drawing/2014/main" id="{5E86D876-5CEE-CF6F-5720-019DEABBC955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541" name="그림 540">
            <a:extLst>
              <a:ext uri="{FF2B5EF4-FFF2-40B4-BE49-F238E27FC236}">
                <a16:creationId xmlns:a16="http://schemas.microsoft.com/office/drawing/2014/main" id="{6EE78DB5-B9E8-DF91-AD56-1EB3520076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1536" y="5707396"/>
            <a:ext cx="157615" cy="138217"/>
          </a:xfrm>
          <a:prstGeom prst="rect">
            <a:avLst/>
          </a:prstGeom>
        </p:spPr>
      </p:pic>
      <p:sp>
        <p:nvSpPr>
          <p:cNvPr id="542" name="직사각형 541">
            <a:extLst>
              <a:ext uri="{FF2B5EF4-FFF2-40B4-BE49-F238E27FC236}">
                <a16:creationId xmlns:a16="http://schemas.microsoft.com/office/drawing/2014/main" id="{7C175488-3C46-EA8F-5AA0-6C0BDE235298}"/>
              </a:ext>
            </a:extLst>
          </p:cNvPr>
          <p:cNvSpPr/>
          <p:nvPr/>
        </p:nvSpPr>
        <p:spPr>
          <a:xfrm>
            <a:off x="4798754" y="5553020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543" name="그룹 542">
            <a:extLst>
              <a:ext uri="{FF2B5EF4-FFF2-40B4-BE49-F238E27FC236}">
                <a16:creationId xmlns:a16="http://schemas.microsoft.com/office/drawing/2014/main" id="{56CBE9AB-1AE4-8D5F-D8DC-B6DE1B4D1050}"/>
              </a:ext>
            </a:extLst>
          </p:cNvPr>
          <p:cNvGrpSpPr/>
          <p:nvPr/>
        </p:nvGrpSpPr>
        <p:grpSpPr>
          <a:xfrm>
            <a:off x="4887527" y="5594927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545" name="직사각형 544">
              <a:extLst>
                <a:ext uri="{FF2B5EF4-FFF2-40B4-BE49-F238E27FC236}">
                  <a16:creationId xmlns:a16="http://schemas.microsoft.com/office/drawing/2014/main" id="{D16A7B35-FF00-CEEC-EFE2-DB196897C79D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6" name="직사각형 545">
              <a:extLst>
                <a:ext uri="{FF2B5EF4-FFF2-40B4-BE49-F238E27FC236}">
                  <a16:creationId xmlns:a16="http://schemas.microsoft.com/office/drawing/2014/main" id="{2E5F0C13-5B40-0D86-A74B-4DAA3E9075BC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7" name="직사각형 546">
              <a:extLst>
                <a:ext uri="{FF2B5EF4-FFF2-40B4-BE49-F238E27FC236}">
                  <a16:creationId xmlns:a16="http://schemas.microsoft.com/office/drawing/2014/main" id="{EC417893-2B01-E7B7-1848-FA384CE5B6DD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8" name="직사각형 547">
              <a:extLst>
                <a:ext uri="{FF2B5EF4-FFF2-40B4-BE49-F238E27FC236}">
                  <a16:creationId xmlns:a16="http://schemas.microsoft.com/office/drawing/2014/main" id="{84EA5177-E6B0-1257-5705-708189B6E8EC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49" name="직사각형 548">
              <a:extLst>
                <a:ext uri="{FF2B5EF4-FFF2-40B4-BE49-F238E27FC236}">
                  <a16:creationId xmlns:a16="http://schemas.microsoft.com/office/drawing/2014/main" id="{67F94CF0-2F68-CFBC-2B58-DEC96A8C4FFB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0" name="직사각형 549">
              <a:extLst>
                <a:ext uri="{FF2B5EF4-FFF2-40B4-BE49-F238E27FC236}">
                  <a16:creationId xmlns:a16="http://schemas.microsoft.com/office/drawing/2014/main" id="{1459D23E-E908-BB07-60E1-FC1C892061ED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551" name="그림 550">
            <a:extLst>
              <a:ext uri="{FF2B5EF4-FFF2-40B4-BE49-F238E27FC236}">
                <a16:creationId xmlns:a16="http://schemas.microsoft.com/office/drawing/2014/main" id="{4C4EA041-9257-1519-8C99-B8811E8767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6689" y="5678875"/>
            <a:ext cx="157615" cy="138217"/>
          </a:xfrm>
          <a:prstGeom prst="rect">
            <a:avLst/>
          </a:prstGeom>
        </p:spPr>
      </p:pic>
      <p:sp>
        <p:nvSpPr>
          <p:cNvPr id="552" name="직사각형 551">
            <a:extLst>
              <a:ext uri="{FF2B5EF4-FFF2-40B4-BE49-F238E27FC236}">
                <a16:creationId xmlns:a16="http://schemas.microsoft.com/office/drawing/2014/main" id="{FBE57879-31CA-85D7-E25F-E98D68DFB255}"/>
              </a:ext>
            </a:extLst>
          </p:cNvPr>
          <p:cNvSpPr/>
          <p:nvPr/>
        </p:nvSpPr>
        <p:spPr>
          <a:xfrm>
            <a:off x="5283906" y="5553020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553" name="그룹 552">
            <a:extLst>
              <a:ext uri="{FF2B5EF4-FFF2-40B4-BE49-F238E27FC236}">
                <a16:creationId xmlns:a16="http://schemas.microsoft.com/office/drawing/2014/main" id="{3CD79EF8-1281-65CA-2BEF-A9A1D73ECB8D}"/>
              </a:ext>
            </a:extLst>
          </p:cNvPr>
          <p:cNvGrpSpPr/>
          <p:nvPr/>
        </p:nvGrpSpPr>
        <p:grpSpPr>
          <a:xfrm>
            <a:off x="5372679" y="5594927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554" name="직사각형 553">
              <a:extLst>
                <a:ext uri="{FF2B5EF4-FFF2-40B4-BE49-F238E27FC236}">
                  <a16:creationId xmlns:a16="http://schemas.microsoft.com/office/drawing/2014/main" id="{36675698-D7FD-B67B-8BA8-75D69D1E4A3D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5" name="직사각형 554">
              <a:extLst>
                <a:ext uri="{FF2B5EF4-FFF2-40B4-BE49-F238E27FC236}">
                  <a16:creationId xmlns:a16="http://schemas.microsoft.com/office/drawing/2014/main" id="{E0380992-A0E6-C218-0D6C-9581EDE547ED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6" name="직사각형 555">
              <a:extLst>
                <a:ext uri="{FF2B5EF4-FFF2-40B4-BE49-F238E27FC236}">
                  <a16:creationId xmlns:a16="http://schemas.microsoft.com/office/drawing/2014/main" id="{A90F41CD-EFC7-ECD1-6AEE-7F72E9102A07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7" name="직사각형 556">
              <a:extLst>
                <a:ext uri="{FF2B5EF4-FFF2-40B4-BE49-F238E27FC236}">
                  <a16:creationId xmlns:a16="http://schemas.microsoft.com/office/drawing/2014/main" id="{39FBC460-3597-5FB4-A73C-6B878D2264A8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8" name="직사각형 557">
              <a:extLst>
                <a:ext uri="{FF2B5EF4-FFF2-40B4-BE49-F238E27FC236}">
                  <a16:creationId xmlns:a16="http://schemas.microsoft.com/office/drawing/2014/main" id="{14278C82-D526-0254-9921-4F34F5B845EE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59" name="직사각형 558">
              <a:extLst>
                <a:ext uri="{FF2B5EF4-FFF2-40B4-BE49-F238E27FC236}">
                  <a16:creationId xmlns:a16="http://schemas.microsoft.com/office/drawing/2014/main" id="{7E576B91-B0ED-A8ED-5287-0CE90054B20D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560" name="그림 559">
            <a:extLst>
              <a:ext uri="{FF2B5EF4-FFF2-40B4-BE49-F238E27FC236}">
                <a16:creationId xmlns:a16="http://schemas.microsoft.com/office/drawing/2014/main" id="{CF32440D-53D2-5460-C88E-67877FC0E9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1841" y="5678875"/>
            <a:ext cx="157615" cy="138217"/>
          </a:xfrm>
          <a:prstGeom prst="rect">
            <a:avLst/>
          </a:prstGeom>
        </p:spPr>
      </p:pic>
      <p:grpSp>
        <p:nvGrpSpPr>
          <p:cNvPr id="561" name="그룹 560">
            <a:extLst>
              <a:ext uri="{FF2B5EF4-FFF2-40B4-BE49-F238E27FC236}">
                <a16:creationId xmlns:a16="http://schemas.microsoft.com/office/drawing/2014/main" id="{92B7F46A-51A3-617E-E9CC-426282DDAEB8}"/>
              </a:ext>
            </a:extLst>
          </p:cNvPr>
          <p:cNvGrpSpPr/>
          <p:nvPr/>
        </p:nvGrpSpPr>
        <p:grpSpPr>
          <a:xfrm>
            <a:off x="5776227" y="5336604"/>
            <a:ext cx="426463" cy="142494"/>
            <a:chOff x="5645144" y="3140870"/>
            <a:chExt cx="249768" cy="110534"/>
          </a:xfrm>
        </p:grpSpPr>
        <p:sp>
          <p:nvSpPr>
            <p:cNvPr id="562" name="사각형: 둥근 모서리 561">
              <a:extLst>
                <a:ext uri="{FF2B5EF4-FFF2-40B4-BE49-F238E27FC236}">
                  <a16:creationId xmlns:a16="http://schemas.microsoft.com/office/drawing/2014/main" id="{19433BA6-D9E5-9830-2A41-BCEF31ADE8BE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563" name="사각형: 둥근 모서리 562">
              <a:extLst>
                <a:ext uri="{FF2B5EF4-FFF2-40B4-BE49-F238E27FC236}">
                  <a16:creationId xmlns:a16="http://schemas.microsoft.com/office/drawing/2014/main" id="{8684E9E9-0C72-CFE3-F8D8-D2AB63609C82}"/>
                </a:ext>
              </a:extLst>
            </p:cNvPr>
            <p:cNvSpPr/>
            <p:nvPr/>
          </p:nvSpPr>
          <p:spPr>
            <a:xfrm>
              <a:off x="5645145" y="3140870"/>
              <a:ext cx="147352" cy="110534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564" name="그림 563">
            <a:extLst>
              <a:ext uri="{FF2B5EF4-FFF2-40B4-BE49-F238E27FC236}">
                <a16:creationId xmlns:a16="http://schemas.microsoft.com/office/drawing/2014/main" id="{476AE54B-40E2-7811-5CD0-89B8AD42C8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3390" y="5331176"/>
            <a:ext cx="174868" cy="153348"/>
          </a:xfrm>
          <a:prstGeom prst="rect">
            <a:avLst/>
          </a:prstGeom>
        </p:spPr>
      </p:pic>
      <p:sp>
        <p:nvSpPr>
          <p:cNvPr id="565" name="TextBox 564">
            <a:extLst>
              <a:ext uri="{FF2B5EF4-FFF2-40B4-BE49-F238E27FC236}">
                <a16:creationId xmlns:a16="http://schemas.microsoft.com/office/drawing/2014/main" id="{EF309314-E3DB-4C0F-3739-900612A36091}"/>
              </a:ext>
            </a:extLst>
          </p:cNvPr>
          <p:cNvSpPr txBox="1"/>
          <p:nvPr/>
        </p:nvSpPr>
        <p:spPr>
          <a:xfrm>
            <a:off x="5507209" y="5349562"/>
            <a:ext cx="308097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566" name="TextBox 565">
            <a:extLst>
              <a:ext uri="{FF2B5EF4-FFF2-40B4-BE49-F238E27FC236}">
                <a16:creationId xmlns:a16="http://schemas.microsoft.com/office/drawing/2014/main" id="{1E0CCAB0-EE0C-B2DB-3AAE-4AF0F7198B31}"/>
              </a:ext>
            </a:extLst>
          </p:cNvPr>
          <p:cNvSpPr txBox="1"/>
          <p:nvPr/>
        </p:nvSpPr>
        <p:spPr>
          <a:xfrm>
            <a:off x="4004015" y="5349562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567" name="TextBox 566">
            <a:extLst>
              <a:ext uri="{FF2B5EF4-FFF2-40B4-BE49-F238E27FC236}">
                <a16:creationId xmlns:a16="http://schemas.microsoft.com/office/drawing/2014/main" id="{8616047C-8B71-A9AD-93AE-AAE498BE40AE}"/>
              </a:ext>
            </a:extLst>
          </p:cNvPr>
          <p:cNvSpPr txBox="1"/>
          <p:nvPr/>
        </p:nvSpPr>
        <p:spPr>
          <a:xfrm>
            <a:off x="4490123" y="5349562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568" name="TextBox 567">
            <a:extLst>
              <a:ext uri="{FF2B5EF4-FFF2-40B4-BE49-F238E27FC236}">
                <a16:creationId xmlns:a16="http://schemas.microsoft.com/office/drawing/2014/main" id="{F952A3B9-C2A9-54F7-9F3A-D91EA872BD3F}"/>
              </a:ext>
            </a:extLst>
          </p:cNvPr>
          <p:cNvSpPr txBox="1"/>
          <p:nvPr/>
        </p:nvSpPr>
        <p:spPr>
          <a:xfrm>
            <a:off x="4954493" y="5349562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569" name="TextBox 568">
            <a:extLst>
              <a:ext uri="{FF2B5EF4-FFF2-40B4-BE49-F238E27FC236}">
                <a16:creationId xmlns:a16="http://schemas.microsoft.com/office/drawing/2014/main" id="{8122F34E-A360-4C79-632A-9699C6DC72D9}"/>
              </a:ext>
            </a:extLst>
          </p:cNvPr>
          <p:cNvSpPr txBox="1"/>
          <p:nvPr/>
        </p:nvSpPr>
        <p:spPr>
          <a:xfrm>
            <a:off x="5952458" y="5349562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40%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70" name="직사각형 169">
            <a:extLst>
              <a:ext uri="{FF2B5EF4-FFF2-40B4-BE49-F238E27FC236}">
                <a16:creationId xmlns:a16="http://schemas.microsoft.com/office/drawing/2014/main" id="{B084354D-30FB-4A05-A7DE-CC4D8724BBA6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57234C2-4F4E-475B-B875-84AD8B3C1BAA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72" name="직사각형 171">
            <a:extLst>
              <a:ext uri="{FF2B5EF4-FFF2-40B4-BE49-F238E27FC236}">
                <a16:creationId xmlns:a16="http://schemas.microsoft.com/office/drawing/2014/main" id="{108E4710-4A1A-4454-A5BD-4A852876D37A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8583B2F1-7150-4A30-8BB2-2C1D91B7A445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76E1369B-A9A7-4A4C-8AC8-59EC8548F297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27552FEB-981C-4C41-94A1-261819DED3E9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08A9F523-3E05-4E00-9717-04198541F18F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6CFEE80F-0A31-4308-92A3-3352872EDBAE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78" name="사각형: 둥근 모서리 177">
              <a:extLst>
                <a:ext uri="{FF2B5EF4-FFF2-40B4-BE49-F238E27FC236}">
                  <a16:creationId xmlns:a16="http://schemas.microsoft.com/office/drawing/2014/main" id="{46883FFD-19D3-4FAE-A7E6-3AB434023AED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grpSp>
        <p:nvGrpSpPr>
          <p:cNvPr id="179" name="그룹 178">
            <a:extLst>
              <a:ext uri="{FF2B5EF4-FFF2-40B4-BE49-F238E27FC236}">
                <a16:creationId xmlns:a16="http://schemas.microsoft.com/office/drawing/2014/main" id="{2556CBE3-AEFC-47FB-A199-AAD87C81E927}"/>
              </a:ext>
            </a:extLst>
          </p:cNvPr>
          <p:cNvGrpSpPr/>
          <p:nvPr/>
        </p:nvGrpSpPr>
        <p:grpSpPr>
          <a:xfrm>
            <a:off x="3729945" y="1539831"/>
            <a:ext cx="2557573" cy="59411"/>
            <a:chOff x="5645144" y="3140870"/>
            <a:chExt cx="249768" cy="110534"/>
          </a:xfrm>
        </p:grpSpPr>
        <p:sp>
          <p:nvSpPr>
            <p:cNvPr id="180" name="사각형: 둥근 모서리 179">
              <a:extLst>
                <a:ext uri="{FF2B5EF4-FFF2-40B4-BE49-F238E27FC236}">
                  <a16:creationId xmlns:a16="http://schemas.microsoft.com/office/drawing/2014/main" id="{29F045BD-58B3-4A02-9C38-FC015D40CC0A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81" name="사각형: 둥근 모서리 180">
              <a:extLst>
                <a:ext uri="{FF2B5EF4-FFF2-40B4-BE49-F238E27FC236}">
                  <a16:creationId xmlns:a16="http://schemas.microsoft.com/office/drawing/2014/main" id="{43F0EB43-1D36-45C5-990E-0738300E2924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182" name="그림 181">
            <a:extLst>
              <a:ext uri="{FF2B5EF4-FFF2-40B4-BE49-F238E27FC236}">
                <a16:creationId xmlns:a16="http://schemas.microsoft.com/office/drawing/2014/main" id="{85743A99-6556-44B6-B3F5-8A7E6F880E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sp>
        <p:nvSpPr>
          <p:cNvPr id="183" name="TextBox 182">
            <a:extLst>
              <a:ext uri="{FF2B5EF4-FFF2-40B4-BE49-F238E27FC236}">
                <a16:creationId xmlns:a16="http://schemas.microsoft.com/office/drawing/2014/main" id="{A7676C26-4B65-4B70-BC23-855F51E1EA82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84" name="Picture 2" descr="돋보기 - 무료 도구 및기구개 아이콘">
            <a:extLst>
              <a:ext uri="{FF2B5EF4-FFF2-40B4-BE49-F238E27FC236}">
                <a16:creationId xmlns:a16="http://schemas.microsoft.com/office/drawing/2014/main" id="{87A186F9-6B84-4BDF-92D3-311EB3F923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1" name="그림 190">
            <a:extLst>
              <a:ext uri="{FF2B5EF4-FFF2-40B4-BE49-F238E27FC236}">
                <a16:creationId xmlns:a16="http://schemas.microsoft.com/office/drawing/2014/main" id="{C23A317A-40DF-4B39-B1DD-5BE5AA7D77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3907" y="1627241"/>
            <a:ext cx="298293" cy="349388"/>
          </a:xfrm>
          <a:prstGeom prst="rect">
            <a:avLst/>
          </a:prstGeom>
        </p:spPr>
      </p:pic>
      <p:sp>
        <p:nvSpPr>
          <p:cNvPr id="192" name="TextBox 191">
            <a:extLst>
              <a:ext uri="{FF2B5EF4-FFF2-40B4-BE49-F238E27FC236}">
                <a16:creationId xmlns:a16="http://schemas.microsoft.com/office/drawing/2014/main" id="{43985571-8F44-4242-81EF-96B5ADC0FE4D}"/>
              </a:ext>
            </a:extLst>
          </p:cNvPr>
          <p:cNvSpPr txBox="1"/>
          <p:nvPr/>
        </p:nvSpPr>
        <p:spPr>
          <a:xfrm>
            <a:off x="389908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93" name="Picture 2" descr="돋보기 - 무료 도구 및기구개 아이콘">
            <a:extLst>
              <a:ext uri="{FF2B5EF4-FFF2-40B4-BE49-F238E27FC236}">
                <a16:creationId xmlns:a16="http://schemas.microsoft.com/office/drawing/2014/main" id="{994ABA4E-FE8C-46F8-A697-99727DEB76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640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5" name="직사각형 184">
            <a:extLst>
              <a:ext uri="{FF2B5EF4-FFF2-40B4-BE49-F238E27FC236}">
                <a16:creationId xmlns:a16="http://schemas.microsoft.com/office/drawing/2014/main" id="{03132E35-7342-445E-A3A2-6E6285C14BFF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F8C3CC26-CDE0-483E-9E56-C8CED7502A7F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6E7AFC3A-64A0-4FBF-B595-B78FC9C9AFCA}"/>
              </a:ext>
            </a:extLst>
          </p:cNvPr>
          <p:cNvSpPr txBox="1"/>
          <p:nvPr/>
        </p:nvSpPr>
        <p:spPr>
          <a:xfrm>
            <a:off x="6923285" y="5556712"/>
            <a:ext cx="501331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1200" b="1" dirty="0">
                <a:solidFill>
                  <a:srgbClr val="C00000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※</a:t>
            </a:r>
            <a:r>
              <a:rPr lang="ko-KR" altLang="en-US" sz="1200" b="1" dirty="0">
                <a:solidFill>
                  <a:srgbClr val="C00000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타워의 격자 배치를 설명하기 위해 </a:t>
            </a:r>
            <a:r>
              <a:rPr lang="en-US" altLang="ko-KR" sz="1200" b="1" dirty="0">
                <a:solidFill>
                  <a:srgbClr val="C00000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2x2 , 2x3</a:t>
            </a:r>
            <a:r>
              <a:rPr lang="ko-KR" altLang="en-US" sz="1200" b="1" dirty="0">
                <a:solidFill>
                  <a:srgbClr val="C00000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칸으로 표시함</a:t>
            </a:r>
            <a:r>
              <a:rPr lang="en-US" altLang="ko-KR" sz="1200" b="1" dirty="0">
                <a:solidFill>
                  <a:srgbClr val="C00000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.</a:t>
            </a:r>
          </a:p>
          <a:p>
            <a:r>
              <a:rPr lang="ko-KR" altLang="en-US" sz="1200" b="1" dirty="0">
                <a:solidFill>
                  <a:srgbClr val="C00000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  실제 디자인은 </a:t>
            </a:r>
            <a:r>
              <a:rPr lang="en-US" altLang="ko-KR" sz="1200" b="1" dirty="0">
                <a:solidFill>
                  <a:srgbClr val="C00000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n</a:t>
            </a:r>
            <a:r>
              <a:rPr lang="ko-KR" altLang="en-US" sz="1200" b="1" dirty="0">
                <a:solidFill>
                  <a:srgbClr val="C00000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개의 칸으로 보여주지는 않음</a:t>
            </a:r>
          </a:p>
        </p:txBody>
      </p:sp>
    </p:spTree>
    <p:extLst>
      <p:ext uri="{BB962C8B-B14F-4D97-AF65-F5344CB8AC3E}">
        <p14:creationId xmlns:p14="http://schemas.microsoft.com/office/powerpoint/2010/main" val="2706261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574E10-AE83-7EF2-547B-E798C992F42F}"/>
              </a:ext>
            </a:extLst>
          </p:cNvPr>
          <p:cNvSpPr txBox="1"/>
          <p:nvPr/>
        </p:nvSpPr>
        <p:spPr>
          <a:xfrm>
            <a:off x="840746" y="513168"/>
            <a:ext cx="1544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2.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진행방식 점검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0B2122-17E3-CA47-3B51-C43077C3F2B4}"/>
              </a:ext>
            </a:extLst>
          </p:cNvPr>
          <p:cNvSpPr txBox="1"/>
          <p:nvPr/>
        </p:nvSpPr>
        <p:spPr>
          <a:xfrm>
            <a:off x="745699" y="755794"/>
            <a:ext cx="24320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인게임 진행 방식</a:t>
            </a:r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AF1B28-0655-0853-5617-0E11EAE48EA6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7930057A-48BE-D194-D85C-30F4D13B8193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6F20E49F-AC39-F96E-93AE-3CEE442AECA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D155EF04-DDF9-AAED-9069-086CF50E021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4B515609-732D-A3B3-1460-03688B93EE71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7" name="사각형: 둥근 모서리 586">
            <a:extLst>
              <a:ext uri="{FF2B5EF4-FFF2-40B4-BE49-F238E27FC236}">
                <a16:creationId xmlns:a16="http://schemas.microsoft.com/office/drawing/2014/main" id="{604B057E-071C-A6F0-0F0C-578DA8A969CC}"/>
              </a:ext>
            </a:extLst>
          </p:cNvPr>
          <p:cNvSpPr/>
          <p:nvPr/>
        </p:nvSpPr>
        <p:spPr>
          <a:xfrm>
            <a:off x="944253" y="5310776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588" name="그림 587">
            <a:extLst>
              <a:ext uri="{FF2B5EF4-FFF2-40B4-BE49-F238E27FC236}">
                <a16:creationId xmlns:a16="http://schemas.microsoft.com/office/drawing/2014/main" id="{61293497-4E12-A7F6-10CE-43AE8729F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473417" y="3889988"/>
            <a:ext cx="223412" cy="195916"/>
          </a:xfrm>
          <a:prstGeom prst="rect">
            <a:avLst/>
          </a:prstGeom>
        </p:spPr>
      </p:pic>
      <p:pic>
        <p:nvPicPr>
          <p:cNvPr id="589" name="그림 588">
            <a:extLst>
              <a:ext uri="{FF2B5EF4-FFF2-40B4-BE49-F238E27FC236}">
                <a16:creationId xmlns:a16="http://schemas.microsoft.com/office/drawing/2014/main" id="{6E40E48E-B4E3-F34C-E0B7-D35A94FDBC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590" name="그림 589">
            <a:extLst>
              <a:ext uri="{FF2B5EF4-FFF2-40B4-BE49-F238E27FC236}">
                <a16:creationId xmlns:a16="http://schemas.microsoft.com/office/drawing/2014/main" id="{FD128118-4850-0402-1C54-C02ABE7E8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593" name="그림 592">
            <a:extLst>
              <a:ext uri="{FF2B5EF4-FFF2-40B4-BE49-F238E27FC236}">
                <a16:creationId xmlns:a16="http://schemas.microsoft.com/office/drawing/2014/main" id="{4794037C-47E7-D62B-F814-8E7BD6877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279" y="3496355"/>
            <a:ext cx="247730" cy="217240"/>
          </a:xfrm>
          <a:prstGeom prst="rect">
            <a:avLst/>
          </a:prstGeom>
        </p:spPr>
      </p:pic>
      <p:pic>
        <p:nvPicPr>
          <p:cNvPr id="594" name="그림 593">
            <a:extLst>
              <a:ext uri="{FF2B5EF4-FFF2-40B4-BE49-F238E27FC236}">
                <a16:creationId xmlns:a16="http://schemas.microsoft.com/office/drawing/2014/main" id="{5E9507FB-C605-9643-1904-0174E4F83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153" y="3714630"/>
            <a:ext cx="247730" cy="217240"/>
          </a:xfrm>
          <a:prstGeom prst="rect">
            <a:avLst/>
          </a:prstGeom>
        </p:spPr>
      </p:pic>
      <p:pic>
        <p:nvPicPr>
          <p:cNvPr id="595" name="그림 594">
            <a:extLst>
              <a:ext uri="{FF2B5EF4-FFF2-40B4-BE49-F238E27FC236}">
                <a16:creationId xmlns:a16="http://schemas.microsoft.com/office/drawing/2014/main" id="{25995823-2ECF-A751-49A2-E9F207F17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596" name="그림 595">
            <a:extLst>
              <a:ext uri="{FF2B5EF4-FFF2-40B4-BE49-F238E27FC236}">
                <a16:creationId xmlns:a16="http://schemas.microsoft.com/office/drawing/2014/main" id="{9CCEA169-3EBF-2255-9C56-97EA995EA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597" name="그림 596">
            <a:extLst>
              <a:ext uri="{FF2B5EF4-FFF2-40B4-BE49-F238E27FC236}">
                <a16:creationId xmlns:a16="http://schemas.microsoft.com/office/drawing/2014/main" id="{C6A7F366-23C1-E570-C348-FB1623C93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598" name="그림 597">
            <a:extLst>
              <a:ext uri="{FF2B5EF4-FFF2-40B4-BE49-F238E27FC236}">
                <a16:creationId xmlns:a16="http://schemas.microsoft.com/office/drawing/2014/main" id="{BF671C1F-1B1C-0A2C-16AD-990FA0963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sp>
        <p:nvSpPr>
          <p:cNvPr id="599" name="사각형: 둥근 모서리 598">
            <a:extLst>
              <a:ext uri="{FF2B5EF4-FFF2-40B4-BE49-F238E27FC236}">
                <a16:creationId xmlns:a16="http://schemas.microsoft.com/office/drawing/2014/main" id="{D8E5633C-B6C8-1C68-4B94-5F7FA4F91131}"/>
              </a:ext>
            </a:extLst>
          </p:cNvPr>
          <p:cNvSpPr/>
          <p:nvPr/>
        </p:nvSpPr>
        <p:spPr>
          <a:xfrm>
            <a:off x="944253" y="5303495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grpSp>
        <p:nvGrpSpPr>
          <p:cNvPr id="600" name="그룹 599">
            <a:extLst>
              <a:ext uri="{FF2B5EF4-FFF2-40B4-BE49-F238E27FC236}">
                <a16:creationId xmlns:a16="http://schemas.microsoft.com/office/drawing/2014/main" id="{946E8AA8-A7B5-367D-4C98-A465698419B9}"/>
              </a:ext>
            </a:extLst>
          </p:cNvPr>
          <p:cNvGrpSpPr/>
          <p:nvPr/>
        </p:nvGrpSpPr>
        <p:grpSpPr>
          <a:xfrm>
            <a:off x="979019" y="5327739"/>
            <a:ext cx="449300" cy="153348"/>
            <a:chOff x="5671221" y="5337754"/>
            <a:chExt cx="449300" cy="153348"/>
          </a:xfrm>
        </p:grpSpPr>
        <p:grpSp>
          <p:nvGrpSpPr>
            <p:cNvPr id="627" name="그룹 626">
              <a:extLst>
                <a:ext uri="{FF2B5EF4-FFF2-40B4-BE49-F238E27FC236}">
                  <a16:creationId xmlns:a16="http://schemas.microsoft.com/office/drawing/2014/main" id="{DC6A5F39-DE1F-FAD0-A70B-2250C567E9E0}"/>
                </a:ext>
              </a:extLst>
            </p:cNvPr>
            <p:cNvGrpSpPr/>
            <p:nvPr/>
          </p:nvGrpSpPr>
          <p:grpSpPr>
            <a:xfrm>
              <a:off x="5694058" y="5343182"/>
              <a:ext cx="426463" cy="142494"/>
              <a:chOff x="5645144" y="3140870"/>
              <a:chExt cx="249768" cy="110534"/>
            </a:xfrm>
          </p:grpSpPr>
          <p:sp>
            <p:nvSpPr>
              <p:cNvPr id="629" name="사각형: 둥근 모서리 628">
                <a:extLst>
                  <a:ext uri="{FF2B5EF4-FFF2-40B4-BE49-F238E27FC236}">
                    <a16:creationId xmlns:a16="http://schemas.microsoft.com/office/drawing/2014/main" id="{35D3F957-0D85-EBC2-4AA0-BACF5054ACF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30" name="사각형: 둥근 모서리 629">
                <a:extLst>
                  <a:ext uri="{FF2B5EF4-FFF2-40B4-BE49-F238E27FC236}">
                    <a16:creationId xmlns:a16="http://schemas.microsoft.com/office/drawing/2014/main" id="{4046F72C-FC46-FF4F-D6C4-A1A13A97DEB9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8" name="그림 627">
              <a:extLst>
                <a:ext uri="{FF2B5EF4-FFF2-40B4-BE49-F238E27FC236}">
                  <a16:creationId xmlns:a16="http://schemas.microsoft.com/office/drawing/2014/main" id="{B6E59BA9-5D81-8159-28D3-5DBBF4F1F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122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1" name="그룹 600">
            <a:extLst>
              <a:ext uri="{FF2B5EF4-FFF2-40B4-BE49-F238E27FC236}">
                <a16:creationId xmlns:a16="http://schemas.microsoft.com/office/drawing/2014/main" id="{1C381BC2-D006-F740-3A54-CEBD1F6691DF}"/>
              </a:ext>
            </a:extLst>
          </p:cNvPr>
          <p:cNvGrpSpPr/>
          <p:nvPr/>
        </p:nvGrpSpPr>
        <p:grpSpPr>
          <a:xfrm>
            <a:off x="1466369" y="5327739"/>
            <a:ext cx="449300" cy="153348"/>
            <a:chOff x="6136251" y="5337754"/>
            <a:chExt cx="449300" cy="153348"/>
          </a:xfrm>
        </p:grpSpPr>
        <p:grpSp>
          <p:nvGrpSpPr>
            <p:cNvPr id="623" name="그룹 622">
              <a:extLst>
                <a:ext uri="{FF2B5EF4-FFF2-40B4-BE49-F238E27FC236}">
                  <a16:creationId xmlns:a16="http://schemas.microsoft.com/office/drawing/2014/main" id="{0EF9329F-14E0-4CEF-82ED-D19C56E037C4}"/>
                </a:ext>
              </a:extLst>
            </p:cNvPr>
            <p:cNvGrpSpPr/>
            <p:nvPr/>
          </p:nvGrpSpPr>
          <p:grpSpPr>
            <a:xfrm>
              <a:off x="6159088" y="5343182"/>
              <a:ext cx="426463" cy="142494"/>
              <a:chOff x="5645144" y="3140870"/>
              <a:chExt cx="249768" cy="110534"/>
            </a:xfrm>
          </p:grpSpPr>
          <p:sp>
            <p:nvSpPr>
              <p:cNvPr id="625" name="사각형: 둥근 모서리 624">
                <a:extLst>
                  <a:ext uri="{FF2B5EF4-FFF2-40B4-BE49-F238E27FC236}">
                    <a16:creationId xmlns:a16="http://schemas.microsoft.com/office/drawing/2014/main" id="{084CF385-9D04-C20C-5552-E7BC6C0658AC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6" name="사각형: 둥근 모서리 625">
                <a:extLst>
                  <a:ext uri="{FF2B5EF4-FFF2-40B4-BE49-F238E27FC236}">
                    <a16:creationId xmlns:a16="http://schemas.microsoft.com/office/drawing/2014/main" id="{76A16AFB-C033-B177-9D45-771325218EA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4" name="그림 623">
              <a:extLst>
                <a:ext uri="{FF2B5EF4-FFF2-40B4-BE49-F238E27FC236}">
                  <a16:creationId xmlns:a16="http://schemas.microsoft.com/office/drawing/2014/main" id="{CE588951-ADD2-68D9-D096-36A467B8D9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625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B6A1EDCA-0EA0-9221-21A7-7DB6883478EB}"/>
              </a:ext>
            </a:extLst>
          </p:cNvPr>
          <p:cNvGrpSpPr/>
          <p:nvPr/>
        </p:nvGrpSpPr>
        <p:grpSpPr>
          <a:xfrm>
            <a:off x="1953719" y="5327739"/>
            <a:ext cx="449300" cy="153348"/>
            <a:chOff x="6601281" y="5337754"/>
            <a:chExt cx="449300" cy="153348"/>
          </a:xfrm>
        </p:grpSpPr>
        <p:grpSp>
          <p:nvGrpSpPr>
            <p:cNvPr id="619" name="그룹 618">
              <a:extLst>
                <a:ext uri="{FF2B5EF4-FFF2-40B4-BE49-F238E27FC236}">
                  <a16:creationId xmlns:a16="http://schemas.microsoft.com/office/drawing/2014/main" id="{501A2A47-2615-6FB1-74B7-3847B2861D29}"/>
                </a:ext>
              </a:extLst>
            </p:cNvPr>
            <p:cNvGrpSpPr/>
            <p:nvPr/>
          </p:nvGrpSpPr>
          <p:grpSpPr>
            <a:xfrm>
              <a:off x="6624118" y="5343182"/>
              <a:ext cx="426463" cy="142494"/>
              <a:chOff x="5645144" y="3140870"/>
              <a:chExt cx="249768" cy="110534"/>
            </a:xfrm>
          </p:grpSpPr>
          <p:sp>
            <p:nvSpPr>
              <p:cNvPr id="621" name="사각형: 둥근 모서리 620">
                <a:extLst>
                  <a:ext uri="{FF2B5EF4-FFF2-40B4-BE49-F238E27FC236}">
                    <a16:creationId xmlns:a16="http://schemas.microsoft.com/office/drawing/2014/main" id="{DE0A7AA7-A4F9-9050-92AF-33245D5A91EF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2" name="사각형: 둥근 모서리 621">
                <a:extLst>
                  <a:ext uri="{FF2B5EF4-FFF2-40B4-BE49-F238E27FC236}">
                    <a16:creationId xmlns:a16="http://schemas.microsoft.com/office/drawing/2014/main" id="{FE54677E-7BEA-95BF-2AFD-74F7F3BB5E49}"/>
                  </a:ext>
                </a:extLst>
              </p:cNvPr>
              <p:cNvSpPr/>
              <p:nvPr/>
            </p:nvSpPr>
            <p:spPr>
              <a:xfrm>
                <a:off x="5645145" y="3140870"/>
                <a:ext cx="100989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0" name="그림 619">
              <a:extLst>
                <a:ext uri="{FF2B5EF4-FFF2-40B4-BE49-F238E27FC236}">
                  <a16:creationId xmlns:a16="http://schemas.microsoft.com/office/drawing/2014/main" id="{89537D4F-BA7F-E157-83BE-586ECEF8CC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128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3" name="그룹 602">
            <a:extLst>
              <a:ext uri="{FF2B5EF4-FFF2-40B4-BE49-F238E27FC236}">
                <a16:creationId xmlns:a16="http://schemas.microsoft.com/office/drawing/2014/main" id="{6D897065-BEDE-E5A0-5A3D-A0089CAFFFA1}"/>
              </a:ext>
            </a:extLst>
          </p:cNvPr>
          <p:cNvGrpSpPr/>
          <p:nvPr/>
        </p:nvGrpSpPr>
        <p:grpSpPr>
          <a:xfrm>
            <a:off x="2441069" y="5327739"/>
            <a:ext cx="449302" cy="153348"/>
            <a:chOff x="7066312" y="5337754"/>
            <a:chExt cx="449302" cy="153348"/>
          </a:xfrm>
        </p:grpSpPr>
        <p:grpSp>
          <p:nvGrpSpPr>
            <p:cNvPr id="615" name="그룹 614">
              <a:extLst>
                <a:ext uri="{FF2B5EF4-FFF2-40B4-BE49-F238E27FC236}">
                  <a16:creationId xmlns:a16="http://schemas.microsoft.com/office/drawing/2014/main" id="{465722E4-6621-1584-8716-DE5C965B82B5}"/>
                </a:ext>
              </a:extLst>
            </p:cNvPr>
            <p:cNvGrpSpPr/>
            <p:nvPr/>
          </p:nvGrpSpPr>
          <p:grpSpPr>
            <a:xfrm>
              <a:off x="7089150" y="5343182"/>
              <a:ext cx="426464" cy="142494"/>
              <a:chOff x="5645143" y="3140870"/>
              <a:chExt cx="249769" cy="110534"/>
            </a:xfrm>
          </p:grpSpPr>
          <p:sp>
            <p:nvSpPr>
              <p:cNvPr id="617" name="사각형: 둥근 모서리 616">
                <a:extLst>
                  <a:ext uri="{FF2B5EF4-FFF2-40B4-BE49-F238E27FC236}">
                    <a16:creationId xmlns:a16="http://schemas.microsoft.com/office/drawing/2014/main" id="{C9DF1A39-4AFF-F919-6FC4-29C5592BFAC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8" name="사각형: 둥근 모서리 617">
                <a:extLst>
                  <a:ext uri="{FF2B5EF4-FFF2-40B4-BE49-F238E27FC236}">
                    <a16:creationId xmlns:a16="http://schemas.microsoft.com/office/drawing/2014/main" id="{233A1B8F-EE4B-1E48-EFA5-B67D4893C8AB}"/>
                  </a:ext>
                </a:extLst>
              </p:cNvPr>
              <p:cNvSpPr/>
              <p:nvPr/>
            </p:nvSpPr>
            <p:spPr>
              <a:xfrm>
                <a:off x="5645143" y="3140870"/>
                <a:ext cx="247306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6" name="그림 615">
              <a:extLst>
                <a:ext uri="{FF2B5EF4-FFF2-40B4-BE49-F238E27FC236}">
                  <a16:creationId xmlns:a16="http://schemas.microsoft.com/office/drawing/2014/main" id="{7CCC701C-9D3F-4F63-C236-FAD5196FB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6312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4" name="그룹 603">
            <a:extLst>
              <a:ext uri="{FF2B5EF4-FFF2-40B4-BE49-F238E27FC236}">
                <a16:creationId xmlns:a16="http://schemas.microsoft.com/office/drawing/2014/main" id="{4EE6B4B3-773C-4DF0-A166-5F9364E8F4EB}"/>
              </a:ext>
            </a:extLst>
          </p:cNvPr>
          <p:cNvGrpSpPr/>
          <p:nvPr/>
        </p:nvGrpSpPr>
        <p:grpSpPr>
          <a:xfrm>
            <a:off x="2928420" y="5327739"/>
            <a:ext cx="449299" cy="153348"/>
            <a:chOff x="7531343" y="5337754"/>
            <a:chExt cx="449299" cy="153348"/>
          </a:xfrm>
        </p:grpSpPr>
        <p:grpSp>
          <p:nvGrpSpPr>
            <p:cNvPr id="611" name="그룹 610">
              <a:extLst>
                <a:ext uri="{FF2B5EF4-FFF2-40B4-BE49-F238E27FC236}">
                  <a16:creationId xmlns:a16="http://schemas.microsoft.com/office/drawing/2014/main" id="{58270948-DE66-9C7E-BBB3-00CEAEAB46CF}"/>
                </a:ext>
              </a:extLst>
            </p:cNvPr>
            <p:cNvGrpSpPr/>
            <p:nvPr/>
          </p:nvGrpSpPr>
          <p:grpSpPr>
            <a:xfrm>
              <a:off x="7554179" y="5343182"/>
              <a:ext cx="426463" cy="142494"/>
              <a:chOff x="5645144" y="3140870"/>
              <a:chExt cx="249768" cy="110534"/>
            </a:xfrm>
          </p:grpSpPr>
          <p:sp>
            <p:nvSpPr>
              <p:cNvPr id="613" name="사각형: 둥근 모서리 612">
                <a:extLst>
                  <a:ext uri="{FF2B5EF4-FFF2-40B4-BE49-F238E27FC236}">
                    <a16:creationId xmlns:a16="http://schemas.microsoft.com/office/drawing/2014/main" id="{0D26E017-9995-B031-9B02-4B4CDA376393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4" name="사각형: 둥근 모서리 613">
                <a:extLst>
                  <a:ext uri="{FF2B5EF4-FFF2-40B4-BE49-F238E27FC236}">
                    <a16:creationId xmlns:a16="http://schemas.microsoft.com/office/drawing/2014/main" id="{CE8A35A3-AD38-84C3-E441-A3359418EDB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2" name="그림 611">
              <a:extLst>
                <a:ext uri="{FF2B5EF4-FFF2-40B4-BE49-F238E27FC236}">
                  <a16:creationId xmlns:a16="http://schemas.microsoft.com/office/drawing/2014/main" id="{BA385298-E05D-B570-74B6-86D72EEAAC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1343" y="5337754"/>
              <a:ext cx="174868" cy="153348"/>
            </a:xfrm>
            <a:prstGeom prst="rect">
              <a:avLst/>
            </a:prstGeom>
          </p:spPr>
        </p:pic>
      </p:grpSp>
      <p:pic>
        <p:nvPicPr>
          <p:cNvPr id="605" name="그림 604">
            <a:extLst>
              <a:ext uri="{FF2B5EF4-FFF2-40B4-BE49-F238E27FC236}">
                <a16:creationId xmlns:a16="http://schemas.microsoft.com/office/drawing/2014/main" id="{9C25B1D7-EF9B-EC1D-D1C0-BE32CE3590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06" name="TextBox 605">
            <a:extLst>
              <a:ext uri="{FF2B5EF4-FFF2-40B4-BE49-F238E27FC236}">
                <a16:creationId xmlns:a16="http://schemas.microsoft.com/office/drawing/2014/main" id="{BF68F9DE-8DEC-1663-7228-BC146FC3ABFD}"/>
              </a:ext>
            </a:extLst>
          </p:cNvPr>
          <p:cNvSpPr txBox="1"/>
          <p:nvPr/>
        </p:nvSpPr>
        <p:spPr>
          <a:xfrm>
            <a:off x="2581720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7" name="TextBox 606">
            <a:extLst>
              <a:ext uri="{FF2B5EF4-FFF2-40B4-BE49-F238E27FC236}">
                <a16:creationId xmlns:a16="http://schemas.microsoft.com/office/drawing/2014/main" id="{6418E1CD-B27A-3B67-1CB7-A4FA968EDC80}"/>
              </a:ext>
            </a:extLst>
          </p:cNvPr>
          <p:cNvSpPr txBox="1"/>
          <p:nvPr/>
        </p:nvSpPr>
        <p:spPr>
          <a:xfrm>
            <a:off x="3076662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240%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8" name="TextBox 607">
            <a:extLst>
              <a:ext uri="{FF2B5EF4-FFF2-40B4-BE49-F238E27FC236}">
                <a16:creationId xmlns:a16="http://schemas.microsoft.com/office/drawing/2014/main" id="{28AC9464-4E10-25DE-52E7-2259FF105635}"/>
              </a:ext>
            </a:extLst>
          </p:cNvPr>
          <p:cNvSpPr txBox="1"/>
          <p:nvPr/>
        </p:nvSpPr>
        <p:spPr>
          <a:xfrm>
            <a:off x="1177913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9" name="TextBox 608">
            <a:extLst>
              <a:ext uri="{FF2B5EF4-FFF2-40B4-BE49-F238E27FC236}">
                <a16:creationId xmlns:a16="http://schemas.microsoft.com/office/drawing/2014/main" id="{DEB78D5A-204D-E80A-36A9-648581B01B56}"/>
              </a:ext>
            </a:extLst>
          </p:cNvPr>
          <p:cNvSpPr txBox="1"/>
          <p:nvPr/>
        </p:nvSpPr>
        <p:spPr>
          <a:xfrm>
            <a:off x="166402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10" name="TextBox 609">
            <a:extLst>
              <a:ext uri="{FF2B5EF4-FFF2-40B4-BE49-F238E27FC236}">
                <a16:creationId xmlns:a16="http://schemas.microsoft.com/office/drawing/2014/main" id="{BDA7650F-1D9F-5BAE-B367-6E4260CE0A34}"/>
              </a:ext>
            </a:extLst>
          </p:cNvPr>
          <p:cNvSpPr txBox="1"/>
          <p:nvPr/>
        </p:nvSpPr>
        <p:spPr>
          <a:xfrm>
            <a:off x="212839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32" name="TextBox 631">
            <a:extLst>
              <a:ext uri="{FF2B5EF4-FFF2-40B4-BE49-F238E27FC236}">
                <a16:creationId xmlns:a16="http://schemas.microsoft.com/office/drawing/2014/main" id="{D70AF032-F2F2-7FDC-976F-B20D2B404CCE}"/>
              </a:ext>
            </a:extLst>
          </p:cNvPr>
          <p:cNvSpPr txBox="1"/>
          <p:nvPr/>
        </p:nvSpPr>
        <p:spPr>
          <a:xfrm>
            <a:off x="4292949" y="1542838"/>
            <a:ext cx="6917278" cy="2439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빌드업 웨이브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컨셉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차량의 기름이 다 떨어질 때까지 사람을 쳐죽인다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!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기름은 차량마다 최대치가 다르고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시간 경과에 따라 조금씩 깎임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사방에서 시민 등장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로비에서 선택한 영웅의 시민 형태로 등장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시민의 행동 패턴은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일정 범위 내에 트럭이 없으면 배회하다가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트럭이 접근하면 반대 방향으로 이동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플레이어는 트럭을 조종하여 시민을 칠 수 있음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시민이 치이면 간단한 이펙트가 출력되며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하단의 영웅 게이지가 충전됨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(100%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초과 가능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빌드업 웨이브는 패배가 없음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빌드업 웨이브 중 차량이 기름을 모두 소진하면 빌드업 웨이브 종료 및 전투 웨이브로 전환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중요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빌드업 웨이브가 끝나면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전투 웨이브로 넘어가기 전에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[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영웅 뽑기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]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를 수행함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633" name="TextBox 632">
            <a:extLst>
              <a:ext uri="{FF2B5EF4-FFF2-40B4-BE49-F238E27FC236}">
                <a16:creationId xmlns:a16="http://schemas.microsoft.com/office/drawing/2014/main" id="{640A0D82-76DB-04C1-9716-9C0332308F05}"/>
              </a:ext>
            </a:extLst>
          </p:cNvPr>
          <p:cNvSpPr txBox="1"/>
          <p:nvPr/>
        </p:nvSpPr>
        <p:spPr>
          <a:xfrm>
            <a:off x="4292949" y="4385445"/>
            <a:ext cx="6949338" cy="1552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영웅 뽑기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[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 뽑기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]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시 각 영웅마다 영웅 게이지를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100%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씩 소모하고 해당 영웅을 랜덤으로 뽑음</a:t>
            </a:r>
          </a:p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[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 뽑기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]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에서 등장하는 영웅은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해당 영웅의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등급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~5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등급 사이로 등장함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등급에 따라 전투력이 다름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  <a:endParaRPr lang="ko-KR" altLang="en-US" sz="1100" dirty="0">
              <a:solidFill>
                <a:schemeClr val="tx1">
                  <a:lumMod val="65000"/>
                  <a:lumOff val="3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[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 뽑기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]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로 뽑은 영웅은 타워 인벤토리에 추가됨</a:t>
            </a:r>
          </a:p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[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 뽑기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]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는 자동으로 수행되며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모든 영웅의 게이지가 소진되어 뽑을 수 없다면 종료됨</a:t>
            </a:r>
          </a:p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[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 뽑기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]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가 종료되면 전투 웨이브로 전환됨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C8BF55D7-31F7-4F03-ADC2-468B23CF063D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A5398D9C-1879-47BA-8BE6-2E2341EF3085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73FBC45E-0CED-4789-AB00-3E04FCAE000B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69" name="그림 68">
            <a:extLst>
              <a:ext uri="{FF2B5EF4-FFF2-40B4-BE49-F238E27FC236}">
                <a16:creationId xmlns:a16="http://schemas.microsoft.com/office/drawing/2014/main" id="{94B12332-F663-4A98-ABB7-D26626876B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3BE40680-00CB-40DF-A55D-CA622B43D76F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71" name="Picture 2" descr="돋보기 - 무료 도구 및기구개 아이콘">
            <a:extLst>
              <a:ext uri="{FF2B5EF4-FFF2-40B4-BE49-F238E27FC236}">
                <a16:creationId xmlns:a16="http://schemas.microsoft.com/office/drawing/2014/main" id="{102B2697-B3DA-42A3-AB8E-C35AB53C07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2" name="직사각형 71">
            <a:extLst>
              <a:ext uri="{FF2B5EF4-FFF2-40B4-BE49-F238E27FC236}">
                <a16:creationId xmlns:a16="http://schemas.microsoft.com/office/drawing/2014/main" id="{B26A19F6-6474-4100-8CBE-A09156A1E062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64F0643-B8DF-4007-8E97-736AEB21D6C5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137625B6-F27F-43A2-BF90-256B7192D2FE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7864735-0BEA-4A15-A547-77E605E445A5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4065F6D3-FB6E-4B46-8944-5D1021F7ABFB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FC0225C-89B0-4518-8175-6E793FF9AC86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</p:spTree>
    <p:extLst>
      <p:ext uri="{BB962C8B-B14F-4D97-AF65-F5344CB8AC3E}">
        <p14:creationId xmlns:p14="http://schemas.microsoft.com/office/powerpoint/2010/main" val="38113545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A3B20-554E-E650-6345-9A95FEF93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11C16090-400F-4FF6-748B-7216E6943F0D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F64E294-F8A7-2066-1829-AC908A98B8D1}"/>
              </a:ext>
            </a:extLst>
          </p:cNvPr>
          <p:cNvSpPr txBox="1"/>
          <p:nvPr/>
        </p:nvSpPr>
        <p:spPr>
          <a:xfrm>
            <a:off x="840746" y="513168"/>
            <a:ext cx="1544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2.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진행방식 점검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D61FCC1-69E1-CB13-779A-9756B0ED19B2}"/>
              </a:ext>
            </a:extLst>
          </p:cNvPr>
          <p:cNvSpPr txBox="1"/>
          <p:nvPr/>
        </p:nvSpPr>
        <p:spPr>
          <a:xfrm>
            <a:off x="745699" y="755794"/>
            <a:ext cx="24320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인게임 진행 방식</a:t>
            </a:r>
          </a:p>
        </p:txBody>
      </p:sp>
      <p:sp>
        <p:nvSpPr>
          <p:cNvPr id="913" name="직사각형 912">
            <a:extLst>
              <a:ext uri="{FF2B5EF4-FFF2-40B4-BE49-F238E27FC236}">
                <a16:creationId xmlns:a16="http://schemas.microsoft.com/office/drawing/2014/main" id="{51C990C4-2594-3E6F-FF6E-B960602A42DF}"/>
              </a:ext>
            </a:extLst>
          </p:cNvPr>
          <p:cNvSpPr/>
          <p:nvPr/>
        </p:nvSpPr>
        <p:spPr>
          <a:xfrm>
            <a:off x="903877" y="1546929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18" name="사각형: 둥근 모서리 917">
            <a:extLst>
              <a:ext uri="{FF2B5EF4-FFF2-40B4-BE49-F238E27FC236}">
                <a16:creationId xmlns:a16="http://schemas.microsoft.com/office/drawing/2014/main" id="{EB5B66BC-7EDA-AF4A-021B-31D32440B409}"/>
              </a:ext>
            </a:extLst>
          </p:cNvPr>
          <p:cNvSpPr/>
          <p:nvPr/>
        </p:nvSpPr>
        <p:spPr>
          <a:xfrm>
            <a:off x="946649" y="5314213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919" name="그림 918">
            <a:extLst>
              <a:ext uri="{FF2B5EF4-FFF2-40B4-BE49-F238E27FC236}">
                <a16:creationId xmlns:a16="http://schemas.microsoft.com/office/drawing/2014/main" id="{8B54FB13-0D5C-7EC5-F02A-3CB19EA81C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334" y="3419414"/>
            <a:ext cx="385031" cy="450981"/>
          </a:xfrm>
          <a:prstGeom prst="rect">
            <a:avLst/>
          </a:prstGeom>
        </p:spPr>
      </p:pic>
      <p:pic>
        <p:nvPicPr>
          <p:cNvPr id="920" name="Picture 6" descr="박쥐 게임 스프라이트 | 프리미엄 벡터">
            <a:extLst>
              <a:ext uri="{FF2B5EF4-FFF2-40B4-BE49-F238E27FC236}">
                <a16:creationId xmlns:a16="http://schemas.microsoft.com/office/drawing/2014/main" id="{16D1E263-7244-ABCB-9170-4C92AF2742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578962" y="2165768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1" name="Picture 6" descr="박쥐 게임 스프라이트 | 프리미엄 벡터">
            <a:extLst>
              <a:ext uri="{FF2B5EF4-FFF2-40B4-BE49-F238E27FC236}">
                <a16:creationId xmlns:a16="http://schemas.microsoft.com/office/drawing/2014/main" id="{4861C52E-089B-2E8A-3D47-667C1DCB1F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2348587" y="2134485"/>
            <a:ext cx="378357" cy="15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" name="Picture 6" descr="박쥐 게임 스프라이트 | 프리미엄 벡터">
            <a:extLst>
              <a:ext uri="{FF2B5EF4-FFF2-40B4-BE49-F238E27FC236}">
                <a16:creationId xmlns:a16="http://schemas.microsoft.com/office/drawing/2014/main" id="{FFCE7AAD-A59E-0340-C95E-229C5FA6ED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540823" y="2466795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5" name="Picture 6" descr="박쥐 게임 스프라이트 | 프리미엄 벡터">
            <a:extLst>
              <a:ext uri="{FF2B5EF4-FFF2-40B4-BE49-F238E27FC236}">
                <a16:creationId xmlns:a16="http://schemas.microsoft.com/office/drawing/2014/main" id="{FFBBF76B-B185-79E2-A8AB-1B953E25E0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813632" y="4615182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6" name="Picture 6" descr="박쥐 게임 스프라이트 | 프리미엄 벡터">
            <a:extLst>
              <a:ext uri="{FF2B5EF4-FFF2-40B4-BE49-F238E27FC236}">
                <a16:creationId xmlns:a16="http://schemas.microsoft.com/office/drawing/2014/main" id="{1AFC26D6-1F2C-8E47-9180-4A33685DE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2348587" y="2530524"/>
            <a:ext cx="378357" cy="15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7" name="Picture 6" descr="박쥐 게임 스프라이트 | 프리미엄 벡터">
            <a:extLst>
              <a:ext uri="{FF2B5EF4-FFF2-40B4-BE49-F238E27FC236}">
                <a16:creationId xmlns:a16="http://schemas.microsoft.com/office/drawing/2014/main" id="{F409981B-710E-3D06-343C-D99E29C4FA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080471" y="4333781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8" name="Picture 6" descr="박쥐 게임 스프라이트 | 프리미엄 벡터">
            <a:extLst>
              <a:ext uri="{FF2B5EF4-FFF2-40B4-BE49-F238E27FC236}">
                <a16:creationId xmlns:a16="http://schemas.microsoft.com/office/drawing/2014/main" id="{755FF66D-9539-1A09-EBDD-B9BF859DF8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943086" y="3126672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9" name="Picture 6" descr="박쥐 게임 스프라이트 | 프리미엄 벡터">
            <a:extLst>
              <a:ext uri="{FF2B5EF4-FFF2-40B4-BE49-F238E27FC236}">
                <a16:creationId xmlns:a16="http://schemas.microsoft.com/office/drawing/2014/main" id="{3C65D18F-D997-B4FB-185C-BE308F6291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1368848" y="4723454"/>
            <a:ext cx="595547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30" name="Picture 6" descr="박쥐 게임 스프라이트 | 프리미엄 벡터">
            <a:extLst>
              <a:ext uri="{FF2B5EF4-FFF2-40B4-BE49-F238E27FC236}">
                <a16:creationId xmlns:a16="http://schemas.microsoft.com/office/drawing/2014/main" id="{86A1FD93-19FB-18F4-17F8-DC3B50C62F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116836" y="4004491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31" name="Picture 6" descr="박쥐 게임 스프라이트 | 프리미엄 벡터">
            <a:extLst>
              <a:ext uri="{FF2B5EF4-FFF2-40B4-BE49-F238E27FC236}">
                <a16:creationId xmlns:a16="http://schemas.microsoft.com/office/drawing/2014/main" id="{020F85AB-1CAD-F995-CAF7-B18DF66A84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2609806" y="4665991"/>
            <a:ext cx="690773" cy="278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32" name="그룹 931">
            <a:extLst>
              <a:ext uri="{FF2B5EF4-FFF2-40B4-BE49-F238E27FC236}">
                <a16:creationId xmlns:a16="http://schemas.microsoft.com/office/drawing/2014/main" id="{AAFDE892-8563-18A0-9D62-7DF2672A646A}"/>
              </a:ext>
            </a:extLst>
          </p:cNvPr>
          <p:cNvGrpSpPr/>
          <p:nvPr/>
        </p:nvGrpSpPr>
        <p:grpSpPr>
          <a:xfrm>
            <a:off x="2528292" y="3304397"/>
            <a:ext cx="440651" cy="651758"/>
            <a:chOff x="10529392" y="3206783"/>
            <a:chExt cx="253716" cy="375266"/>
          </a:xfrm>
        </p:grpSpPr>
        <p:grpSp>
          <p:nvGrpSpPr>
            <p:cNvPr id="1020" name="그룹 1019">
              <a:extLst>
                <a:ext uri="{FF2B5EF4-FFF2-40B4-BE49-F238E27FC236}">
                  <a16:creationId xmlns:a16="http://schemas.microsoft.com/office/drawing/2014/main" id="{F2299DBA-7622-CDE6-D560-7434A423DAE2}"/>
                </a:ext>
              </a:extLst>
            </p:cNvPr>
            <p:cNvGrpSpPr/>
            <p:nvPr/>
          </p:nvGrpSpPr>
          <p:grpSpPr>
            <a:xfrm>
              <a:off x="10529392" y="3206783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22" name="직사각형 1021">
                <a:extLst>
                  <a:ext uri="{FF2B5EF4-FFF2-40B4-BE49-F238E27FC236}">
                    <a16:creationId xmlns:a16="http://schemas.microsoft.com/office/drawing/2014/main" id="{311941BB-D25B-C6E7-C95A-3181D8D689EE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3" name="직사각형 1022">
                <a:extLst>
                  <a:ext uri="{FF2B5EF4-FFF2-40B4-BE49-F238E27FC236}">
                    <a16:creationId xmlns:a16="http://schemas.microsoft.com/office/drawing/2014/main" id="{851FC5D5-263E-B023-A6AA-0E2F15978004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4" name="직사각형 1023">
                <a:extLst>
                  <a:ext uri="{FF2B5EF4-FFF2-40B4-BE49-F238E27FC236}">
                    <a16:creationId xmlns:a16="http://schemas.microsoft.com/office/drawing/2014/main" id="{14DE165E-F697-89D1-153B-717D49AC5948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5" name="직사각형 1024">
                <a:extLst>
                  <a:ext uri="{FF2B5EF4-FFF2-40B4-BE49-F238E27FC236}">
                    <a16:creationId xmlns:a16="http://schemas.microsoft.com/office/drawing/2014/main" id="{FA48D2B7-EDC4-FC66-BD89-7E02CE00D39B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6" name="직사각형 1025">
                <a:extLst>
                  <a:ext uri="{FF2B5EF4-FFF2-40B4-BE49-F238E27FC236}">
                    <a16:creationId xmlns:a16="http://schemas.microsoft.com/office/drawing/2014/main" id="{2466069E-4165-18AA-29E7-2F0EEE339D6E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7" name="직사각형 1026">
                <a:extLst>
                  <a:ext uri="{FF2B5EF4-FFF2-40B4-BE49-F238E27FC236}">
                    <a16:creationId xmlns:a16="http://schemas.microsoft.com/office/drawing/2014/main" id="{ADB16E63-F570-EA62-8ECE-FE152016EDBF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021" name="그림 1020">
              <a:extLst>
                <a:ext uri="{FF2B5EF4-FFF2-40B4-BE49-F238E27FC236}">
                  <a16:creationId xmlns:a16="http://schemas.microsoft.com/office/drawing/2014/main" id="{68935075-14AA-8290-EC59-E645E29BB0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71056" y="3296095"/>
              <a:ext cx="167686" cy="147049"/>
            </a:xfrm>
            <a:prstGeom prst="rect">
              <a:avLst/>
            </a:prstGeom>
          </p:spPr>
        </p:pic>
      </p:grpSp>
      <p:grpSp>
        <p:nvGrpSpPr>
          <p:cNvPr id="933" name="그룹 932">
            <a:extLst>
              <a:ext uri="{FF2B5EF4-FFF2-40B4-BE49-F238E27FC236}">
                <a16:creationId xmlns:a16="http://schemas.microsoft.com/office/drawing/2014/main" id="{99355482-7CFB-DE56-554F-52F70A457329}"/>
              </a:ext>
            </a:extLst>
          </p:cNvPr>
          <p:cNvGrpSpPr/>
          <p:nvPr/>
        </p:nvGrpSpPr>
        <p:grpSpPr>
          <a:xfrm>
            <a:off x="2094091" y="2663063"/>
            <a:ext cx="440651" cy="651758"/>
            <a:chOff x="10290996" y="2826696"/>
            <a:chExt cx="253716" cy="375266"/>
          </a:xfrm>
        </p:grpSpPr>
        <p:grpSp>
          <p:nvGrpSpPr>
            <p:cNvPr id="1012" name="그룹 1011">
              <a:extLst>
                <a:ext uri="{FF2B5EF4-FFF2-40B4-BE49-F238E27FC236}">
                  <a16:creationId xmlns:a16="http://schemas.microsoft.com/office/drawing/2014/main" id="{CC9DEEB3-A283-5FE2-8169-8971E06E59A4}"/>
                </a:ext>
              </a:extLst>
            </p:cNvPr>
            <p:cNvGrpSpPr/>
            <p:nvPr/>
          </p:nvGrpSpPr>
          <p:grpSpPr>
            <a:xfrm>
              <a:off x="10290996" y="2826696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14" name="직사각형 1013">
                <a:extLst>
                  <a:ext uri="{FF2B5EF4-FFF2-40B4-BE49-F238E27FC236}">
                    <a16:creationId xmlns:a16="http://schemas.microsoft.com/office/drawing/2014/main" id="{AAF14EFB-008D-287C-CC55-DA6D8708F992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5" name="직사각형 1014">
                <a:extLst>
                  <a:ext uri="{FF2B5EF4-FFF2-40B4-BE49-F238E27FC236}">
                    <a16:creationId xmlns:a16="http://schemas.microsoft.com/office/drawing/2014/main" id="{AA9AEB7A-06FE-C7F8-F393-5BF1B7B8762F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6" name="직사각형 1015">
                <a:extLst>
                  <a:ext uri="{FF2B5EF4-FFF2-40B4-BE49-F238E27FC236}">
                    <a16:creationId xmlns:a16="http://schemas.microsoft.com/office/drawing/2014/main" id="{64455B2A-F2BB-8B7F-069A-3CFA3A9BF43E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7" name="직사각형 1016">
                <a:extLst>
                  <a:ext uri="{FF2B5EF4-FFF2-40B4-BE49-F238E27FC236}">
                    <a16:creationId xmlns:a16="http://schemas.microsoft.com/office/drawing/2014/main" id="{017DA07A-7D82-4716-6D38-7FF0F0A908B9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8" name="직사각형 1017">
                <a:extLst>
                  <a:ext uri="{FF2B5EF4-FFF2-40B4-BE49-F238E27FC236}">
                    <a16:creationId xmlns:a16="http://schemas.microsoft.com/office/drawing/2014/main" id="{155380DE-FD31-DDDD-5839-C371C894BF00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9" name="직사각형 1018">
                <a:extLst>
                  <a:ext uri="{FF2B5EF4-FFF2-40B4-BE49-F238E27FC236}">
                    <a16:creationId xmlns:a16="http://schemas.microsoft.com/office/drawing/2014/main" id="{2EA3E95C-E8D4-483E-2AF3-9C63CC1BBDA1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013" name="그림 1012">
              <a:extLst>
                <a:ext uri="{FF2B5EF4-FFF2-40B4-BE49-F238E27FC236}">
                  <a16:creationId xmlns:a16="http://schemas.microsoft.com/office/drawing/2014/main" id="{15D88204-1BE7-D776-DB22-98ED5632745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32660" y="2916008"/>
              <a:ext cx="167686" cy="147049"/>
            </a:xfrm>
            <a:prstGeom prst="rect">
              <a:avLst/>
            </a:prstGeom>
          </p:spPr>
        </p:pic>
      </p:grpSp>
      <p:grpSp>
        <p:nvGrpSpPr>
          <p:cNvPr id="934" name="그룹 933">
            <a:extLst>
              <a:ext uri="{FF2B5EF4-FFF2-40B4-BE49-F238E27FC236}">
                <a16:creationId xmlns:a16="http://schemas.microsoft.com/office/drawing/2014/main" id="{B98F6645-2657-061D-F4C2-7D392424636C}"/>
              </a:ext>
            </a:extLst>
          </p:cNvPr>
          <p:cNvGrpSpPr/>
          <p:nvPr/>
        </p:nvGrpSpPr>
        <p:grpSpPr>
          <a:xfrm>
            <a:off x="1661726" y="2882778"/>
            <a:ext cx="440651" cy="431186"/>
            <a:chOff x="10031415" y="2950781"/>
            <a:chExt cx="253716" cy="248266"/>
          </a:xfrm>
        </p:grpSpPr>
        <p:grpSp>
          <p:nvGrpSpPr>
            <p:cNvPr id="1006" name="그룹 1005">
              <a:extLst>
                <a:ext uri="{FF2B5EF4-FFF2-40B4-BE49-F238E27FC236}">
                  <a16:creationId xmlns:a16="http://schemas.microsoft.com/office/drawing/2014/main" id="{B2818C0B-5ABD-6373-176B-63B2F78CF7AF}"/>
                </a:ext>
              </a:extLst>
            </p:cNvPr>
            <p:cNvGrpSpPr/>
            <p:nvPr/>
          </p:nvGrpSpPr>
          <p:grpSpPr>
            <a:xfrm>
              <a:off x="10031415" y="2950781"/>
              <a:ext cx="253716" cy="248266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08" name="직사각형 1007">
                <a:extLst>
                  <a:ext uri="{FF2B5EF4-FFF2-40B4-BE49-F238E27FC236}">
                    <a16:creationId xmlns:a16="http://schemas.microsoft.com/office/drawing/2014/main" id="{9016613C-915A-A1C8-19F8-4788E1475251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9" name="직사각형 1008">
                <a:extLst>
                  <a:ext uri="{FF2B5EF4-FFF2-40B4-BE49-F238E27FC236}">
                    <a16:creationId xmlns:a16="http://schemas.microsoft.com/office/drawing/2014/main" id="{CADC6565-B75F-F251-3446-A6302E2001C9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0" name="직사각형 1009">
                <a:extLst>
                  <a:ext uri="{FF2B5EF4-FFF2-40B4-BE49-F238E27FC236}">
                    <a16:creationId xmlns:a16="http://schemas.microsoft.com/office/drawing/2014/main" id="{55D38D6D-F015-0B13-C8ED-A1940DA52EAE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1" name="직사각형 1010">
                <a:extLst>
                  <a:ext uri="{FF2B5EF4-FFF2-40B4-BE49-F238E27FC236}">
                    <a16:creationId xmlns:a16="http://schemas.microsoft.com/office/drawing/2014/main" id="{2D71C489-6B50-1804-1AED-099441AC3D5A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007" name="그림 1006">
              <a:extLst>
                <a:ext uri="{FF2B5EF4-FFF2-40B4-BE49-F238E27FC236}">
                  <a16:creationId xmlns:a16="http://schemas.microsoft.com/office/drawing/2014/main" id="{97EB9A0C-EAB1-6443-3241-C0AAA44E962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73079" y="3001932"/>
              <a:ext cx="167686" cy="147049"/>
            </a:xfrm>
            <a:prstGeom prst="rect">
              <a:avLst/>
            </a:prstGeom>
          </p:spPr>
        </p:pic>
      </p:grpSp>
      <p:grpSp>
        <p:nvGrpSpPr>
          <p:cNvPr id="935" name="그룹 934">
            <a:extLst>
              <a:ext uri="{FF2B5EF4-FFF2-40B4-BE49-F238E27FC236}">
                <a16:creationId xmlns:a16="http://schemas.microsoft.com/office/drawing/2014/main" id="{593E7870-2BF2-19D3-F951-06D13E83E6FC}"/>
              </a:ext>
            </a:extLst>
          </p:cNvPr>
          <p:cNvGrpSpPr/>
          <p:nvPr/>
        </p:nvGrpSpPr>
        <p:grpSpPr>
          <a:xfrm>
            <a:off x="2109902" y="3949251"/>
            <a:ext cx="440651" cy="651758"/>
            <a:chOff x="10529392" y="3206783"/>
            <a:chExt cx="253716" cy="375266"/>
          </a:xfrm>
        </p:grpSpPr>
        <p:grpSp>
          <p:nvGrpSpPr>
            <p:cNvPr id="998" name="그룹 997">
              <a:extLst>
                <a:ext uri="{FF2B5EF4-FFF2-40B4-BE49-F238E27FC236}">
                  <a16:creationId xmlns:a16="http://schemas.microsoft.com/office/drawing/2014/main" id="{38A0EDF8-7040-9C3E-66F3-ED3A90D52428}"/>
                </a:ext>
              </a:extLst>
            </p:cNvPr>
            <p:cNvGrpSpPr/>
            <p:nvPr/>
          </p:nvGrpSpPr>
          <p:grpSpPr>
            <a:xfrm>
              <a:off x="10529392" y="3206783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00" name="직사각형 999">
                <a:extLst>
                  <a:ext uri="{FF2B5EF4-FFF2-40B4-BE49-F238E27FC236}">
                    <a16:creationId xmlns:a16="http://schemas.microsoft.com/office/drawing/2014/main" id="{917AC9CF-61A6-A261-85A4-8B02CB5EBB9A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1" name="직사각형 1000">
                <a:extLst>
                  <a:ext uri="{FF2B5EF4-FFF2-40B4-BE49-F238E27FC236}">
                    <a16:creationId xmlns:a16="http://schemas.microsoft.com/office/drawing/2014/main" id="{B1A57B4D-5538-29EC-51BA-A2C9A58A3BC7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2" name="직사각형 1001">
                <a:extLst>
                  <a:ext uri="{FF2B5EF4-FFF2-40B4-BE49-F238E27FC236}">
                    <a16:creationId xmlns:a16="http://schemas.microsoft.com/office/drawing/2014/main" id="{68E20A29-5145-196C-BE82-8EDF7F0CDEFB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3" name="직사각형 1002">
                <a:extLst>
                  <a:ext uri="{FF2B5EF4-FFF2-40B4-BE49-F238E27FC236}">
                    <a16:creationId xmlns:a16="http://schemas.microsoft.com/office/drawing/2014/main" id="{D5931310-2B9D-D714-CC24-BCE20C87ED28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4" name="직사각형 1003">
                <a:extLst>
                  <a:ext uri="{FF2B5EF4-FFF2-40B4-BE49-F238E27FC236}">
                    <a16:creationId xmlns:a16="http://schemas.microsoft.com/office/drawing/2014/main" id="{6311A7C2-A7D3-950B-CE0F-F9EFF3DDED84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5" name="직사각형 1004">
                <a:extLst>
                  <a:ext uri="{FF2B5EF4-FFF2-40B4-BE49-F238E27FC236}">
                    <a16:creationId xmlns:a16="http://schemas.microsoft.com/office/drawing/2014/main" id="{007F313D-D1FB-7DCC-D46E-1D65061005A5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999" name="그림 998">
              <a:extLst>
                <a:ext uri="{FF2B5EF4-FFF2-40B4-BE49-F238E27FC236}">
                  <a16:creationId xmlns:a16="http://schemas.microsoft.com/office/drawing/2014/main" id="{1EAFE00F-6EFC-121D-72EE-2CE7E5B4F9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71056" y="3296095"/>
              <a:ext cx="167686" cy="147049"/>
            </a:xfrm>
            <a:prstGeom prst="rect">
              <a:avLst/>
            </a:prstGeom>
          </p:spPr>
        </p:pic>
      </p:grpSp>
      <p:grpSp>
        <p:nvGrpSpPr>
          <p:cNvPr id="936" name="그룹 935">
            <a:extLst>
              <a:ext uri="{FF2B5EF4-FFF2-40B4-BE49-F238E27FC236}">
                <a16:creationId xmlns:a16="http://schemas.microsoft.com/office/drawing/2014/main" id="{71398EFA-AAA6-4C84-D311-3262DE4D6C35}"/>
              </a:ext>
            </a:extLst>
          </p:cNvPr>
          <p:cNvGrpSpPr/>
          <p:nvPr/>
        </p:nvGrpSpPr>
        <p:grpSpPr>
          <a:xfrm>
            <a:off x="1672636" y="3950975"/>
            <a:ext cx="440651" cy="431186"/>
            <a:chOff x="10031415" y="2950781"/>
            <a:chExt cx="253716" cy="248266"/>
          </a:xfrm>
        </p:grpSpPr>
        <p:grpSp>
          <p:nvGrpSpPr>
            <p:cNvPr id="992" name="그룹 991">
              <a:extLst>
                <a:ext uri="{FF2B5EF4-FFF2-40B4-BE49-F238E27FC236}">
                  <a16:creationId xmlns:a16="http://schemas.microsoft.com/office/drawing/2014/main" id="{56C61A05-F177-C785-3F97-05E424B0B226}"/>
                </a:ext>
              </a:extLst>
            </p:cNvPr>
            <p:cNvGrpSpPr/>
            <p:nvPr/>
          </p:nvGrpSpPr>
          <p:grpSpPr>
            <a:xfrm>
              <a:off x="10031415" y="2950781"/>
              <a:ext cx="253716" cy="248266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994" name="직사각형 993">
                <a:extLst>
                  <a:ext uri="{FF2B5EF4-FFF2-40B4-BE49-F238E27FC236}">
                    <a16:creationId xmlns:a16="http://schemas.microsoft.com/office/drawing/2014/main" id="{74E5EB9A-9FEF-40CE-4060-4DDD9F21A3FF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5" name="직사각형 994">
                <a:extLst>
                  <a:ext uri="{FF2B5EF4-FFF2-40B4-BE49-F238E27FC236}">
                    <a16:creationId xmlns:a16="http://schemas.microsoft.com/office/drawing/2014/main" id="{8E3B8D49-14BF-CE23-20A9-C0D2CB100F5E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6" name="직사각형 995">
                <a:extLst>
                  <a:ext uri="{FF2B5EF4-FFF2-40B4-BE49-F238E27FC236}">
                    <a16:creationId xmlns:a16="http://schemas.microsoft.com/office/drawing/2014/main" id="{6194E323-49B5-8196-D306-35A162FB2EAA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7" name="직사각형 996">
                <a:extLst>
                  <a:ext uri="{FF2B5EF4-FFF2-40B4-BE49-F238E27FC236}">
                    <a16:creationId xmlns:a16="http://schemas.microsoft.com/office/drawing/2014/main" id="{B1814297-2E63-D78F-340E-6317A105DF4F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993" name="그림 992">
              <a:extLst>
                <a:ext uri="{FF2B5EF4-FFF2-40B4-BE49-F238E27FC236}">
                  <a16:creationId xmlns:a16="http://schemas.microsoft.com/office/drawing/2014/main" id="{32FB8162-4636-F7BB-6049-EF629B122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73079" y="3001932"/>
              <a:ext cx="167686" cy="147049"/>
            </a:xfrm>
            <a:prstGeom prst="rect">
              <a:avLst/>
            </a:prstGeom>
          </p:spPr>
        </p:pic>
      </p:grpSp>
      <p:sp>
        <p:nvSpPr>
          <p:cNvPr id="937" name="사각형: 둥근 모서리 936">
            <a:extLst>
              <a:ext uri="{FF2B5EF4-FFF2-40B4-BE49-F238E27FC236}">
                <a16:creationId xmlns:a16="http://schemas.microsoft.com/office/drawing/2014/main" id="{3B33D145-E2F0-C2A3-4A3A-A12BCFE01C96}"/>
              </a:ext>
            </a:extLst>
          </p:cNvPr>
          <p:cNvSpPr/>
          <p:nvPr/>
        </p:nvSpPr>
        <p:spPr>
          <a:xfrm>
            <a:off x="945492" y="5306932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grpSp>
        <p:nvGrpSpPr>
          <p:cNvPr id="938" name="그룹 937">
            <a:extLst>
              <a:ext uri="{FF2B5EF4-FFF2-40B4-BE49-F238E27FC236}">
                <a16:creationId xmlns:a16="http://schemas.microsoft.com/office/drawing/2014/main" id="{EAF3C025-9536-FA2B-39EC-BB4C3442156C}"/>
              </a:ext>
            </a:extLst>
          </p:cNvPr>
          <p:cNvGrpSpPr/>
          <p:nvPr/>
        </p:nvGrpSpPr>
        <p:grpSpPr>
          <a:xfrm>
            <a:off x="1003095" y="5336604"/>
            <a:ext cx="426463" cy="142494"/>
            <a:chOff x="5645144" y="3140870"/>
            <a:chExt cx="249768" cy="110534"/>
          </a:xfrm>
        </p:grpSpPr>
        <p:sp>
          <p:nvSpPr>
            <p:cNvPr id="990" name="사각형: 둥근 모서리 989">
              <a:extLst>
                <a:ext uri="{FF2B5EF4-FFF2-40B4-BE49-F238E27FC236}">
                  <a16:creationId xmlns:a16="http://schemas.microsoft.com/office/drawing/2014/main" id="{25CE85F5-4CC3-D3B4-4304-0CC964B5EC3B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991" name="사각형: 둥근 모서리 990">
              <a:extLst>
                <a:ext uri="{FF2B5EF4-FFF2-40B4-BE49-F238E27FC236}">
                  <a16:creationId xmlns:a16="http://schemas.microsoft.com/office/drawing/2014/main" id="{0F7C67C4-4947-9416-EDF5-D4F67299354B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939" name="그림 938">
            <a:extLst>
              <a:ext uri="{FF2B5EF4-FFF2-40B4-BE49-F238E27FC236}">
                <a16:creationId xmlns:a16="http://schemas.microsoft.com/office/drawing/2014/main" id="{DFBCF4BC-9522-09D9-DADF-11514BBFB4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258" y="5331176"/>
            <a:ext cx="174868" cy="153348"/>
          </a:xfrm>
          <a:prstGeom prst="rect">
            <a:avLst/>
          </a:prstGeom>
        </p:spPr>
      </p:pic>
      <p:grpSp>
        <p:nvGrpSpPr>
          <p:cNvPr id="940" name="그룹 939">
            <a:extLst>
              <a:ext uri="{FF2B5EF4-FFF2-40B4-BE49-F238E27FC236}">
                <a16:creationId xmlns:a16="http://schemas.microsoft.com/office/drawing/2014/main" id="{ADC703ED-FAC8-0564-BC49-9BCC4AE21414}"/>
              </a:ext>
            </a:extLst>
          </p:cNvPr>
          <p:cNvGrpSpPr/>
          <p:nvPr/>
        </p:nvGrpSpPr>
        <p:grpSpPr>
          <a:xfrm>
            <a:off x="1490445" y="5336604"/>
            <a:ext cx="426463" cy="142494"/>
            <a:chOff x="5645144" y="3140870"/>
            <a:chExt cx="249768" cy="110534"/>
          </a:xfrm>
        </p:grpSpPr>
        <p:sp>
          <p:nvSpPr>
            <p:cNvPr id="988" name="사각형: 둥근 모서리 987">
              <a:extLst>
                <a:ext uri="{FF2B5EF4-FFF2-40B4-BE49-F238E27FC236}">
                  <a16:creationId xmlns:a16="http://schemas.microsoft.com/office/drawing/2014/main" id="{1AEDF032-5B15-E0E6-01B0-B4D3A8E27D0A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989" name="사각형: 둥근 모서리 988">
              <a:extLst>
                <a:ext uri="{FF2B5EF4-FFF2-40B4-BE49-F238E27FC236}">
                  <a16:creationId xmlns:a16="http://schemas.microsoft.com/office/drawing/2014/main" id="{B25AC891-8333-0CF5-967C-183830B2C7F5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941" name="그림 940">
            <a:extLst>
              <a:ext uri="{FF2B5EF4-FFF2-40B4-BE49-F238E27FC236}">
                <a16:creationId xmlns:a16="http://schemas.microsoft.com/office/drawing/2014/main" id="{03A8618B-5F93-757D-A936-EDACA72A9B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7608" y="5331176"/>
            <a:ext cx="174868" cy="153348"/>
          </a:xfrm>
          <a:prstGeom prst="rect">
            <a:avLst/>
          </a:prstGeom>
        </p:spPr>
      </p:pic>
      <p:grpSp>
        <p:nvGrpSpPr>
          <p:cNvPr id="942" name="그룹 941">
            <a:extLst>
              <a:ext uri="{FF2B5EF4-FFF2-40B4-BE49-F238E27FC236}">
                <a16:creationId xmlns:a16="http://schemas.microsoft.com/office/drawing/2014/main" id="{736969C1-81D2-E346-6AD4-90581B4748D1}"/>
              </a:ext>
            </a:extLst>
          </p:cNvPr>
          <p:cNvGrpSpPr/>
          <p:nvPr/>
        </p:nvGrpSpPr>
        <p:grpSpPr>
          <a:xfrm>
            <a:off x="1977795" y="5336604"/>
            <a:ext cx="426463" cy="142494"/>
            <a:chOff x="5645144" y="3140870"/>
            <a:chExt cx="249768" cy="110534"/>
          </a:xfrm>
        </p:grpSpPr>
        <p:sp>
          <p:nvSpPr>
            <p:cNvPr id="986" name="사각형: 둥근 모서리 985">
              <a:extLst>
                <a:ext uri="{FF2B5EF4-FFF2-40B4-BE49-F238E27FC236}">
                  <a16:creationId xmlns:a16="http://schemas.microsoft.com/office/drawing/2014/main" id="{D4190807-9A98-27A8-7F31-4F9EF08D31C4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987" name="사각형: 둥근 모서리 986">
              <a:extLst>
                <a:ext uri="{FF2B5EF4-FFF2-40B4-BE49-F238E27FC236}">
                  <a16:creationId xmlns:a16="http://schemas.microsoft.com/office/drawing/2014/main" id="{5D7604BA-8D65-5D61-7E98-5481EA1D9F7E}"/>
                </a:ext>
              </a:extLst>
            </p:cNvPr>
            <p:cNvSpPr/>
            <p:nvPr/>
          </p:nvSpPr>
          <p:spPr>
            <a:xfrm>
              <a:off x="5645145" y="3140870"/>
              <a:ext cx="127670" cy="110534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943" name="그림 942">
            <a:extLst>
              <a:ext uri="{FF2B5EF4-FFF2-40B4-BE49-F238E27FC236}">
                <a16:creationId xmlns:a16="http://schemas.microsoft.com/office/drawing/2014/main" id="{6C66BD95-60B2-D3B9-E0B2-AEF8505E4C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4958" y="5331176"/>
            <a:ext cx="174868" cy="153348"/>
          </a:xfrm>
          <a:prstGeom prst="rect">
            <a:avLst/>
          </a:prstGeom>
        </p:spPr>
      </p:pic>
      <p:sp>
        <p:nvSpPr>
          <p:cNvPr id="944" name="사각형: 둥근 모서리 943">
            <a:extLst>
              <a:ext uri="{FF2B5EF4-FFF2-40B4-BE49-F238E27FC236}">
                <a16:creationId xmlns:a16="http://schemas.microsoft.com/office/drawing/2014/main" id="{F0E12BEF-D751-8C1B-A7DC-D98C9C9F65FE}"/>
              </a:ext>
            </a:extLst>
          </p:cNvPr>
          <p:cNvSpPr/>
          <p:nvPr/>
        </p:nvSpPr>
        <p:spPr>
          <a:xfrm>
            <a:off x="2465148" y="5336604"/>
            <a:ext cx="426462" cy="142494"/>
          </a:xfrm>
          <a:prstGeom prst="roundRect">
            <a:avLst/>
          </a:prstGeom>
          <a:solidFill>
            <a:srgbClr val="1A0C2F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945" name="그림 944">
            <a:extLst>
              <a:ext uri="{FF2B5EF4-FFF2-40B4-BE49-F238E27FC236}">
                <a16:creationId xmlns:a16="http://schemas.microsoft.com/office/drawing/2014/main" id="{379E1186-C2D0-8040-F508-B61FCC9550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2308" y="5331176"/>
            <a:ext cx="174868" cy="153348"/>
          </a:xfrm>
          <a:prstGeom prst="rect">
            <a:avLst/>
          </a:prstGeom>
        </p:spPr>
      </p:pic>
      <p:sp>
        <p:nvSpPr>
          <p:cNvPr id="946" name="직사각형 945">
            <a:extLst>
              <a:ext uri="{FF2B5EF4-FFF2-40B4-BE49-F238E27FC236}">
                <a16:creationId xmlns:a16="http://schemas.microsoft.com/office/drawing/2014/main" id="{82D24745-CFAD-2037-F643-4202471FFFC7}"/>
              </a:ext>
            </a:extLst>
          </p:cNvPr>
          <p:cNvSpPr/>
          <p:nvPr/>
        </p:nvSpPr>
        <p:spPr>
          <a:xfrm>
            <a:off x="1488714" y="5553020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947" name="그룹 946">
            <a:extLst>
              <a:ext uri="{FF2B5EF4-FFF2-40B4-BE49-F238E27FC236}">
                <a16:creationId xmlns:a16="http://schemas.microsoft.com/office/drawing/2014/main" id="{A8A84970-876A-3CB6-CC92-E65D383233FD}"/>
              </a:ext>
            </a:extLst>
          </p:cNvPr>
          <p:cNvGrpSpPr/>
          <p:nvPr/>
        </p:nvGrpSpPr>
        <p:grpSpPr>
          <a:xfrm>
            <a:off x="1577487" y="5659317"/>
            <a:ext cx="238478" cy="233355"/>
            <a:chOff x="10356957" y="4935575"/>
            <a:chExt cx="321867" cy="314954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982" name="직사각형 981">
              <a:extLst>
                <a:ext uri="{FF2B5EF4-FFF2-40B4-BE49-F238E27FC236}">
                  <a16:creationId xmlns:a16="http://schemas.microsoft.com/office/drawing/2014/main" id="{E395CC5A-612B-5DA1-61AA-F432129FA49D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83" name="직사각형 982">
              <a:extLst>
                <a:ext uri="{FF2B5EF4-FFF2-40B4-BE49-F238E27FC236}">
                  <a16:creationId xmlns:a16="http://schemas.microsoft.com/office/drawing/2014/main" id="{7AFC4EB0-81CE-29F1-8E96-E94CE47E95EB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84" name="직사각형 983">
              <a:extLst>
                <a:ext uri="{FF2B5EF4-FFF2-40B4-BE49-F238E27FC236}">
                  <a16:creationId xmlns:a16="http://schemas.microsoft.com/office/drawing/2014/main" id="{55A4FC15-C5E7-AC94-8AE3-0668BF6C5CE7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85" name="직사각형 984">
              <a:extLst>
                <a:ext uri="{FF2B5EF4-FFF2-40B4-BE49-F238E27FC236}">
                  <a16:creationId xmlns:a16="http://schemas.microsoft.com/office/drawing/2014/main" id="{8AB840BF-40F3-A3EB-D17B-7A63DD9D3E22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948" name="그림 947">
            <a:extLst>
              <a:ext uri="{FF2B5EF4-FFF2-40B4-BE49-F238E27FC236}">
                <a16:creationId xmlns:a16="http://schemas.microsoft.com/office/drawing/2014/main" id="{D1716292-97EE-566E-07A6-D01DA6C72BC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6648" y="5707396"/>
            <a:ext cx="157615" cy="138217"/>
          </a:xfrm>
          <a:prstGeom prst="rect">
            <a:avLst/>
          </a:prstGeom>
        </p:spPr>
      </p:pic>
      <p:sp>
        <p:nvSpPr>
          <p:cNvPr id="949" name="직사각형 948">
            <a:extLst>
              <a:ext uri="{FF2B5EF4-FFF2-40B4-BE49-F238E27FC236}">
                <a16:creationId xmlns:a16="http://schemas.microsoft.com/office/drawing/2014/main" id="{DDEFE843-EC02-41A0-C1F4-74D1E77B1269}"/>
              </a:ext>
            </a:extLst>
          </p:cNvPr>
          <p:cNvSpPr/>
          <p:nvPr/>
        </p:nvSpPr>
        <p:spPr>
          <a:xfrm>
            <a:off x="1973866" y="5553020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950" name="그룹 949">
            <a:extLst>
              <a:ext uri="{FF2B5EF4-FFF2-40B4-BE49-F238E27FC236}">
                <a16:creationId xmlns:a16="http://schemas.microsoft.com/office/drawing/2014/main" id="{9CAE90DF-8AD0-3DFF-4C49-5D1C54A38B3B}"/>
              </a:ext>
            </a:extLst>
          </p:cNvPr>
          <p:cNvGrpSpPr/>
          <p:nvPr/>
        </p:nvGrpSpPr>
        <p:grpSpPr>
          <a:xfrm>
            <a:off x="2062639" y="5594927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976" name="직사각형 975">
              <a:extLst>
                <a:ext uri="{FF2B5EF4-FFF2-40B4-BE49-F238E27FC236}">
                  <a16:creationId xmlns:a16="http://schemas.microsoft.com/office/drawing/2014/main" id="{C32D7C84-B9D3-7F75-52E2-807E52C47DD5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7" name="직사각형 976">
              <a:extLst>
                <a:ext uri="{FF2B5EF4-FFF2-40B4-BE49-F238E27FC236}">
                  <a16:creationId xmlns:a16="http://schemas.microsoft.com/office/drawing/2014/main" id="{3D893705-D68F-8CFD-38EF-075587233939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8" name="직사각형 977">
              <a:extLst>
                <a:ext uri="{FF2B5EF4-FFF2-40B4-BE49-F238E27FC236}">
                  <a16:creationId xmlns:a16="http://schemas.microsoft.com/office/drawing/2014/main" id="{E488E77E-AD4F-1165-0CE2-D4DB6FA0BA5B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9" name="직사각형 978">
              <a:extLst>
                <a:ext uri="{FF2B5EF4-FFF2-40B4-BE49-F238E27FC236}">
                  <a16:creationId xmlns:a16="http://schemas.microsoft.com/office/drawing/2014/main" id="{2DCE19B0-E576-8603-6317-244819414604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80" name="직사각형 979">
              <a:extLst>
                <a:ext uri="{FF2B5EF4-FFF2-40B4-BE49-F238E27FC236}">
                  <a16:creationId xmlns:a16="http://schemas.microsoft.com/office/drawing/2014/main" id="{36558A15-E4B3-9DF7-C23E-1325CAB6F5FC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81" name="직사각형 980">
              <a:extLst>
                <a:ext uri="{FF2B5EF4-FFF2-40B4-BE49-F238E27FC236}">
                  <a16:creationId xmlns:a16="http://schemas.microsoft.com/office/drawing/2014/main" id="{68F4866B-6224-5218-221B-ACE45751168E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951" name="그림 950">
            <a:extLst>
              <a:ext uri="{FF2B5EF4-FFF2-40B4-BE49-F238E27FC236}">
                <a16:creationId xmlns:a16="http://schemas.microsoft.com/office/drawing/2014/main" id="{AF1FC7CA-CCEE-CA73-D249-0D66C40BDD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1801" y="5678875"/>
            <a:ext cx="157615" cy="138217"/>
          </a:xfrm>
          <a:prstGeom prst="rect">
            <a:avLst/>
          </a:prstGeom>
        </p:spPr>
      </p:pic>
      <p:sp>
        <p:nvSpPr>
          <p:cNvPr id="952" name="직사각형 951">
            <a:extLst>
              <a:ext uri="{FF2B5EF4-FFF2-40B4-BE49-F238E27FC236}">
                <a16:creationId xmlns:a16="http://schemas.microsoft.com/office/drawing/2014/main" id="{66C786F4-88B1-9469-6261-D8A84F2DB619}"/>
              </a:ext>
            </a:extLst>
          </p:cNvPr>
          <p:cNvSpPr/>
          <p:nvPr/>
        </p:nvSpPr>
        <p:spPr>
          <a:xfrm>
            <a:off x="2459018" y="5553020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953" name="그룹 952">
            <a:extLst>
              <a:ext uri="{FF2B5EF4-FFF2-40B4-BE49-F238E27FC236}">
                <a16:creationId xmlns:a16="http://schemas.microsoft.com/office/drawing/2014/main" id="{655CED56-837D-6D62-F9B0-AC56367381C9}"/>
              </a:ext>
            </a:extLst>
          </p:cNvPr>
          <p:cNvGrpSpPr/>
          <p:nvPr/>
        </p:nvGrpSpPr>
        <p:grpSpPr>
          <a:xfrm>
            <a:off x="2547791" y="5594927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970" name="직사각형 969">
              <a:extLst>
                <a:ext uri="{FF2B5EF4-FFF2-40B4-BE49-F238E27FC236}">
                  <a16:creationId xmlns:a16="http://schemas.microsoft.com/office/drawing/2014/main" id="{B060B163-8A31-E5A9-4514-3E455C432319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1" name="직사각형 970">
              <a:extLst>
                <a:ext uri="{FF2B5EF4-FFF2-40B4-BE49-F238E27FC236}">
                  <a16:creationId xmlns:a16="http://schemas.microsoft.com/office/drawing/2014/main" id="{A5F3DD50-8F02-E289-9FEC-82C5FEDBDB1F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2" name="직사각형 971">
              <a:extLst>
                <a:ext uri="{FF2B5EF4-FFF2-40B4-BE49-F238E27FC236}">
                  <a16:creationId xmlns:a16="http://schemas.microsoft.com/office/drawing/2014/main" id="{7FF36753-E5CC-A39F-F183-87D7449F2047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3" name="직사각형 972">
              <a:extLst>
                <a:ext uri="{FF2B5EF4-FFF2-40B4-BE49-F238E27FC236}">
                  <a16:creationId xmlns:a16="http://schemas.microsoft.com/office/drawing/2014/main" id="{98C0A025-D654-DE0F-68DC-D34FE5DA251E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4" name="직사각형 973">
              <a:extLst>
                <a:ext uri="{FF2B5EF4-FFF2-40B4-BE49-F238E27FC236}">
                  <a16:creationId xmlns:a16="http://schemas.microsoft.com/office/drawing/2014/main" id="{FF5652CE-1AB8-E9C9-F847-BE4BAEC298BA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5" name="직사각형 974">
              <a:extLst>
                <a:ext uri="{FF2B5EF4-FFF2-40B4-BE49-F238E27FC236}">
                  <a16:creationId xmlns:a16="http://schemas.microsoft.com/office/drawing/2014/main" id="{20ECCA83-FC91-2419-A7E3-0C04EC04ECAC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954" name="그림 953">
            <a:extLst>
              <a:ext uri="{FF2B5EF4-FFF2-40B4-BE49-F238E27FC236}">
                <a16:creationId xmlns:a16="http://schemas.microsoft.com/office/drawing/2014/main" id="{DB5850FB-A541-E459-25DD-839C0242B3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6953" y="5678875"/>
            <a:ext cx="157615" cy="138217"/>
          </a:xfrm>
          <a:prstGeom prst="rect">
            <a:avLst/>
          </a:prstGeom>
        </p:spPr>
      </p:pic>
      <p:grpSp>
        <p:nvGrpSpPr>
          <p:cNvPr id="955" name="그룹 954">
            <a:extLst>
              <a:ext uri="{FF2B5EF4-FFF2-40B4-BE49-F238E27FC236}">
                <a16:creationId xmlns:a16="http://schemas.microsoft.com/office/drawing/2014/main" id="{7F4D9BAE-BCEA-365B-F6B6-B303FAA266ED}"/>
              </a:ext>
            </a:extLst>
          </p:cNvPr>
          <p:cNvGrpSpPr/>
          <p:nvPr/>
        </p:nvGrpSpPr>
        <p:grpSpPr>
          <a:xfrm>
            <a:off x="2951339" y="5336604"/>
            <a:ext cx="426463" cy="142494"/>
            <a:chOff x="5645144" y="3140870"/>
            <a:chExt cx="249768" cy="110534"/>
          </a:xfrm>
        </p:grpSpPr>
        <p:sp>
          <p:nvSpPr>
            <p:cNvPr id="968" name="사각형: 둥근 모서리 967">
              <a:extLst>
                <a:ext uri="{FF2B5EF4-FFF2-40B4-BE49-F238E27FC236}">
                  <a16:creationId xmlns:a16="http://schemas.microsoft.com/office/drawing/2014/main" id="{2459E647-D80E-1AE7-8B60-FB2799DEBD7A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969" name="사각형: 둥근 모서리 968">
              <a:extLst>
                <a:ext uri="{FF2B5EF4-FFF2-40B4-BE49-F238E27FC236}">
                  <a16:creationId xmlns:a16="http://schemas.microsoft.com/office/drawing/2014/main" id="{8F9AE739-C31E-8945-7D00-2B3AAEF56728}"/>
                </a:ext>
              </a:extLst>
            </p:cNvPr>
            <p:cNvSpPr/>
            <p:nvPr/>
          </p:nvSpPr>
          <p:spPr>
            <a:xfrm>
              <a:off x="5645145" y="3140870"/>
              <a:ext cx="147352" cy="110534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956" name="그림 955">
            <a:extLst>
              <a:ext uri="{FF2B5EF4-FFF2-40B4-BE49-F238E27FC236}">
                <a16:creationId xmlns:a16="http://schemas.microsoft.com/office/drawing/2014/main" id="{BC97A81F-88D8-4E7A-CACE-CFC4FAC6366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502" y="5331176"/>
            <a:ext cx="174868" cy="153348"/>
          </a:xfrm>
          <a:prstGeom prst="rect">
            <a:avLst/>
          </a:prstGeom>
        </p:spPr>
      </p:pic>
      <p:sp>
        <p:nvSpPr>
          <p:cNvPr id="957" name="TextBox 956">
            <a:extLst>
              <a:ext uri="{FF2B5EF4-FFF2-40B4-BE49-F238E27FC236}">
                <a16:creationId xmlns:a16="http://schemas.microsoft.com/office/drawing/2014/main" id="{ED25A2CC-51BE-882D-0BDF-512A30009922}"/>
              </a:ext>
            </a:extLst>
          </p:cNvPr>
          <p:cNvSpPr txBox="1"/>
          <p:nvPr/>
        </p:nvSpPr>
        <p:spPr>
          <a:xfrm>
            <a:off x="2682321" y="5349562"/>
            <a:ext cx="308097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958" name="TextBox 957">
            <a:extLst>
              <a:ext uri="{FF2B5EF4-FFF2-40B4-BE49-F238E27FC236}">
                <a16:creationId xmlns:a16="http://schemas.microsoft.com/office/drawing/2014/main" id="{C2C9D2F7-C754-F757-FA29-443D64C7DB88}"/>
              </a:ext>
            </a:extLst>
          </p:cNvPr>
          <p:cNvSpPr txBox="1"/>
          <p:nvPr/>
        </p:nvSpPr>
        <p:spPr>
          <a:xfrm>
            <a:off x="1179127" y="5349562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959" name="TextBox 958">
            <a:extLst>
              <a:ext uri="{FF2B5EF4-FFF2-40B4-BE49-F238E27FC236}">
                <a16:creationId xmlns:a16="http://schemas.microsoft.com/office/drawing/2014/main" id="{53B2A580-4E22-F0CD-02F0-EC51C558E6F9}"/>
              </a:ext>
            </a:extLst>
          </p:cNvPr>
          <p:cNvSpPr txBox="1"/>
          <p:nvPr/>
        </p:nvSpPr>
        <p:spPr>
          <a:xfrm>
            <a:off x="1665235" y="5349562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960" name="TextBox 959">
            <a:extLst>
              <a:ext uri="{FF2B5EF4-FFF2-40B4-BE49-F238E27FC236}">
                <a16:creationId xmlns:a16="http://schemas.microsoft.com/office/drawing/2014/main" id="{3E892372-DD11-8587-EC05-7B48F73BEE02}"/>
              </a:ext>
            </a:extLst>
          </p:cNvPr>
          <p:cNvSpPr txBox="1"/>
          <p:nvPr/>
        </p:nvSpPr>
        <p:spPr>
          <a:xfrm>
            <a:off x="2129605" y="5349562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961" name="TextBox 960">
            <a:extLst>
              <a:ext uri="{FF2B5EF4-FFF2-40B4-BE49-F238E27FC236}">
                <a16:creationId xmlns:a16="http://schemas.microsoft.com/office/drawing/2014/main" id="{B014CE22-FACC-C584-BD3B-C47773872E9F}"/>
              </a:ext>
            </a:extLst>
          </p:cNvPr>
          <p:cNvSpPr txBox="1"/>
          <p:nvPr/>
        </p:nvSpPr>
        <p:spPr>
          <a:xfrm>
            <a:off x="3127570" y="5349562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40%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73D8A9A-8160-4790-B7DE-07A253F09146}"/>
              </a:ext>
            </a:extLst>
          </p:cNvPr>
          <p:cNvSpPr txBox="1"/>
          <p:nvPr/>
        </p:nvSpPr>
        <p:spPr>
          <a:xfrm>
            <a:off x="4292949" y="1542838"/>
            <a:ext cx="6829114" cy="35470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전투 웨이브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컨셉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차량이 기름을 채우는 동안 영웅들이 싸워준다</a:t>
            </a:r>
          </a:p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트럭이 맵 한가운데로 이동한 후 기름을 채움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사람이 내리는 애니메이션 등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.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이때는 이동조작 불가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시작 시 약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5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초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내외의 대기 시간이 주어짐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대기 시간은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Config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테이블 등에서 관리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유저는 대기 시간동안 타워를 배치하거나 합성할 수 있음</a:t>
            </a:r>
          </a:p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대기 시간이 지나도 전투 웨이브 중에는 배치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합성 가능</a:t>
            </a:r>
          </a:p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배치는 언더 다크의 배치 시스템을 따름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인벤토리에서 드래그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&amp;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드롭으로 필드에 배치 가능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만약 배치한 타워에 몬스터가 있는 경우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몬스터를 타워 바깥으로 밀어내고 타워 설치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배치한 타워는 인벤토리로 회수할 수 없음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타워의 배치는 스타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건물처럼 칸 단위로 배치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겹칠 수 없음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2x2 or 3x2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등의 격자 배치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배치된 타워는 길을 막으며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몬스터가 통과할 수 없음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단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몬스터가 중앙을 향해 가는 길을 완벽히 막을 수는 없음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최소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칸 이상의 통로 필요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맵의 맨 끝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칸은 배치 불가능한 지역으로 판정됨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해당 위치에서 적 몬스터가 등장 예정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맵의 정중앙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2x2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칸은 배치 불가능한 지역으로 판정됨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플레이어 위치할 예정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0964BB4D-2729-4EBB-A950-A1655DDDDD6A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A4136020-009E-410A-B504-B46040E9F79B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5" name="사각형: 둥근 모서리 124">
            <a:extLst>
              <a:ext uri="{FF2B5EF4-FFF2-40B4-BE49-F238E27FC236}">
                <a16:creationId xmlns:a16="http://schemas.microsoft.com/office/drawing/2014/main" id="{64CFBD61-4101-429B-933C-A35308990A34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02375FE3-F44D-492E-BF5B-B280105370EE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27" name="그림 126">
            <a:extLst>
              <a:ext uri="{FF2B5EF4-FFF2-40B4-BE49-F238E27FC236}">
                <a16:creationId xmlns:a16="http://schemas.microsoft.com/office/drawing/2014/main" id="{98199542-597B-4E0A-88ED-D919B2B97A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F3D18BA5-3FEE-493E-8589-61E563F5B705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EFB26407-97F9-496F-8AE1-B31690CF428D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30" name="사각형: 둥근 모서리 129">
              <a:extLst>
                <a:ext uri="{FF2B5EF4-FFF2-40B4-BE49-F238E27FC236}">
                  <a16:creationId xmlns:a16="http://schemas.microsoft.com/office/drawing/2014/main" id="{735CA17F-2730-4C3C-BF6E-FE28D6FC6D99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31" name="TextBox 130">
            <a:extLst>
              <a:ext uri="{FF2B5EF4-FFF2-40B4-BE49-F238E27FC236}">
                <a16:creationId xmlns:a16="http://schemas.microsoft.com/office/drawing/2014/main" id="{FA01F3CF-F276-42D3-81E9-2C7932BA31B2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32" name="Picture 2" descr="돋보기 - 무료 도구 및기구개 아이콘">
            <a:extLst>
              <a:ext uri="{FF2B5EF4-FFF2-40B4-BE49-F238E27FC236}">
                <a16:creationId xmlns:a16="http://schemas.microsoft.com/office/drawing/2014/main" id="{C9AEC05C-09DB-4BC6-A16F-1599740698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3" name="직사각형 132">
            <a:extLst>
              <a:ext uri="{FF2B5EF4-FFF2-40B4-BE49-F238E27FC236}">
                <a16:creationId xmlns:a16="http://schemas.microsoft.com/office/drawing/2014/main" id="{55FFEE8A-A5F6-47CB-B421-715AA783328B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35F651E3-CA6D-419E-AD00-498F2F657172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24C64C45-9789-42EF-B35A-2DE0F77590D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6D8DA5C-FFCD-48DE-AF2E-9B0B6D0AECA2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B63B3CA7-8A82-4B65-9094-791C79C81ED7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7BBC8CF1-4246-45FD-BE8E-CCD880BB7BAA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40B17F87-EA25-45CC-BD37-8F49FE1073A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A10E3593-0FA3-4891-95C7-4E292CCCEAE7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</p:spTree>
    <p:extLst>
      <p:ext uri="{BB962C8B-B14F-4D97-AF65-F5344CB8AC3E}">
        <p14:creationId xmlns:p14="http://schemas.microsoft.com/office/powerpoint/2010/main" val="24184585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A3B20-554E-E650-6345-9A95FEF93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11C16090-400F-4FF6-748B-7216E6943F0D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F64E294-F8A7-2066-1829-AC908A98B8D1}"/>
              </a:ext>
            </a:extLst>
          </p:cNvPr>
          <p:cNvSpPr txBox="1"/>
          <p:nvPr/>
        </p:nvSpPr>
        <p:spPr>
          <a:xfrm>
            <a:off x="840746" y="513168"/>
            <a:ext cx="1544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2.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진행방식 점검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D61FCC1-69E1-CB13-779A-9756B0ED19B2}"/>
              </a:ext>
            </a:extLst>
          </p:cNvPr>
          <p:cNvSpPr txBox="1"/>
          <p:nvPr/>
        </p:nvSpPr>
        <p:spPr>
          <a:xfrm>
            <a:off x="745699" y="755794"/>
            <a:ext cx="24320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인게임 진행 방식</a:t>
            </a:r>
          </a:p>
        </p:txBody>
      </p:sp>
      <p:sp>
        <p:nvSpPr>
          <p:cNvPr id="913" name="직사각형 912">
            <a:extLst>
              <a:ext uri="{FF2B5EF4-FFF2-40B4-BE49-F238E27FC236}">
                <a16:creationId xmlns:a16="http://schemas.microsoft.com/office/drawing/2014/main" id="{51C990C4-2594-3E6F-FF6E-B960602A42DF}"/>
              </a:ext>
            </a:extLst>
          </p:cNvPr>
          <p:cNvSpPr/>
          <p:nvPr/>
        </p:nvSpPr>
        <p:spPr>
          <a:xfrm>
            <a:off x="903877" y="1546929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18" name="사각형: 둥근 모서리 917">
            <a:extLst>
              <a:ext uri="{FF2B5EF4-FFF2-40B4-BE49-F238E27FC236}">
                <a16:creationId xmlns:a16="http://schemas.microsoft.com/office/drawing/2014/main" id="{EB5B66BC-7EDA-AF4A-021B-31D32440B409}"/>
              </a:ext>
            </a:extLst>
          </p:cNvPr>
          <p:cNvSpPr/>
          <p:nvPr/>
        </p:nvSpPr>
        <p:spPr>
          <a:xfrm>
            <a:off x="946649" y="5314213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919" name="그림 918">
            <a:extLst>
              <a:ext uri="{FF2B5EF4-FFF2-40B4-BE49-F238E27FC236}">
                <a16:creationId xmlns:a16="http://schemas.microsoft.com/office/drawing/2014/main" id="{8B54FB13-0D5C-7EC5-F02A-3CB19EA81C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334" y="3419414"/>
            <a:ext cx="385031" cy="450981"/>
          </a:xfrm>
          <a:prstGeom prst="rect">
            <a:avLst/>
          </a:prstGeom>
        </p:spPr>
      </p:pic>
      <p:pic>
        <p:nvPicPr>
          <p:cNvPr id="920" name="Picture 6" descr="박쥐 게임 스프라이트 | 프리미엄 벡터">
            <a:extLst>
              <a:ext uri="{FF2B5EF4-FFF2-40B4-BE49-F238E27FC236}">
                <a16:creationId xmlns:a16="http://schemas.microsoft.com/office/drawing/2014/main" id="{16D1E263-7244-ABCB-9170-4C92AF2742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578962" y="2165768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1" name="Picture 6" descr="박쥐 게임 스프라이트 | 프리미엄 벡터">
            <a:extLst>
              <a:ext uri="{FF2B5EF4-FFF2-40B4-BE49-F238E27FC236}">
                <a16:creationId xmlns:a16="http://schemas.microsoft.com/office/drawing/2014/main" id="{4861C52E-089B-2E8A-3D47-667C1DCB1F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2348587" y="2134485"/>
            <a:ext cx="378357" cy="15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" name="Picture 6" descr="박쥐 게임 스프라이트 | 프리미엄 벡터">
            <a:extLst>
              <a:ext uri="{FF2B5EF4-FFF2-40B4-BE49-F238E27FC236}">
                <a16:creationId xmlns:a16="http://schemas.microsoft.com/office/drawing/2014/main" id="{FFCE7AAD-A59E-0340-C95E-229C5FA6ED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540823" y="2466795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5" name="Picture 6" descr="박쥐 게임 스프라이트 | 프리미엄 벡터">
            <a:extLst>
              <a:ext uri="{FF2B5EF4-FFF2-40B4-BE49-F238E27FC236}">
                <a16:creationId xmlns:a16="http://schemas.microsoft.com/office/drawing/2014/main" id="{FFBBF76B-B185-79E2-A8AB-1B953E25E0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813632" y="4615182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6" name="Picture 6" descr="박쥐 게임 스프라이트 | 프리미엄 벡터">
            <a:extLst>
              <a:ext uri="{FF2B5EF4-FFF2-40B4-BE49-F238E27FC236}">
                <a16:creationId xmlns:a16="http://schemas.microsoft.com/office/drawing/2014/main" id="{1AFC26D6-1F2C-8E47-9180-4A33685DE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2348587" y="2530524"/>
            <a:ext cx="378357" cy="15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7" name="Picture 6" descr="박쥐 게임 스프라이트 | 프리미엄 벡터">
            <a:extLst>
              <a:ext uri="{FF2B5EF4-FFF2-40B4-BE49-F238E27FC236}">
                <a16:creationId xmlns:a16="http://schemas.microsoft.com/office/drawing/2014/main" id="{F409981B-710E-3D06-343C-D99E29C4FA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080471" y="4333781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8" name="Picture 6" descr="박쥐 게임 스프라이트 | 프리미엄 벡터">
            <a:extLst>
              <a:ext uri="{FF2B5EF4-FFF2-40B4-BE49-F238E27FC236}">
                <a16:creationId xmlns:a16="http://schemas.microsoft.com/office/drawing/2014/main" id="{755FF66D-9539-1A09-EBDD-B9BF859DF8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943086" y="3126672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9" name="Picture 6" descr="박쥐 게임 스프라이트 | 프리미엄 벡터">
            <a:extLst>
              <a:ext uri="{FF2B5EF4-FFF2-40B4-BE49-F238E27FC236}">
                <a16:creationId xmlns:a16="http://schemas.microsoft.com/office/drawing/2014/main" id="{3C65D18F-D997-B4FB-185C-BE308F6291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1368848" y="4723454"/>
            <a:ext cx="595547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30" name="Picture 6" descr="박쥐 게임 스프라이트 | 프리미엄 벡터">
            <a:extLst>
              <a:ext uri="{FF2B5EF4-FFF2-40B4-BE49-F238E27FC236}">
                <a16:creationId xmlns:a16="http://schemas.microsoft.com/office/drawing/2014/main" id="{86A1FD93-19FB-18F4-17F8-DC3B50C62F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116836" y="4004491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31" name="Picture 6" descr="박쥐 게임 스프라이트 | 프리미엄 벡터">
            <a:extLst>
              <a:ext uri="{FF2B5EF4-FFF2-40B4-BE49-F238E27FC236}">
                <a16:creationId xmlns:a16="http://schemas.microsoft.com/office/drawing/2014/main" id="{020F85AB-1CAD-F995-CAF7-B18DF66A84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2609806" y="4665991"/>
            <a:ext cx="690773" cy="278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32" name="그룹 931">
            <a:extLst>
              <a:ext uri="{FF2B5EF4-FFF2-40B4-BE49-F238E27FC236}">
                <a16:creationId xmlns:a16="http://schemas.microsoft.com/office/drawing/2014/main" id="{AAFDE892-8563-18A0-9D62-7DF2672A646A}"/>
              </a:ext>
            </a:extLst>
          </p:cNvPr>
          <p:cNvGrpSpPr/>
          <p:nvPr/>
        </p:nvGrpSpPr>
        <p:grpSpPr>
          <a:xfrm>
            <a:off x="2528292" y="3304397"/>
            <a:ext cx="440651" cy="651758"/>
            <a:chOff x="10529392" y="3206783"/>
            <a:chExt cx="253716" cy="375266"/>
          </a:xfrm>
        </p:grpSpPr>
        <p:grpSp>
          <p:nvGrpSpPr>
            <p:cNvPr id="1020" name="그룹 1019">
              <a:extLst>
                <a:ext uri="{FF2B5EF4-FFF2-40B4-BE49-F238E27FC236}">
                  <a16:creationId xmlns:a16="http://schemas.microsoft.com/office/drawing/2014/main" id="{F2299DBA-7622-CDE6-D560-7434A423DAE2}"/>
                </a:ext>
              </a:extLst>
            </p:cNvPr>
            <p:cNvGrpSpPr/>
            <p:nvPr/>
          </p:nvGrpSpPr>
          <p:grpSpPr>
            <a:xfrm>
              <a:off x="10529392" y="3206783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22" name="직사각형 1021">
                <a:extLst>
                  <a:ext uri="{FF2B5EF4-FFF2-40B4-BE49-F238E27FC236}">
                    <a16:creationId xmlns:a16="http://schemas.microsoft.com/office/drawing/2014/main" id="{311941BB-D25B-C6E7-C95A-3181D8D689EE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3" name="직사각형 1022">
                <a:extLst>
                  <a:ext uri="{FF2B5EF4-FFF2-40B4-BE49-F238E27FC236}">
                    <a16:creationId xmlns:a16="http://schemas.microsoft.com/office/drawing/2014/main" id="{851FC5D5-263E-B023-A6AA-0E2F15978004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4" name="직사각형 1023">
                <a:extLst>
                  <a:ext uri="{FF2B5EF4-FFF2-40B4-BE49-F238E27FC236}">
                    <a16:creationId xmlns:a16="http://schemas.microsoft.com/office/drawing/2014/main" id="{14DE165E-F697-89D1-153B-717D49AC5948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5" name="직사각형 1024">
                <a:extLst>
                  <a:ext uri="{FF2B5EF4-FFF2-40B4-BE49-F238E27FC236}">
                    <a16:creationId xmlns:a16="http://schemas.microsoft.com/office/drawing/2014/main" id="{FA48D2B7-EDC4-FC66-BD89-7E02CE00D39B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6" name="직사각형 1025">
                <a:extLst>
                  <a:ext uri="{FF2B5EF4-FFF2-40B4-BE49-F238E27FC236}">
                    <a16:creationId xmlns:a16="http://schemas.microsoft.com/office/drawing/2014/main" id="{2466069E-4165-18AA-29E7-2F0EEE339D6E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7" name="직사각형 1026">
                <a:extLst>
                  <a:ext uri="{FF2B5EF4-FFF2-40B4-BE49-F238E27FC236}">
                    <a16:creationId xmlns:a16="http://schemas.microsoft.com/office/drawing/2014/main" id="{ADB16E63-F570-EA62-8ECE-FE152016EDBF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021" name="그림 1020">
              <a:extLst>
                <a:ext uri="{FF2B5EF4-FFF2-40B4-BE49-F238E27FC236}">
                  <a16:creationId xmlns:a16="http://schemas.microsoft.com/office/drawing/2014/main" id="{68935075-14AA-8290-EC59-E645E29BB0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71056" y="3296095"/>
              <a:ext cx="167686" cy="147049"/>
            </a:xfrm>
            <a:prstGeom prst="rect">
              <a:avLst/>
            </a:prstGeom>
          </p:spPr>
        </p:pic>
      </p:grpSp>
      <p:grpSp>
        <p:nvGrpSpPr>
          <p:cNvPr id="933" name="그룹 932">
            <a:extLst>
              <a:ext uri="{FF2B5EF4-FFF2-40B4-BE49-F238E27FC236}">
                <a16:creationId xmlns:a16="http://schemas.microsoft.com/office/drawing/2014/main" id="{99355482-7CFB-DE56-554F-52F70A457329}"/>
              </a:ext>
            </a:extLst>
          </p:cNvPr>
          <p:cNvGrpSpPr/>
          <p:nvPr/>
        </p:nvGrpSpPr>
        <p:grpSpPr>
          <a:xfrm>
            <a:off x="2094091" y="2663063"/>
            <a:ext cx="440651" cy="651758"/>
            <a:chOff x="10290996" y="2826696"/>
            <a:chExt cx="253716" cy="375266"/>
          </a:xfrm>
        </p:grpSpPr>
        <p:grpSp>
          <p:nvGrpSpPr>
            <p:cNvPr id="1012" name="그룹 1011">
              <a:extLst>
                <a:ext uri="{FF2B5EF4-FFF2-40B4-BE49-F238E27FC236}">
                  <a16:creationId xmlns:a16="http://schemas.microsoft.com/office/drawing/2014/main" id="{CC9DEEB3-A283-5FE2-8169-8971E06E59A4}"/>
                </a:ext>
              </a:extLst>
            </p:cNvPr>
            <p:cNvGrpSpPr/>
            <p:nvPr/>
          </p:nvGrpSpPr>
          <p:grpSpPr>
            <a:xfrm>
              <a:off x="10290996" y="2826696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14" name="직사각형 1013">
                <a:extLst>
                  <a:ext uri="{FF2B5EF4-FFF2-40B4-BE49-F238E27FC236}">
                    <a16:creationId xmlns:a16="http://schemas.microsoft.com/office/drawing/2014/main" id="{AAF14EFB-008D-287C-CC55-DA6D8708F992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5" name="직사각형 1014">
                <a:extLst>
                  <a:ext uri="{FF2B5EF4-FFF2-40B4-BE49-F238E27FC236}">
                    <a16:creationId xmlns:a16="http://schemas.microsoft.com/office/drawing/2014/main" id="{AA9AEB7A-06FE-C7F8-F393-5BF1B7B8762F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6" name="직사각형 1015">
                <a:extLst>
                  <a:ext uri="{FF2B5EF4-FFF2-40B4-BE49-F238E27FC236}">
                    <a16:creationId xmlns:a16="http://schemas.microsoft.com/office/drawing/2014/main" id="{64455B2A-F2BB-8B7F-069A-3CFA3A9BF43E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7" name="직사각형 1016">
                <a:extLst>
                  <a:ext uri="{FF2B5EF4-FFF2-40B4-BE49-F238E27FC236}">
                    <a16:creationId xmlns:a16="http://schemas.microsoft.com/office/drawing/2014/main" id="{017DA07A-7D82-4716-6D38-7FF0F0A908B9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8" name="직사각형 1017">
                <a:extLst>
                  <a:ext uri="{FF2B5EF4-FFF2-40B4-BE49-F238E27FC236}">
                    <a16:creationId xmlns:a16="http://schemas.microsoft.com/office/drawing/2014/main" id="{155380DE-FD31-DDDD-5839-C371C894BF00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9" name="직사각형 1018">
                <a:extLst>
                  <a:ext uri="{FF2B5EF4-FFF2-40B4-BE49-F238E27FC236}">
                    <a16:creationId xmlns:a16="http://schemas.microsoft.com/office/drawing/2014/main" id="{2EA3E95C-E8D4-483E-2AF3-9C63CC1BBDA1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013" name="그림 1012">
              <a:extLst>
                <a:ext uri="{FF2B5EF4-FFF2-40B4-BE49-F238E27FC236}">
                  <a16:creationId xmlns:a16="http://schemas.microsoft.com/office/drawing/2014/main" id="{15D88204-1BE7-D776-DB22-98ED5632745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32660" y="2916008"/>
              <a:ext cx="167686" cy="147049"/>
            </a:xfrm>
            <a:prstGeom prst="rect">
              <a:avLst/>
            </a:prstGeom>
          </p:spPr>
        </p:pic>
      </p:grpSp>
      <p:grpSp>
        <p:nvGrpSpPr>
          <p:cNvPr id="934" name="그룹 933">
            <a:extLst>
              <a:ext uri="{FF2B5EF4-FFF2-40B4-BE49-F238E27FC236}">
                <a16:creationId xmlns:a16="http://schemas.microsoft.com/office/drawing/2014/main" id="{B98F6645-2657-061D-F4C2-7D392424636C}"/>
              </a:ext>
            </a:extLst>
          </p:cNvPr>
          <p:cNvGrpSpPr/>
          <p:nvPr/>
        </p:nvGrpSpPr>
        <p:grpSpPr>
          <a:xfrm>
            <a:off x="1661726" y="2882778"/>
            <a:ext cx="440651" cy="431186"/>
            <a:chOff x="10031415" y="2950781"/>
            <a:chExt cx="253716" cy="248266"/>
          </a:xfrm>
        </p:grpSpPr>
        <p:grpSp>
          <p:nvGrpSpPr>
            <p:cNvPr id="1006" name="그룹 1005">
              <a:extLst>
                <a:ext uri="{FF2B5EF4-FFF2-40B4-BE49-F238E27FC236}">
                  <a16:creationId xmlns:a16="http://schemas.microsoft.com/office/drawing/2014/main" id="{B2818C0B-5ABD-6373-176B-63B2F78CF7AF}"/>
                </a:ext>
              </a:extLst>
            </p:cNvPr>
            <p:cNvGrpSpPr/>
            <p:nvPr/>
          </p:nvGrpSpPr>
          <p:grpSpPr>
            <a:xfrm>
              <a:off x="10031415" y="2950781"/>
              <a:ext cx="253716" cy="248266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08" name="직사각형 1007">
                <a:extLst>
                  <a:ext uri="{FF2B5EF4-FFF2-40B4-BE49-F238E27FC236}">
                    <a16:creationId xmlns:a16="http://schemas.microsoft.com/office/drawing/2014/main" id="{9016613C-915A-A1C8-19F8-4788E1475251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9" name="직사각형 1008">
                <a:extLst>
                  <a:ext uri="{FF2B5EF4-FFF2-40B4-BE49-F238E27FC236}">
                    <a16:creationId xmlns:a16="http://schemas.microsoft.com/office/drawing/2014/main" id="{CADC6565-B75F-F251-3446-A6302E2001C9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0" name="직사각형 1009">
                <a:extLst>
                  <a:ext uri="{FF2B5EF4-FFF2-40B4-BE49-F238E27FC236}">
                    <a16:creationId xmlns:a16="http://schemas.microsoft.com/office/drawing/2014/main" id="{55D38D6D-F015-0B13-C8ED-A1940DA52EAE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1" name="직사각형 1010">
                <a:extLst>
                  <a:ext uri="{FF2B5EF4-FFF2-40B4-BE49-F238E27FC236}">
                    <a16:creationId xmlns:a16="http://schemas.microsoft.com/office/drawing/2014/main" id="{2D71C489-6B50-1804-1AED-099441AC3D5A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007" name="그림 1006">
              <a:extLst>
                <a:ext uri="{FF2B5EF4-FFF2-40B4-BE49-F238E27FC236}">
                  <a16:creationId xmlns:a16="http://schemas.microsoft.com/office/drawing/2014/main" id="{97EB9A0C-EAB1-6443-3241-C0AAA44E962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73079" y="3001932"/>
              <a:ext cx="167686" cy="147049"/>
            </a:xfrm>
            <a:prstGeom prst="rect">
              <a:avLst/>
            </a:prstGeom>
          </p:spPr>
        </p:pic>
      </p:grpSp>
      <p:grpSp>
        <p:nvGrpSpPr>
          <p:cNvPr id="935" name="그룹 934">
            <a:extLst>
              <a:ext uri="{FF2B5EF4-FFF2-40B4-BE49-F238E27FC236}">
                <a16:creationId xmlns:a16="http://schemas.microsoft.com/office/drawing/2014/main" id="{593E7870-2BF2-19D3-F951-06D13E83E6FC}"/>
              </a:ext>
            </a:extLst>
          </p:cNvPr>
          <p:cNvGrpSpPr/>
          <p:nvPr/>
        </p:nvGrpSpPr>
        <p:grpSpPr>
          <a:xfrm>
            <a:off x="2109902" y="3949251"/>
            <a:ext cx="440651" cy="651758"/>
            <a:chOff x="10529392" y="3206783"/>
            <a:chExt cx="253716" cy="375266"/>
          </a:xfrm>
        </p:grpSpPr>
        <p:grpSp>
          <p:nvGrpSpPr>
            <p:cNvPr id="998" name="그룹 997">
              <a:extLst>
                <a:ext uri="{FF2B5EF4-FFF2-40B4-BE49-F238E27FC236}">
                  <a16:creationId xmlns:a16="http://schemas.microsoft.com/office/drawing/2014/main" id="{38A0EDF8-7040-9C3E-66F3-ED3A90D52428}"/>
                </a:ext>
              </a:extLst>
            </p:cNvPr>
            <p:cNvGrpSpPr/>
            <p:nvPr/>
          </p:nvGrpSpPr>
          <p:grpSpPr>
            <a:xfrm>
              <a:off x="10529392" y="3206783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00" name="직사각형 999">
                <a:extLst>
                  <a:ext uri="{FF2B5EF4-FFF2-40B4-BE49-F238E27FC236}">
                    <a16:creationId xmlns:a16="http://schemas.microsoft.com/office/drawing/2014/main" id="{917AC9CF-61A6-A261-85A4-8B02CB5EBB9A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1" name="직사각형 1000">
                <a:extLst>
                  <a:ext uri="{FF2B5EF4-FFF2-40B4-BE49-F238E27FC236}">
                    <a16:creationId xmlns:a16="http://schemas.microsoft.com/office/drawing/2014/main" id="{B1A57B4D-5538-29EC-51BA-A2C9A58A3BC7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2" name="직사각형 1001">
                <a:extLst>
                  <a:ext uri="{FF2B5EF4-FFF2-40B4-BE49-F238E27FC236}">
                    <a16:creationId xmlns:a16="http://schemas.microsoft.com/office/drawing/2014/main" id="{68E20A29-5145-196C-BE82-8EDF7F0CDEFB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3" name="직사각형 1002">
                <a:extLst>
                  <a:ext uri="{FF2B5EF4-FFF2-40B4-BE49-F238E27FC236}">
                    <a16:creationId xmlns:a16="http://schemas.microsoft.com/office/drawing/2014/main" id="{D5931310-2B9D-D714-CC24-BCE20C87ED28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4" name="직사각형 1003">
                <a:extLst>
                  <a:ext uri="{FF2B5EF4-FFF2-40B4-BE49-F238E27FC236}">
                    <a16:creationId xmlns:a16="http://schemas.microsoft.com/office/drawing/2014/main" id="{6311A7C2-A7D3-950B-CE0F-F9EFF3DDED84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5" name="직사각형 1004">
                <a:extLst>
                  <a:ext uri="{FF2B5EF4-FFF2-40B4-BE49-F238E27FC236}">
                    <a16:creationId xmlns:a16="http://schemas.microsoft.com/office/drawing/2014/main" id="{007F313D-D1FB-7DCC-D46E-1D65061005A5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999" name="그림 998">
              <a:extLst>
                <a:ext uri="{FF2B5EF4-FFF2-40B4-BE49-F238E27FC236}">
                  <a16:creationId xmlns:a16="http://schemas.microsoft.com/office/drawing/2014/main" id="{1EAFE00F-6EFC-121D-72EE-2CE7E5B4F9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71056" y="3296095"/>
              <a:ext cx="167686" cy="147049"/>
            </a:xfrm>
            <a:prstGeom prst="rect">
              <a:avLst/>
            </a:prstGeom>
          </p:spPr>
        </p:pic>
      </p:grpSp>
      <p:grpSp>
        <p:nvGrpSpPr>
          <p:cNvPr id="936" name="그룹 935">
            <a:extLst>
              <a:ext uri="{FF2B5EF4-FFF2-40B4-BE49-F238E27FC236}">
                <a16:creationId xmlns:a16="http://schemas.microsoft.com/office/drawing/2014/main" id="{71398EFA-AAA6-4C84-D311-3262DE4D6C35}"/>
              </a:ext>
            </a:extLst>
          </p:cNvPr>
          <p:cNvGrpSpPr/>
          <p:nvPr/>
        </p:nvGrpSpPr>
        <p:grpSpPr>
          <a:xfrm>
            <a:off x="1672636" y="3950975"/>
            <a:ext cx="440651" cy="431186"/>
            <a:chOff x="10031415" y="2950781"/>
            <a:chExt cx="253716" cy="248266"/>
          </a:xfrm>
        </p:grpSpPr>
        <p:grpSp>
          <p:nvGrpSpPr>
            <p:cNvPr id="992" name="그룹 991">
              <a:extLst>
                <a:ext uri="{FF2B5EF4-FFF2-40B4-BE49-F238E27FC236}">
                  <a16:creationId xmlns:a16="http://schemas.microsoft.com/office/drawing/2014/main" id="{56C61A05-F177-C785-3F97-05E424B0B226}"/>
                </a:ext>
              </a:extLst>
            </p:cNvPr>
            <p:cNvGrpSpPr/>
            <p:nvPr/>
          </p:nvGrpSpPr>
          <p:grpSpPr>
            <a:xfrm>
              <a:off x="10031415" y="2950781"/>
              <a:ext cx="253716" cy="248266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994" name="직사각형 993">
                <a:extLst>
                  <a:ext uri="{FF2B5EF4-FFF2-40B4-BE49-F238E27FC236}">
                    <a16:creationId xmlns:a16="http://schemas.microsoft.com/office/drawing/2014/main" id="{74E5EB9A-9FEF-40CE-4060-4DDD9F21A3FF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5" name="직사각형 994">
                <a:extLst>
                  <a:ext uri="{FF2B5EF4-FFF2-40B4-BE49-F238E27FC236}">
                    <a16:creationId xmlns:a16="http://schemas.microsoft.com/office/drawing/2014/main" id="{8E3B8D49-14BF-CE23-20A9-C0D2CB100F5E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6" name="직사각형 995">
                <a:extLst>
                  <a:ext uri="{FF2B5EF4-FFF2-40B4-BE49-F238E27FC236}">
                    <a16:creationId xmlns:a16="http://schemas.microsoft.com/office/drawing/2014/main" id="{6194E323-49B5-8196-D306-35A162FB2EAA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7" name="직사각형 996">
                <a:extLst>
                  <a:ext uri="{FF2B5EF4-FFF2-40B4-BE49-F238E27FC236}">
                    <a16:creationId xmlns:a16="http://schemas.microsoft.com/office/drawing/2014/main" id="{B1814297-2E63-D78F-340E-6317A105DF4F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993" name="그림 992">
              <a:extLst>
                <a:ext uri="{FF2B5EF4-FFF2-40B4-BE49-F238E27FC236}">
                  <a16:creationId xmlns:a16="http://schemas.microsoft.com/office/drawing/2014/main" id="{32FB8162-4636-F7BB-6049-EF629B122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73079" y="3001932"/>
              <a:ext cx="167686" cy="147049"/>
            </a:xfrm>
            <a:prstGeom prst="rect">
              <a:avLst/>
            </a:prstGeom>
          </p:spPr>
        </p:pic>
      </p:grpSp>
      <p:sp>
        <p:nvSpPr>
          <p:cNvPr id="937" name="사각형: 둥근 모서리 936">
            <a:extLst>
              <a:ext uri="{FF2B5EF4-FFF2-40B4-BE49-F238E27FC236}">
                <a16:creationId xmlns:a16="http://schemas.microsoft.com/office/drawing/2014/main" id="{3B33D145-E2F0-C2A3-4A3A-A12BCFE01C96}"/>
              </a:ext>
            </a:extLst>
          </p:cNvPr>
          <p:cNvSpPr/>
          <p:nvPr/>
        </p:nvSpPr>
        <p:spPr>
          <a:xfrm>
            <a:off x="945492" y="5306932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grpSp>
        <p:nvGrpSpPr>
          <p:cNvPr id="938" name="그룹 937">
            <a:extLst>
              <a:ext uri="{FF2B5EF4-FFF2-40B4-BE49-F238E27FC236}">
                <a16:creationId xmlns:a16="http://schemas.microsoft.com/office/drawing/2014/main" id="{EAF3C025-9536-FA2B-39EC-BB4C3442156C}"/>
              </a:ext>
            </a:extLst>
          </p:cNvPr>
          <p:cNvGrpSpPr/>
          <p:nvPr/>
        </p:nvGrpSpPr>
        <p:grpSpPr>
          <a:xfrm>
            <a:off x="1003095" y="5336604"/>
            <a:ext cx="426463" cy="142494"/>
            <a:chOff x="5645144" y="3140870"/>
            <a:chExt cx="249768" cy="110534"/>
          </a:xfrm>
        </p:grpSpPr>
        <p:sp>
          <p:nvSpPr>
            <p:cNvPr id="990" name="사각형: 둥근 모서리 989">
              <a:extLst>
                <a:ext uri="{FF2B5EF4-FFF2-40B4-BE49-F238E27FC236}">
                  <a16:creationId xmlns:a16="http://schemas.microsoft.com/office/drawing/2014/main" id="{25CE85F5-4CC3-D3B4-4304-0CC964B5EC3B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991" name="사각형: 둥근 모서리 990">
              <a:extLst>
                <a:ext uri="{FF2B5EF4-FFF2-40B4-BE49-F238E27FC236}">
                  <a16:creationId xmlns:a16="http://schemas.microsoft.com/office/drawing/2014/main" id="{0F7C67C4-4947-9416-EDF5-D4F67299354B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939" name="그림 938">
            <a:extLst>
              <a:ext uri="{FF2B5EF4-FFF2-40B4-BE49-F238E27FC236}">
                <a16:creationId xmlns:a16="http://schemas.microsoft.com/office/drawing/2014/main" id="{DFBCF4BC-9522-09D9-DADF-11514BBFB4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258" y="5331176"/>
            <a:ext cx="174868" cy="153348"/>
          </a:xfrm>
          <a:prstGeom prst="rect">
            <a:avLst/>
          </a:prstGeom>
        </p:spPr>
      </p:pic>
      <p:grpSp>
        <p:nvGrpSpPr>
          <p:cNvPr id="940" name="그룹 939">
            <a:extLst>
              <a:ext uri="{FF2B5EF4-FFF2-40B4-BE49-F238E27FC236}">
                <a16:creationId xmlns:a16="http://schemas.microsoft.com/office/drawing/2014/main" id="{ADC703ED-FAC8-0564-BC49-9BCC4AE21414}"/>
              </a:ext>
            </a:extLst>
          </p:cNvPr>
          <p:cNvGrpSpPr/>
          <p:nvPr/>
        </p:nvGrpSpPr>
        <p:grpSpPr>
          <a:xfrm>
            <a:off x="1490445" y="5336604"/>
            <a:ext cx="426463" cy="142494"/>
            <a:chOff x="5645144" y="3140870"/>
            <a:chExt cx="249768" cy="110534"/>
          </a:xfrm>
        </p:grpSpPr>
        <p:sp>
          <p:nvSpPr>
            <p:cNvPr id="988" name="사각형: 둥근 모서리 987">
              <a:extLst>
                <a:ext uri="{FF2B5EF4-FFF2-40B4-BE49-F238E27FC236}">
                  <a16:creationId xmlns:a16="http://schemas.microsoft.com/office/drawing/2014/main" id="{1AEDF032-5B15-E0E6-01B0-B4D3A8E27D0A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989" name="사각형: 둥근 모서리 988">
              <a:extLst>
                <a:ext uri="{FF2B5EF4-FFF2-40B4-BE49-F238E27FC236}">
                  <a16:creationId xmlns:a16="http://schemas.microsoft.com/office/drawing/2014/main" id="{B25AC891-8333-0CF5-967C-183830B2C7F5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941" name="그림 940">
            <a:extLst>
              <a:ext uri="{FF2B5EF4-FFF2-40B4-BE49-F238E27FC236}">
                <a16:creationId xmlns:a16="http://schemas.microsoft.com/office/drawing/2014/main" id="{03A8618B-5F93-757D-A936-EDACA72A9B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7608" y="5331176"/>
            <a:ext cx="174868" cy="153348"/>
          </a:xfrm>
          <a:prstGeom prst="rect">
            <a:avLst/>
          </a:prstGeom>
        </p:spPr>
      </p:pic>
      <p:grpSp>
        <p:nvGrpSpPr>
          <p:cNvPr id="942" name="그룹 941">
            <a:extLst>
              <a:ext uri="{FF2B5EF4-FFF2-40B4-BE49-F238E27FC236}">
                <a16:creationId xmlns:a16="http://schemas.microsoft.com/office/drawing/2014/main" id="{736969C1-81D2-E346-6AD4-90581B4748D1}"/>
              </a:ext>
            </a:extLst>
          </p:cNvPr>
          <p:cNvGrpSpPr/>
          <p:nvPr/>
        </p:nvGrpSpPr>
        <p:grpSpPr>
          <a:xfrm>
            <a:off x="1977795" y="5336604"/>
            <a:ext cx="426463" cy="142494"/>
            <a:chOff x="5645144" y="3140870"/>
            <a:chExt cx="249768" cy="110534"/>
          </a:xfrm>
        </p:grpSpPr>
        <p:sp>
          <p:nvSpPr>
            <p:cNvPr id="986" name="사각형: 둥근 모서리 985">
              <a:extLst>
                <a:ext uri="{FF2B5EF4-FFF2-40B4-BE49-F238E27FC236}">
                  <a16:creationId xmlns:a16="http://schemas.microsoft.com/office/drawing/2014/main" id="{D4190807-9A98-27A8-7F31-4F9EF08D31C4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987" name="사각형: 둥근 모서리 986">
              <a:extLst>
                <a:ext uri="{FF2B5EF4-FFF2-40B4-BE49-F238E27FC236}">
                  <a16:creationId xmlns:a16="http://schemas.microsoft.com/office/drawing/2014/main" id="{5D7604BA-8D65-5D61-7E98-5481EA1D9F7E}"/>
                </a:ext>
              </a:extLst>
            </p:cNvPr>
            <p:cNvSpPr/>
            <p:nvPr/>
          </p:nvSpPr>
          <p:spPr>
            <a:xfrm>
              <a:off x="5645145" y="3140870"/>
              <a:ext cx="127670" cy="110534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943" name="그림 942">
            <a:extLst>
              <a:ext uri="{FF2B5EF4-FFF2-40B4-BE49-F238E27FC236}">
                <a16:creationId xmlns:a16="http://schemas.microsoft.com/office/drawing/2014/main" id="{6C66BD95-60B2-D3B9-E0B2-AEF8505E4C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4958" y="5331176"/>
            <a:ext cx="174868" cy="153348"/>
          </a:xfrm>
          <a:prstGeom prst="rect">
            <a:avLst/>
          </a:prstGeom>
        </p:spPr>
      </p:pic>
      <p:sp>
        <p:nvSpPr>
          <p:cNvPr id="944" name="사각형: 둥근 모서리 943">
            <a:extLst>
              <a:ext uri="{FF2B5EF4-FFF2-40B4-BE49-F238E27FC236}">
                <a16:creationId xmlns:a16="http://schemas.microsoft.com/office/drawing/2014/main" id="{F0E12BEF-D751-8C1B-A7DC-D98C9C9F65FE}"/>
              </a:ext>
            </a:extLst>
          </p:cNvPr>
          <p:cNvSpPr/>
          <p:nvPr/>
        </p:nvSpPr>
        <p:spPr>
          <a:xfrm>
            <a:off x="2465148" y="5336604"/>
            <a:ext cx="426462" cy="142494"/>
          </a:xfrm>
          <a:prstGeom prst="roundRect">
            <a:avLst/>
          </a:prstGeom>
          <a:solidFill>
            <a:srgbClr val="1A0C2F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945" name="그림 944">
            <a:extLst>
              <a:ext uri="{FF2B5EF4-FFF2-40B4-BE49-F238E27FC236}">
                <a16:creationId xmlns:a16="http://schemas.microsoft.com/office/drawing/2014/main" id="{379E1186-C2D0-8040-F508-B61FCC9550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2308" y="5331176"/>
            <a:ext cx="174868" cy="153348"/>
          </a:xfrm>
          <a:prstGeom prst="rect">
            <a:avLst/>
          </a:prstGeom>
        </p:spPr>
      </p:pic>
      <p:sp>
        <p:nvSpPr>
          <p:cNvPr id="946" name="직사각형 945">
            <a:extLst>
              <a:ext uri="{FF2B5EF4-FFF2-40B4-BE49-F238E27FC236}">
                <a16:creationId xmlns:a16="http://schemas.microsoft.com/office/drawing/2014/main" id="{82D24745-CFAD-2037-F643-4202471FFFC7}"/>
              </a:ext>
            </a:extLst>
          </p:cNvPr>
          <p:cNvSpPr/>
          <p:nvPr/>
        </p:nvSpPr>
        <p:spPr>
          <a:xfrm>
            <a:off x="1488714" y="5553020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947" name="그룹 946">
            <a:extLst>
              <a:ext uri="{FF2B5EF4-FFF2-40B4-BE49-F238E27FC236}">
                <a16:creationId xmlns:a16="http://schemas.microsoft.com/office/drawing/2014/main" id="{A8A84970-876A-3CB6-CC92-E65D383233FD}"/>
              </a:ext>
            </a:extLst>
          </p:cNvPr>
          <p:cNvGrpSpPr/>
          <p:nvPr/>
        </p:nvGrpSpPr>
        <p:grpSpPr>
          <a:xfrm>
            <a:off x="1577487" y="5659317"/>
            <a:ext cx="238478" cy="233355"/>
            <a:chOff x="10356957" y="4935575"/>
            <a:chExt cx="321867" cy="314954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982" name="직사각형 981">
              <a:extLst>
                <a:ext uri="{FF2B5EF4-FFF2-40B4-BE49-F238E27FC236}">
                  <a16:creationId xmlns:a16="http://schemas.microsoft.com/office/drawing/2014/main" id="{E395CC5A-612B-5DA1-61AA-F432129FA49D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83" name="직사각형 982">
              <a:extLst>
                <a:ext uri="{FF2B5EF4-FFF2-40B4-BE49-F238E27FC236}">
                  <a16:creationId xmlns:a16="http://schemas.microsoft.com/office/drawing/2014/main" id="{7AFC4EB0-81CE-29F1-8E96-E94CE47E95EB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84" name="직사각형 983">
              <a:extLst>
                <a:ext uri="{FF2B5EF4-FFF2-40B4-BE49-F238E27FC236}">
                  <a16:creationId xmlns:a16="http://schemas.microsoft.com/office/drawing/2014/main" id="{55A4FC15-C5E7-AC94-8AE3-0668BF6C5CE7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85" name="직사각형 984">
              <a:extLst>
                <a:ext uri="{FF2B5EF4-FFF2-40B4-BE49-F238E27FC236}">
                  <a16:creationId xmlns:a16="http://schemas.microsoft.com/office/drawing/2014/main" id="{8AB840BF-40F3-A3EB-D17B-7A63DD9D3E22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948" name="그림 947">
            <a:extLst>
              <a:ext uri="{FF2B5EF4-FFF2-40B4-BE49-F238E27FC236}">
                <a16:creationId xmlns:a16="http://schemas.microsoft.com/office/drawing/2014/main" id="{D1716292-97EE-566E-07A6-D01DA6C72BC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6648" y="5707396"/>
            <a:ext cx="157615" cy="138217"/>
          </a:xfrm>
          <a:prstGeom prst="rect">
            <a:avLst/>
          </a:prstGeom>
        </p:spPr>
      </p:pic>
      <p:sp>
        <p:nvSpPr>
          <p:cNvPr id="949" name="직사각형 948">
            <a:extLst>
              <a:ext uri="{FF2B5EF4-FFF2-40B4-BE49-F238E27FC236}">
                <a16:creationId xmlns:a16="http://schemas.microsoft.com/office/drawing/2014/main" id="{DDEFE843-EC02-41A0-C1F4-74D1E77B1269}"/>
              </a:ext>
            </a:extLst>
          </p:cNvPr>
          <p:cNvSpPr/>
          <p:nvPr/>
        </p:nvSpPr>
        <p:spPr>
          <a:xfrm>
            <a:off x="1973866" y="5553020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950" name="그룹 949">
            <a:extLst>
              <a:ext uri="{FF2B5EF4-FFF2-40B4-BE49-F238E27FC236}">
                <a16:creationId xmlns:a16="http://schemas.microsoft.com/office/drawing/2014/main" id="{9CAE90DF-8AD0-3DFF-4C49-5D1C54A38B3B}"/>
              </a:ext>
            </a:extLst>
          </p:cNvPr>
          <p:cNvGrpSpPr/>
          <p:nvPr/>
        </p:nvGrpSpPr>
        <p:grpSpPr>
          <a:xfrm>
            <a:off x="2062639" y="5594927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976" name="직사각형 975">
              <a:extLst>
                <a:ext uri="{FF2B5EF4-FFF2-40B4-BE49-F238E27FC236}">
                  <a16:creationId xmlns:a16="http://schemas.microsoft.com/office/drawing/2014/main" id="{C32D7C84-B9D3-7F75-52E2-807E52C47DD5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7" name="직사각형 976">
              <a:extLst>
                <a:ext uri="{FF2B5EF4-FFF2-40B4-BE49-F238E27FC236}">
                  <a16:creationId xmlns:a16="http://schemas.microsoft.com/office/drawing/2014/main" id="{3D893705-D68F-8CFD-38EF-075587233939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8" name="직사각형 977">
              <a:extLst>
                <a:ext uri="{FF2B5EF4-FFF2-40B4-BE49-F238E27FC236}">
                  <a16:creationId xmlns:a16="http://schemas.microsoft.com/office/drawing/2014/main" id="{E488E77E-AD4F-1165-0CE2-D4DB6FA0BA5B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9" name="직사각형 978">
              <a:extLst>
                <a:ext uri="{FF2B5EF4-FFF2-40B4-BE49-F238E27FC236}">
                  <a16:creationId xmlns:a16="http://schemas.microsoft.com/office/drawing/2014/main" id="{2DCE19B0-E576-8603-6317-244819414604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80" name="직사각형 979">
              <a:extLst>
                <a:ext uri="{FF2B5EF4-FFF2-40B4-BE49-F238E27FC236}">
                  <a16:creationId xmlns:a16="http://schemas.microsoft.com/office/drawing/2014/main" id="{36558A15-E4B3-9DF7-C23E-1325CAB6F5FC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81" name="직사각형 980">
              <a:extLst>
                <a:ext uri="{FF2B5EF4-FFF2-40B4-BE49-F238E27FC236}">
                  <a16:creationId xmlns:a16="http://schemas.microsoft.com/office/drawing/2014/main" id="{68F4866B-6224-5218-221B-ACE45751168E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951" name="그림 950">
            <a:extLst>
              <a:ext uri="{FF2B5EF4-FFF2-40B4-BE49-F238E27FC236}">
                <a16:creationId xmlns:a16="http://schemas.microsoft.com/office/drawing/2014/main" id="{AF1FC7CA-CCEE-CA73-D249-0D66C40BDD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1801" y="5678875"/>
            <a:ext cx="157615" cy="138217"/>
          </a:xfrm>
          <a:prstGeom prst="rect">
            <a:avLst/>
          </a:prstGeom>
        </p:spPr>
      </p:pic>
      <p:sp>
        <p:nvSpPr>
          <p:cNvPr id="952" name="직사각형 951">
            <a:extLst>
              <a:ext uri="{FF2B5EF4-FFF2-40B4-BE49-F238E27FC236}">
                <a16:creationId xmlns:a16="http://schemas.microsoft.com/office/drawing/2014/main" id="{66C786F4-88B1-9469-6261-D8A84F2DB619}"/>
              </a:ext>
            </a:extLst>
          </p:cNvPr>
          <p:cNvSpPr/>
          <p:nvPr/>
        </p:nvSpPr>
        <p:spPr>
          <a:xfrm>
            <a:off x="2459018" y="5553020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953" name="그룹 952">
            <a:extLst>
              <a:ext uri="{FF2B5EF4-FFF2-40B4-BE49-F238E27FC236}">
                <a16:creationId xmlns:a16="http://schemas.microsoft.com/office/drawing/2014/main" id="{655CED56-837D-6D62-F9B0-AC56367381C9}"/>
              </a:ext>
            </a:extLst>
          </p:cNvPr>
          <p:cNvGrpSpPr/>
          <p:nvPr/>
        </p:nvGrpSpPr>
        <p:grpSpPr>
          <a:xfrm>
            <a:off x="2547791" y="5594927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970" name="직사각형 969">
              <a:extLst>
                <a:ext uri="{FF2B5EF4-FFF2-40B4-BE49-F238E27FC236}">
                  <a16:creationId xmlns:a16="http://schemas.microsoft.com/office/drawing/2014/main" id="{B060B163-8A31-E5A9-4514-3E455C432319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1" name="직사각형 970">
              <a:extLst>
                <a:ext uri="{FF2B5EF4-FFF2-40B4-BE49-F238E27FC236}">
                  <a16:creationId xmlns:a16="http://schemas.microsoft.com/office/drawing/2014/main" id="{A5F3DD50-8F02-E289-9FEC-82C5FEDBDB1F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2" name="직사각형 971">
              <a:extLst>
                <a:ext uri="{FF2B5EF4-FFF2-40B4-BE49-F238E27FC236}">
                  <a16:creationId xmlns:a16="http://schemas.microsoft.com/office/drawing/2014/main" id="{7FF36753-E5CC-A39F-F183-87D7449F2047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3" name="직사각형 972">
              <a:extLst>
                <a:ext uri="{FF2B5EF4-FFF2-40B4-BE49-F238E27FC236}">
                  <a16:creationId xmlns:a16="http://schemas.microsoft.com/office/drawing/2014/main" id="{98C0A025-D654-DE0F-68DC-D34FE5DA251E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4" name="직사각형 973">
              <a:extLst>
                <a:ext uri="{FF2B5EF4-FFF2-40B4-BE49-F238E27FC236}">
                  <a16:creationId xmlns:a16="http://schemas.microsoft.com/office/drawing/2014/main" id="{FF5652CE-1AB8-E9C9-F847-BE4BAEC298BA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5" name="직사각형 974">
              <a:extLst>
                <a:ext uri="{FF2B5EF4-FFF2-40B4-BE49-F238E27FC236}">
                  <a16:creationId xmlns:a16="http://schemas.microsoft.com/office/drawing/2014/main" id="{20ECCA83-FC91-2419-A7E3-0C04EC04ECAC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954" name="그림 953">
            <a:extLst>
              <a:ext uri="{FF2B5EF4-FFF2-40B4-BE49-F238E27FC236}">
                <a16:creationId xmlns:a16="http://schemas.microsoft.com/office/drawing/2014/main" id="{DB5850FB-A541-E459-25DD-839C0242B3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6953" y="5678875"/>
            <a:ext cx="157615" cy="138217"/>
          </a:xfrm>
          <a:prstGeom prst="rect">
            <a:avLst/>
          </a:prstGeom>
        </p:spPr>
      </p:pic>
      <p:grpSp>
        <p:nvGrpSpPr>
          <p:cNvPr id="955" name="그룹 954">
            <a:extLst>
              <a:ext uri="{FF2B5EF4-FFF2-40B4-BE49-F238E27FC236}">
                <a16:creationId xmlns:a16="http://schemas.microsoft.com/office/drawing/2014/main" id="{7F4D9BAE-BCEA-365B-F6B6-B303FAA266ED}"/>
              </a:ext>
            </a:extLst>
          </p:cNvPr>
          <p:cNvGrpSpPr/>
          <p:nvPr/>
        </p:nvGrpSpPr>
        <p:grpSpPr>
          <a:xfrm>
            <a:off x="2951339" y="5336604"/>
            <a:ext cx="426463" cy="142494"/>
            <a:chOff x="5645144" y="3140870"/>
            <a:chExt cx="249768" cy="110534"/>
          </a:xfrm>
        </p:grpSpPr>
        <p:sp>
          <p:nvSpPr>
            <p:cNvPr id="968" name="사각형: 둥근 모서리 967">
              <a:extLst>
                <a:ext uri="{FF2B5EF4-FFF2-40B4-BE49-F238E27FC236}">
                  <a16:creationId xmlns:a16="http://schemas.microsoft.com/office/drawing/2014/main" id="{2459E647-D80E-1AE7-8B60-FB2799DEBD7A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969" name="사각형: 둥근 모서리 968">
              <a:extLst>
                <a:ext uri="{FF2B5EF4-FFF2-40B4-BE49-F238E27FC236}">
                  <a16:creationId xmlns:a16="http://schemas.microsoft.com/office/drawing/2014/main" id="{8F9AE739-C31E-8945-7D00-2B3AAEF56728}"/>
                </a:ext>
              </a:extLst>
            </p:cNvPr>
            <p:cNvSpPr/>
            <p:nvPr/>
          </p:nvSpPr>
          <p:spPr>
            <a:xfrm>
              <a:off x="5645145" y="3140870"/>
              <a:ext cx="147352" cy="110534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956" name="그림 955">
            <a:extLst>
              <a:ext uri="{FF2B5EF4-FFF2-40B4-BE49-F238E27FC236}">
                <a16:creationId xmlns:a16="http://schemas.microsoft.com/office/drawing/2014/main" id="{BC97A81F-88D8-4E7A-CACE-CFC4FAC6366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502" y="5331176"/>
            <a:ext cx="174868" cy="153348"/>
          </a:xfrm>
          <a:prstGeom prst="rect">
            <a:avLst/>
          </a:prstGeom>
        </p:spPr>
      </p:pic>
      <p:sp>
        <p:nvSpPr>
          <p:cNvPr id="957" name="TextBox 956">
            <a:extLst>
              <a:ext uri="{FF2B5EF4-FFF2-40B4-BE49-F238E27FC236}">
                <a16:creationId xmlns:a16="http://schemas.microsoft.com/office/drawing/2014/main" id="{ED25A2CC-51BE-882D-0BDF-512A30009922}"/>
              </a:ext>
            </a:extLst>
          </p:cNvPr>
          <p:cNvSpPr txBox="1"/>
          <p:nvPr/>
        </p:nvSpPr>
        <p:spPr>
          <a:xfrm>
            <a:off x="2682321" y="5349562"/>
            <a:ext cx="308097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958" name="TextBox 957">
            <a:extLst>
              <a:ext uri="{FF2B5EF4-FFF2-40B4-BE49-F238E27FC236}">
                <a16:creationId xmlns:a16="http://schemas.microsoft.com/office/drawing/2014/main" id="{C2C9D2F7-C754-F757-FA29-443D64C7DB88}"/>
              </a:ext>
            </a:extLst>
          </p:cNvPr>
          <p:cNvSpPr txBox="1"/>
          <p:nvPr/>
        </p:nvSpPr>
        <p:spPr>
          <a:xfrm>
            <a:off x="1179127" y="5349562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959" name="TextBox 958">
            <a:extLst>
              <a:ext uri="{FF2B5EF4-FFF2-40B4-BE49-F238E27FC236}">
                <a16:creationId xmlns:a16="http://schemas.microsoft.com/office/drawing/2014/main" id="{53B2A580-4E22-F0CD-02F0-EC51C558E6F9}"/>
              </a:ext>
            </a:extLst>
          </p:cNvPr>
          <p:cNvSpPr txBox="1"/>
          <p:nvPr/>
        </p:nvSpPr>
        <p:spPr>
          <a:xfrm>
            <a:off x="1665235" y="5349562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960" name="TextBox 959">
            <a:extLst>
              <a:ext uri="{FF2B5EF4-FFF2-40B4-BE49-F238E27FC236}">
                <a16:creationId xmlns:a16="http://schemas.microsoft.com/office/drawing/2014/main" id="{3E892372-DD11-8587-EC05-7B48F73BEE02}"/>
              </a:ext>
            </a:extLst>
          </p:cNvPr>
          <p:cNvSpPr txBox="1"/>
          <p:nvPr/>
        </p:nvSpPr>
        <p:spPr>
          <a:xfrm>
            <a:off x="2129605" y="5349562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961" name="TextBox 960">
            <a:extLst>
              <a:ext uri="{FF2B5EF4-FFF2-40B4-BE49-F238E27FC236}">
                <a16:creationId xmlns:a16="http://schemas.microsoft.com/office/drawing/2014/main" id="{B014CE22-FACC-C584-BD3B-C47773872E9F}"/>
              </a:ext>
            </a:extLst>
          </p:cNvPr>
          <p:cNvSpPr txBox="1"/>
          <p:nvPr/>
        </p:nvSpPr>
        <p:spPr>
          <a:xfrm>
            <a:off x="3127570" y="5349562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40%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73D8A9A-8160-4790-B7DE-07A253F09146}"/>
              </a:ext>
            </a:extLst>
          </p:cNvPr>
          <p:cNvSpPr txBox="1"/>
          <p:nvPr/>
        </p:nvSpPr>
        <p:spPr>
          <a:xfrm>
            <a:off x="4292949" y="1542838"/>
            <a:ext cx="6869509" cy="3768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전투 웨이브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타워는 자동으로 싸워줌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각 타워마다 사정거리가 있음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타워의 사정거리 표시는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타워를 클릭하거나 드래그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&amp;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드롭 시 범위 표시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사정거리 내에 적이 있고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타워의 공격 쿨타임이 된 경우 공격 수행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각 타워는 약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5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개의 등급이 있음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타워의 등급이 높아질수록 스탯 상승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일부 타워는 특정 등급 이상일 때 부가 효과가 적용됨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(Ex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관통효과 부여 등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.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이건 추후 논의 필요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타워는 합성할 수 있음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같은 종류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같은 등급의 타워를 합치면 타워의 등급이 올라감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인벤토리 → 인벤토리 합성 가능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인벤토리 → 필드 합성 가능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필드 → 인벤토리는 합성 불가능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자동 합성 버튼 배치 필요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자동 합성 버튼을 터치하면 인벤토리 카드 내의 합성 가능한 모든 타워를 합성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0964BB4D-2729-4EBB-A950-A1655DDDDD6A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A4136020-009E-410A-B504-B46040E9F79B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5" name="사각형: 둥근 모서리 124">
            <a:extLst>
              <a:ext uri="{FF2B5EF4-FFF2-40B4-BE49-F238E27FC236}">
                <a16:creationId xmlns:a16="http://schemas.microsoft.com/office/drawing/2014/main" id="{64CFBD61-4101-429B-933C-A35308990A34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02375FE3-F44D-492E-BF5B-B280105370EE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27" name="그림 126">
            <a:extLst>
              <a:ext uri="{FF2B5EF4-FFF2-40B4-BE49-F238E27FC236}">
                <a16:creationId xmlns:a16="http://schemas.microsoft.com/office/drawing/2014/main" id="{98199542-597B-4E0A-88ED-D919B2B97A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F3D18BA5-3FEE-493E-8589-61E563F5B705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EFB26407-97F9-496F-8AE1-B31690CF428D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30" name="사각형: 둥근 모서리 129">
              <a:extLst>
                <a:ext uri="{FF2B5EF4-FFF2-40B4-BE49-F238E27FC236}">
                  <a16:creationId xmlns:a16="http://schemas.microsoft.com/office/drawing/2014/main" id="{735CA17F-2730-4C3C-BF6E-FE28D6FC6D99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31" name="TextBox 130">
            <a:extLst>
              <a:ext uri="{FF2B5EF4-FFF2-40B4-BE49-F238E27FC236}">
                <a16:creationId xmlns:a16="http://schemas.microsoft.com/office/drawing/2014/main" id="{FA01F3CF-F276-42D3-81E9-2C7932BA31B2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32" name="Picture 2" descr="돋보기 - 무료 도구 및기구개 아이콘">
            <a:extLst>
              <a:ext uri="{FF2B5EF4-FFF2-40B4-BE49-F238E27FC236}">
                <a16:creationId xmlns:a16="http://schemas.microsoft.com/office/drawing/2014/main" id="{C9AEC05C-09DB-4BC6-A16F-1599740698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3" name="직사각형 132">
            <a:extLst>
              <a:ext uri="{FF2B5EF4-FFF2-40B4-BE49-F238E27FC236}">
                <a16:creationId xmlns:a16="http://schemas.microsoft.com/office/drawing/2014/main" id="{55FFEE8A-A5F6-47CB-B421-715AA783328B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35F651E3-CA6D-419E-AD00-498F2F657172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24C64C45-9789-42EF-B35A-2DE0F77590D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6D8DA5C-FFCD-48DE-AF2E-9B0B6D0AECA2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B63B3CA7-8A82-4B65-9094-791C79C81ED7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7BBC8CF1-4246-45FD-BE8E-CCD880BB7BAA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40B17F87-EA25-45CC-BD37-8F49FE1073A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A10E3593-0FA3-4891-95C7-4E292CCCEAE7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155" name="타원 154">
            <a:extLst>
              <a:ext uri="{FF2B5EF4-FFF2-40B4-BE49-F238E27FC236}">
                <a16:creationId xmlns:a16="http://schemas.microsoft.com/office/drawing/2014/main" id="{6D3DD513-1E95-4A27-87C8-061465F6F39F}"/>
              </a:ext>
            </a:extLst>
          </p:cNvPr>
          <p:cNvSpPr/>
          <p:nvPr/>
        </p:nvSpPr>
        <p:spPr>
          <a:xfrm>
            <a:off x="10034200" y="1708147"/>
            <a:ext cx="1157676" cy="115767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56" name="그룹 155">
            <a:extLst>
              <a:ext uri="{FF2B5EF4-FFF2-40B4-BE49-F238E27FC236}">
                <a16:creationId xmlns:a16="http://schemas.microsoft.com/office/drawing/2014/main" id="{26C1F65E-7AFD-45B2-8CCD-AEF411A462E2}"/>
              </a:ext>
            </a:extLst>
          </p:cNvPr>
          <p:cNvGrpSpPr/>
          <p:nvPr/>
        </p:nvGrpSpPr>
        <p:grpSpPr>
          <a:xfrm>
            <a:off x="10392711" y="2070194"/>
            <a:ext cx="440651" cy="431186"/>
            <a:chOff x="10031415" y="2950781"/>
            <a:chExt cx="253716" cy="248266"/>
          </a:xfrm>
        </p:grpSpPr>
        <p:grpSp>
          <p:nvGrpSpPr>
            <p:cNvPr id="157" name="그룹 156">
              <a:extLst>
                <a:ext uri="{FF2B5EF4-FFF2-40B4-BE49-F238E27FC236}">
                  <a16:creationId xmlns:a16="http://schemas.microsoft.com/office/drawing/2014/main" id="{53667BF3-F157-42B1-87A6-9F4D47E7D327}"/>
                </a:ext>
              </a:extLst>
            </p:cNvPr>
            <p:cNvGrpSpPr/>
            <p:nvPr/>
          </p:nvGrpSpPr>
          <p:grpSpPr>
            <a:xfrm>
              <a:off x="10031415" y="2950781"/>
              <a:ext cx="253716" cy="248266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59" name="직사각형 158">
                <a:extLst>
                  <a:ext uri="{FF2B5EF4-FFF2-40B4-BE49-F238E27FC236}">
                    <a16:creationId xmlns:a16="http://schemas.microsoft.com/office/drawing/2014/main" id="{712556DC-4131-4D17-8F97-079E299924E5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0" name="직사각형 159">
                <a:extLst>
                  <a:ext uri="{FF2B5EF4-FFF2-40B4-BE49-F238E27FC236}">
                    <a16:creationId xmlns:a16="http://schemas.microsoft.com/office/drawing/2014/main" id="{ADBD1EFE-F441-4868-8274-1A4DD154234A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1" name="직사각형 160">
                <a:extLst>
                  <a:ext uri="{FF2B5EF4-FFF2-40B4-BE49-F238E27FC236}">
                    <a16:creationId xmlns:a16="http://schemas.microsoft.com/office/drawing/2014/main" id="{2E4A9660-BF1C-486F-AE55-EFDE706AFBFE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62" name="직사각형 161">
                <a:extLst>
                  <a:ext uri="{FF2B5EF4-FFF2-40B4-BE49-F238E27FC236}">
                    <a16:creationId xmlns:a16="http://schemas.microsoft.com/office/drawing/2014/main" id="{AAD5ECF1-D320-4E97-84F0-96988FEB6346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58" name="그림 157">
              <a:extLst>
                <a:ext uri="{FF2B5EF4-FFF2-40B4-BE49-F238E27FC236}">
                  <a16:creationId xmlns:a16="http://schemas.microsoft.com/office/drawing/2014/main" id="{0208FEEA-D0F7-4FFD-BAE0-C1157009100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73079" y="3001932"/>
              <a:ext cx="167686" cy="147049"/>
            </a:xfrm>
            <a:prstGeom prst="rect">
              <a:avLst/>
            </a:prstGeom>
          </p:spPr>
        </p:pic>
      </p:grpSp>
      <p:sp>
        <p:nvSpPr>
          <p:cNvPr id="3" name="화살표: 오른쪽 2">
            <a:extLst>
              <a:ext uri="{FF2B5EF4-FFF2-40B4-BE49-F238E27FC236}">
                <a16:creationId xmlns:a16="http://schemas.microsoft.com/office/drawing/2014/main" id="{0CFC4480-E469-4785-8B8E-33FB4426B6BD}"/>
              </a:ext>
            </a:extLst>
          </p:cNvPr>
          <p:cNvSpPr/>
          <p:nvPr/>
        </p:nvSpPr>
        <p:spPr>
          <a:xfrm>
            <a:off x="9382125" y="2415655"/>
            <a:ext cx="326417" cy="161683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868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A3B20-554E-E650-6345-9A95FEF93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11C16090-400F-4FF6-748B-7216E6943F0D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F64E294-F8A7-2066-1829-AC908A98B8D1}"/>
              </a:ext>
            </a:extLst>
          </p:cNvPr>
          <p:cNvSpPr txBox="1"/>
          <p:nvPr/>
        </p:nvSpPr>
        <p:spPr>
          <a:xfrm>
            <a:off x="840746" y="513168"/>
            <a:ext cx="1544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2.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진행방식 점검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D61FCC1-69E1-CB13-779A-9756B0ED19B2}"/>
              </a:ext>
            </a:extLst>
          </p:cNvPr>
          <p:cNvSpPr txBox="1"/>
          <p:nvPr/>
        </p:nvSpPr>
        <p:spPr>
          <a:xfrm>
            <a:off x="745699" y="755794"/>
            <a:ext cx="24320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인게임 진행 방식</a:t>
            </a:r>
          </a:p>
        </p:txBody>
      </p:sp>
      <p:sp>
        <p:nvSpPr>
          <p:cNvPr id="913" name="직사각형 912">
            <a:extLst>
              <a:ext uri="{FF2B5EF4-FFF2-40B4-BE49-F238E27FC236}">
                <a16:creationId xmlns:a16="http://schemas.microsoft.com/office/drawing/2014/main" id="{51C990C4-2594-3E6F-FF6E-B960602A42DF}"/>
              </a:ext>
            </a:extLst>
          </p:cNvPr>
          <p:cNvSpPr/>
          <p:nvPr/>
        </p:nvSpPr>
        <p:spPr>
          <a:xfrm>
            <a:off x="903877" y="1546929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18" name="사각형: 둥근 모서리 917">
            <a:extLst>
              <a:ext uri="{FF2B5EF4-FFF2-40B4-BE49-F238E27FC236}">
                <a16:creationId xmlns:a16="http://schemas.microsoft.com/office/drawing/2014/main" id="{EB5B66BC-7EDA-AF4A-021B-31D32440B409}"/>
              </a:ext>
            </a:extLst>
          </p:cNvPr>
          <p:cNvSpPr/>
          <p:nvPr/>
        </p:nvSpPr>
        <p:spPr>
          <a:xfrm>
            <a:off x="946649" y="5314213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919" name="그림 918">
            <a:extLst>
              <a:ext uri="{FF2B5EF4-FFF2-40B4-BE49-F238E27FC236}">
                <a16:creationId xmlns:a16="http://schemas.microsoft.com/office/drawing/2014/main" id="{8B54FB13-0D5C-7EC5-F02A-3CB19EA81C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334" y="3419414"/>
            <a:ext cx="385031" cy="450981"/>
          </a:xfrm>
          <a:prstGeom prst="rect">
            <a:avLst/>
          </a:prstGeom>
        </p:spPr>
      </p:pic>
      <p:pic>
        <p:nvPicPr>
          <p:cNvPr id="920" name="Picture 6" descr="박쥐 게임 스프라이트 | 프리미엄 벡터">
            <a:extLst>
              <a:ext uri="{FF2B5EF4-FFF2-40B4-BE49-F238E27FC236}">
                <a16:creationId xmlns:a16="http://schemas.microsoft.com/office/drawing/2014/main" id="{16D1E263-7244-ABCB-9170-4C92AF2742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578962" y="2165768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1" name="Picture 6" descr="박쥐 게임 스프라이트 | 프리미엄 벡터">
            <a:extLst>
              <a:ext uri="{FF2B5EF4-FFF2-40B4-BE49-F238E27FC236}">
                <a16:creationId xmlns:a16="http://schemas.microsoft.com/office/drawing/2014/main" id="{4861C52E-089B-2E8A-3D47-667C1DCB1F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2348587" y="2134485"/>
            <a:ext cx="378357" cy="15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" name="Picture 6" descr="박쥐 게임 스프라이트 | 프리미엄 벡터">
            <a:extLst>
              <a:ext uri="{FF2B5EF4-FFF2-40B4-BE49-F238E27FC236}">
                <a16:creationId xmlns:a16="http://schemas.microsoft.com/office/drawing/2014/main" id="{FFCE7AAD-A59E-0340-C95E-229C5FA6ED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540823" y="2466795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5" name="Picture 6" descr="박쥐 게임 스프라이트 | 프리미엄 벡터">
            <a:extLst>
              <a:ext uri="{FF2B5EF4-FFF2-40B4-BE49-F238E27FC236}">
                <a16:creationId xmlns:a16="http://schemas.microsoft.com/office/drawing/2014/main" id="{FFBBF76B-B185-79E2-A8AB-1B953E25E0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813632" y="4615182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6" name="Picture 6" descr="박쥐 게임 스프라이트 | 프리미엄 벡터">
            <a:extLst>
              <a:ext uri="{FF2B5EF4-FFF2-40B4-BE49-F238E27FC236}">
                <a16:creationId xmlns:a16="http://schemas.microsoft.com/office/drawing/2014/main" id="{1AFC26D6-1F2C-8E47-9180-4A33685DE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2348587" y="2530524"/>
            <a:ext cx="378357" cy="15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7" name="Picture 6" descr="박쥐 게임 스프라이트 | 프리미엄 벡터">
            <a:extLst>
              <a:ext uri="{FF2B5EF4-FFF2-40B4-BE49-F238E27FC236}">
                <a16:creationId xmlns:a16="http://schemas.microsoft.com/office/drawing/2014/main" id="{F409981B-710E-3D06-343C-D99E29C4FA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080471" y="4333781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8" name="Picture 6" descr="박쥐 게임 스프라이트 | 프리미엄 벡터">
            <a:extLst>
              <a:ext uri="{FF2B5EF4-FFF2-40B4-BE49-F238E27FC236}">
                <a16:creationId xmlns:a16="http://schemas.microsoft.com/office/drawing/2014/main" id="{755FF66D-9539-1A09-EBDD-B9BF859DF8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943086" y="3126672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9" name="Picture 6" descr="박쥐 게임 스프라이트 | 프리미엄 벡터">
            <a:extLst>
              <a:ext uri="{FF2B5EF4-FFF2-40B4-BE49-F238E27FC236}">
                <a16:creationId xmlns:a16="http://schemas.microsoft.com/office/drawing/2014/main" id="{3C65D18F-D997-B4FB-185C-BE308F62915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1368848" y="4723454"/>
            <a:ext cx="595547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30" name="Picture 6" descr="박쥐 게임 스프라이트 | 프리미엄 벡터">
            <a:extLst>
              <a:ext uri="{FF2B5EF4-FFF2-40B4-BE49-F238E27FC236}">
                <a16:creationId xmlns:a16="http://schemas.microsoft.com/office/drawing/2014/main" id="{86A1FD93-19FB-18F4-17F8-DC3B50C62F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>
            <a:off x="1116836" y="4004491"/>
            <a:ext cx="595551" cy="240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31" name="Picture 6" descr="박쥐 게임 스프라이트 | 프리미엄 벡터">
            <a:extLst>
              <a:ext uri="{FF2B5EF4-FFF2-40B4-BE49-F238E27FC236}">
                <a16:creationId xmlns:a16="http://schemas.microsoft.com/office/drawing/2014/main" id="{020F85AB-1CAD-F995-CAF7-B18DF66A84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881" b="40439" l="5000" r="93611">
                        <a14:foregroundMark x1="5000" y1="10031" x2="14444" y2="7524"/>
                        <a14:foregroundMark x1="14444" y1="4702" x2="31389" y2="5956"/>
                        <a14:foregroundMark x1="68611" y1="3762" x2="81389" y2="2194"/>
                        <a14:foregroundMark x1="90556" y1="9404" x2="93611" y2="112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4514"/>
          <a:stretch/>
        </p:blipFill>
        <p:spPr bwMode="auto">
          <a:xfrm flipH="1">
            <a:off x="2609806" y="4665991"/>
            <a:ext cx="690773" cy="278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32" name="그룹 931">
            <a:extLst>
              <a:ext uri="{FF2B5EF4-FFF2-40B4-BE49-F238E27FC236}">
                <a16:creationId xmlns:a16="http://schemas.microsoft.com/office/drawing/2014/main" id="{AAFDE892-8563-18A0-9D62-7DF2672A646A}"/>
              </a:ext>
            </a:extLst>
          </p:cNvPr>
          <p:cNvGrpSpPr/>
          <p:nvPr/>
        </p:nvGrpSpPr>
        <p:grpSpPr>
          <a:xfrm>
            <a:off x="2528292" y="3304397"/>
            <a:ext cx="440651" cy="651758"/>
            <a:chOff x="10529392" y="3206783"/>
            <a:chExt cx="253716" cy="375266"/>
          </a:xfrm>
        </p:grpSpPr>
        <p:grpSp>
          <p:nvGrpSpPr>
            <p:cNvPr id="1020" name="그룹 1019">
              <a:extLst>
                <a:ext uri="{FF2B5EF4-FFF2-40B4-BE49-F238E27FC236}">
                  <a16:creationId xmlns:a16="http://schemas.microsoft.com/office/drawing/2014/main" id="{F2299DBA-7622-CDE6-D560-7434A423DAE2}"/>
                </a:ext>
              </a:extLst>
            </p:cNvPr>
            <p:cNvGrpSpPr/>
            <p:nvPr/>
          </p:nvGrpSpPr>
          <p:grpSpPr>
            <a:xfrm>
              <a:off x="10529392" y="3206783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22" name="직사각형 1021">
                <a:extLst>
                  <a:ext uri="{FF2B5EF4-FFF2-40B4-BE49-F238E27FC236}">
                    <a16:creationId xmlns:a16="http://schemas.microsoft.com/office/drawing/2014/main" id="{311941BB-D25B-C6E7-C95A-3181D8D689EE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3" name="직사각형 1022">
                <a:extLst>
                  <a:ext uri="{FF2B5EF4-FFF2-40B4-BE49-F238E27FC236}">
                    <a16:creationId xmlns:a16="http://schemas.microsoft.com/office/drawing/2014/main" id="{851FC5D5-263E-B023-A6AA-0E2F15978004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4" name="직사각형 1023">
                <a:extLst>
                  <a:ext uri="{FF2B5EF4-FFF2-40B4-BE49-F238E27FC236}">
                    <a16:creationId xmlns:a16="http://schemas.microsoft.com/office/drawing/2014/main" id="{14DE165E-F697-89D1-153B-717D49AC5948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5" name="직사각형 1024">
                <a:extLst>
                  <a:ext uri="{FF2B5EF4-FFF2-40B4-BE49-F238E27FC236}">
                    <a16:creationId xmlns:a16="http://schemas.microsoft.com/office/drawing/2014/main" id="{FA48D2B7-EDC4-FC66-BD89-7E02CE00D39B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6" name="직사각형 1025">
                <a:extLst>
                  <a:ext uri="{FF2B5EF4-FFF2-40B4-BE49-F238E27FC236}">
                    <a16:creationId xmlns:a16="http://schemas.microsoft.com/office/drawing/2014/main" id="{2466069E-4165-18AA-29E7-2F0EEE339D6E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27" name="직사각형 1026">
                <a:extLst>
                  <a:ext uri="{FF2B5EF4-FFF2-40B4-BE49-F238E27FC236}">
                    <a16:creationId xmlns:a16="http://schemas.microsoft.com/office/drawing/2014/main" id="{ADB16E63-F570-EA62-8ECE-FE152016EDBF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021" name="그림 1020">
              <a:extLst>
                <a:ext uri="{FF2B5EF4-FFF2-40B4-BE49-F238E27FC236}">
                  <a16:creationId xmlns:a16="http://schemas.microsoft.com/office/drawing/2014/main" id="{68935075-14AA-8290-EC59-E645E29BB0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71056" y="3296095"/>
              <a:ext cx="167686" cy="147049"/>
            </a:xfrm>
            <a:prstGeom prst="rect">
              <a:avLst/>
            </a:prstGeom>
          </p:spPr>
        </p:pic>
      </p:grpSp>
      <p:grpSp>
        <p:nvGrpSpPr>
          <p:cNvPr id="933" name="그룹 932">
            <a:extLst>
              <a:ext uri="{FF2B5EF4-FFF2-40B4-BE49-F238E27FC236}">
                <a16:creationId xmlns:a16="http://schemas.microsoft.com/office/drawing/2014/main" id="{99355482-7CFB-DE56-554F-52F70A457329}"/>
              </a:ext>
            </a:extLst>
          </p:cNvPr>
          <p:cNvGrpSpPr/>
          <p:nvPr/>
        </p:nvGrpSpPr>
        <p:grpSpPr>
          <a:xfrm>
            <a:off x="2094091" y="2663063"/>
            <a:ext cx="440651" cy="651758"/>
            <a:chOff x="10290996" y="2826696"/>
            <a:chExt cx="253716" cy="375266"/>
          </a:xfrm>
        </p:grpSpPr>
        <p:grpSp>
          <p:nvGrpSpPr>
            <p:cNvPr id="1012" name="그룹 1011">
              <a:extLst>
                <a:ext uri="{FF2B5EF4-FFF2-40B4-BE49-F238E27FC236}">
                  <a16:creationId xmlns:a16="http://schemas.microsoft.com/office/drawing/2014/main" id="{CC9DEEB3-A283-5FE2-8169-8971E06E59A4}"/>
                </a:ext>
              </a:extLst>
            </p:cNvPr>
            <p:cNvGrpSpPr/>
            <p:nvPr/>
          </p:nvGrpSpPr>
          <p:grpSpPr>
            <a:xfrm>
              <a:off x="10290996" y="2826696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14" name="직사각형 1013">
                <a:extLst>
                  <a:ext uri="{FF2B5EF4-FFF2-40B4-BE49-F238E27FC236}">
                    <a16:creationId xmlns:a16="http://schemas.microsoft.com/office/drawing/2014/main" id="{AAF14EFB-008D-287C-CC55-DA6D8708F992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5" name="직사각형 1014">
                <a:extLst>
                  <a:ext uri="{FF2B5EF4-FFF2-40B4-BE49-F238E27FC236}">
                    <a16:creationId xmlns:a16="http://schemas.microsoft.com/office/drawing/2014/main" id="{AA9AEB7A-06FE-C7F8-F393-5BF1B7B8762F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6" name="직사각형 1015">
                <a:extLst>
                  <a:ext uri="{FF2B5EF4-FFF2-40B4-BE49-F238E27FC236}">
                    <a16:creationId xmlns:a16="http://schemas.microsoft.com/office/drawing/2014/main" id="{64455B2A-F2BB-8B7F-069A-3CFA3A9BF43E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7" name="직사각형 1016">
                <a:extLst>
                  <a:ext uri="{FF2B5EF4-FFF2-40B4-BE49-F238E27FC236}">
                    <a16:creationId xmlns:a16="http://schemas.microsoft.com/office/drawing/2014/main" id="{017DA07A-7D82-4716-6D38-7FF0F0A908B9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8" name="직사각형 1017">
                <a:extLst>
                  <a:ext uri="{FF2B5EF4-FFF2-40B4-BE49-F238E27FC236}">
                    <a16:creationId xmlns:a16="http://schemas.microsoft.com/office/drawing/2014/main" id="{155380DE-FD31-DDDD-5839-C371C894BF00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9" name="직사각형 1018">
                <a:extLst>
                  <a:ext uri="{FF2B5EF4-FFF2-40B4-BE49-F238E27FC236}">
                    <a16:creationId xmlns:a16="http://schemas.microsoft.com/office/drawing/2014/main" id="{2EA3E95C-E8D4-483E-2AF3-9C63CC1BBDA1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013" name="그림 1012">
              <a:extLst>
                <a:ext uri="{FF2B5EF4-FFF2-40B4-BE49-F238E27FC236}">
                  <a16:creationId xmlns:a16="http://schemas.microsoft.com/office/drawing/2014/main" id="{15D88204-1BE7-D776-DB22-98ED5632745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32660" y="2916008"/>
              <a:ext cx="167686" cy="147049"/>
            </a:xfrm>
            <a:prstGeom prst="rect">
              <a:avLst/>
            </a:prstGeom>
          </p:spPr>
        </p:pic>
      </p:grpSp>
      <p:grpSp>
        <p:nvGrpSpPr>
          <p:cNvPr id="934" name="그룹 933">
            <a:extLst>
              <a:ext uri="{FF2B5EF4-FFF2-40B4-BE49-F238E27FC236}">
                <a16:creationId xmlns:a16="http://schemas.microsoft.com/office/drawing/2014/main" id="{B98F6645-2657-061D-F4C2-7D392424636C}"/>
              </a:ext>
            </a:extLst>
          </p:cNvPr>
          <p:cNvGrpSpPr/>
          <p:nvPr/>
        </p:nvGrpSpPr>
        <p:grpSpPr>
          <a:xfrm>
            <a:off x="1661726" y="2882778"/>
            <a:ext cx="440651" cy="431186"/>
            <a:chOff x="10031415" y="2950781"/>
            <a:chExt cx="253716" cy="248266"/>
          </a:xfrm>
        </p:grpSpPr>
        <p:grpSp>
          <p:nvGrpSpPr>
            <p:cNvPr id="1006" name="그룹 1005">
              <a:extLst>
                <a:ext uri="{FF2B5EF4-FFF2-40B4-BE49-F238E27FC236}">
                  <a16:creationId xmlns:a16="http://schemas.microsoft.com/office/drawing/2014/main" id="{B2818C0B-5ABD-6373-176B-63B2F78CF7AF}"/>
                </a:ext>
              </a:extLst>
            </p:cNvPr>
            <p:cNvGrpSpPr/>
            <p:nvPr/>
          </p:nvGrpSpPr>
          <p:grpSpPr>
            <a:xfrm>
              <a:off x="10031415" y="2950781"/>
              <a:ext cx="253716" cy="248266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08" name="직사각형 1007">
                <a:extLst>
                  <a:ext uri="{FF2B5EF4-FFF2-40B4-BE49-F238E27FC236}">
                    <a16:creationId xmlns:a16="http://schemas.microsoft.com/office/drawing/2014/main" id="{9016613C-915A-A1C8-19F8-4788E1475251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9" name="직사각형 1008">
                <a:extLst>
                  <a:ext uri="{FF2B5EF4-FFF2-40B4-BE49-F238E27FC236}">
                    <a16:creationId xmlns:a16="http://schemas.microsoft.com/office/drawing/2014/main" id="{CADC6565-B75F-F251-3446-A6302E2001C9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0" name="직사각형 1009">
                <a:extLst>
                  <a:ext uri="{FF2B5EF4-FFF2-40B4-BE49-F238E27FC236}">
                    <a16:creationId xmlns:a16="http://schemas.microsoft.com/office/drawing/2014/main" id="{55D38D6D-F015-0B13-C8ED-A1940DA52EAE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1" name="직사각형 1010">
                <a:extLst>
                  <a:ext uri="{FF2B5EF4-FFF2-40B4-BE49-F238E27FC236}">
                    <a16:creationId xmlns:a16="http://schemas.microsoft.com/office/drawing/2014/main" id="{2D71C489-6B50-1804-1AED-099441AC3D5A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1007" name="그림 1006">
              <a:extLst>
                <a:ext uri="{FF2B5EF4-FFF2-40B4-BE49-F238E27FC236}">
                  <a16:creationId xmlns:a16="http://schemas.microsoft.com/office/drawing/2014/main" id="{97EB9A0C-EAB1-6443-3241-C0AAA44E962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73079" y="3001932"/>
              <a:ext cx="167686" cy="147049"/>
            </a:xfrm>
            <a:prstGeom prst="rect">
              <a:avLst/>
            </a:prstGeom>
          </p:spPr>
        </p:pic>
      </p:grpSp>
      <p:grpSp>
        <p:nvGrpSpPr>
          <p:cNvPr id="935" name="그룹 934">
            <a:extLst>
              <a:ext uri="{FF2B5EF4-FFF2-40B4-BE49-F238E27FC236}">
                <a16:creationId xmlns:a16="http://schemas.microsoft.com/office/drawing/2014/main" id="{593E7870-2BF2-19D3-F951-06D13E83E6FC}"/>
              </a:ext>
            </a:extLst>
          </p:cNvPr>
          <p:cNvGrpSpPr/>
          <p:nvPr/>
        </p:nvGrpSpPr>
        <p:grpSpPr>
          <a:xfrm>
            <a:off x="2109902" y="3949251"/>
            <a:ext cx="440651" cy="651758"/>
            <a:chOff x="10529392" y="3206783"/>
            <a:chExt cx="253716" cy="375266"/>
          </a:xfrm>
        </p:grpSpPr>
        <p:grpSp>
          <p:nvGrpSpPr>
            <p:cNvPr id="998" name="그룹 997">
              <a:extLst>
                <a:ext uri="{FF2B5EF4-FFF2-40B4-BE49-F238E27FC236}">
                  <a16:creationId xmlns:a16="http://schemas.microsoft.com/office/drawing/2014/main" id="{38A0EDF8-7040-9C3E-66F3-ED3A90D52428}"/>
                </a:ext>
              </a:extLst>
            </p:cNvPr>
            <p:cNvGrpSpPr/>
            <p:nvPr/>
          </p:nvGrpSpPr>
          <p:grpSpPr>
            <a:xfrm>
              <a:off x="10529392" y="3206783"/>
              <a:ext cx="253716" cy="375266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1000" name="직사각형 999">
                <a:extLst>
                  <a:ext uri="{FF2B5EF4-FFF2-40B4-BE49-F238E27FC236}">
                    <a16:creationId xmlns:a16="http://schemas.microsoft.com/office/drawing/2014/main" id="{917AC9CF-61A6-A261-85A4-8B02CB5EBB9A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1" name="직사각형 1000">
                <a:extLst>
                  <a:ext uri="{FF2B5EF4-FFF2-40B4-BE49-F238E27FC236}">
                    <a16:creationId xmlns:a16="http://schemas.microsoft.com/office/drawing/2014/main" id="{B1A57B4D-5538-29EC-51BA-A2C9A58A3BC7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2" name="직사각형 1001">
                <a:extLst>
                  <a:ext uri="{FF2B5EF4-FFF2-40B4-BE49-F238E27FC236}">
                    <a16:creationId xmlns:a16="http://schemas.microsoft.com/office/drawing/2014/main" id="{68E20A29-5145-196C-BE82-8EDF7F0CDEFB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3" name="직사각형 1002">
                <a:extLst>
                  <a:ext uri="{FF2B5EF4-FFF2-40B4-BE49-F238E27FC236}">
                    <a16:creationId xmlns:a16="http://schemas.microsoft.com/office/drawing/2014/main" id="{D5931310-2B9D-D714-CC24-BCE20C87ED28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4" name="직사각형 1003">
                <a:extLst>
                  <a:ext uri="{FF2B5EF4-FFF2-40B4-BE49-F238E27FC236}">
                    <a16:creationId xmlns:a16="http://schemas.microsoft.com/office/drawing/2014/main" id="{6311A7C2-A7D3-950B-CE0F-F9EFF3DDED84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05" name="직사각형 1004">
                <a:extLst>
                  <a:ext uri="{FF2B5EF4-FFF2-40B4-BE49-F238E27FC236}">
                    <a16:creationId xmlns:a16="http://schemas.microsoft.com/office/drawing/2014/main" id="{007F313D-D1FB-7DCC-D46E-1D65061005A5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999" name="그림 998">
              <a:extLst>
                <a:ext uri="{FF2B5EF4-FFF2-40B4-BE49-F238E27FC236}">
                  <a16:creationId xmlns:a16="http://schemas.microsoft.com/office/drawing/2014/main" id="{1EAFE00F-6EFC-121D-72EE-2CE7E5B4F9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71056" y="3296095"/>
              <a:ext cx="167686" cy="147049"/>
            </a:xfrm>
            <a:prstGeom prst="rect">
              <a:avLst/>
            </a:prstGeom>
          </p:spPr>
        </p:pic>
      </p:grpSp>
      <p:grpSp>
        <p:nvGrpSpPr>
          <p:cNvPr id="936" name="그룹 935">
            <a:extLst>
              <a:ext uri="{FF2B5EF4-FFF2-40B4-BE49-F238E27FC236}">
                <a16:creationId xmlns:a16="http://schemas.microsoft.com/office/drawing/2014/main" id="{71398EFA-AAA6-4C84-D311-3262DE4D6C35}"/>
              </a:ext>
            </a:extLst>
          </p:cNvPr>
          <p:cNvGrpSpPr/>
          <p:nvPr/>
        </p:nvGrpSpPr>
        <p:grpSpPr>
          <a:xfrm>
            <a:off x="1672636" y="3950975"/>
            <a:ext cx="440651" cy="431186"/>
            <a:chOff x="10031415" y="2950781"/>
            <a:chExt cx="253716" cy="248266"/>
          </a:xfrm>
        </p:grpSpPr>
        <p:grpSp>
          <p:nvGrpSpPr>
            <p:cNvPr id="992" name="그룹 991">
              <a:extLst>
                <a:ext uri="{FF2B5EF4-FFF2-40B4-BE49-F238E27FC236}">
                  <a16:creationId xmlns:a16="http://schemas.microsoft.com/office/drawing/2014/main" id="{56C61A05-F177-C785-3F97-05E424B0B226}"/>
                </a:ext>
              </a:extLst>
            </p:cNvPr>
            <p:cNvGrpSpPr/>
            <p:nvPr/>
          </p:nvGrpSpPr>
          <p:grpSpPr>
            <a:xfrm>
              <a:off x="10031415" y="2950781"/>
              <a:ext cx="253716" cy="248266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994" name="직사각형 993">
                <a:extLst>
                  <a:ext uri="{FF2B5EF4-FFF2-40B4-BE49-F238E27FC236}">
                    <a16:creationId xmlns:a16="http://schemas.microsoft.com/office/drawing/2014/main" id="{74E5EB9A-9FEF-40CE-4060-4DDD9F21A3FF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5" name="직사각형 994">
                <a:extLst>
                  <a:ext uri="{FF2B5EF4-FFF2-40B4-BE49-F238E27FC236}">
                    <a16:creationId xmlns:a16="http://schemas.microsoft.com/office/drawing/2014/main" id="{8E3B8D49-14BF-CE23-20A9-C0D2CB100F5E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6" name="직사각형 995">
                <a:extLst>
                  <a:ext uri="{FF2B5EF4-FFF2-40B4-BE49-F238E27FC236}">
                    <a16:creationId xmlns:a16="http://schemas.microsoft.com/office/drawing/2014/main" id="{6194E323-49B5-8196-D306-35A162FB2EAA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97" name="직사각형 996">
                <a:extLst>
                  <a:ext uri="{FF2B5EF4-FFF2-40B4-BE49-F238E27FC236}">
                    <a16:creationId xmlns:a16="http://schemas.microsoft.com/office/drawing/2014/main" id="{B1814297-2E63-D78F-340E-6317A105DF4F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993" name="그림 992">
              <a:extLst>
                <a:ext uri="{FF2B5EF4-FFF2-40B4-BE49-F238E27FC236}">
                  <a16:creationId xmlns:a16="http://schemas.microsoft.com/office/drawing/2014/main" id="{32FB8162-4636-F7BB-6049-EF629B122A7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73079" y="3001932"/>
              <a:ext cx="167686" cy="147049"/>
            </a:xfrm>
            <a:prstGeom prst="rect">
              <a:avLst/>
            </a:prstGeom>
          </p:spPr>
        </p:pic>
      </p:grpSp>
      <p:sp>
        <p:nvSpPr>
          <p:cNvPr id="937" name="사각형: 둥근 모서리 936">
            <a:extLst>
              <a:ext uri="{FF2B5EF4-FFF2-40B4-BE49-F238E27FC236}">
                <a16:creationId xmlns:a16="http://schemas.microsoft.com/office/drawing/2014/main" id="{3B33D145-E2F0-C2A3-4A3A-A12BCFE01C96}"/>
              </a:ext>
            </a:extLst>
          </p:cNvPr>
          <p:cNvSpPr/>
          <p:nvPr/>
        </p:nvSpPr>
        <p:spPr>
          <a:xfrm>
            <a:off x="945492" y="5306932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grpSp>
        <p:nvGrpSpPr>
          <p:cNvPr id="938" name="그룹 937">
            <a:extLst>
              <a:ext uri="{FF2B5EF4-FFF2-40B4-BE49-F238E27FC236}">
                <a16:creationId xmlns:a16="http://schemas.microsoft.com/office/drawing/2014/main" id="{EAF3C025-9536-FA2B-39EC-BB4C3442156C}"/>
              </a:ext>
            </a:extLst>
          </p:cNvPr>
          <p:cNvGrpSpPr/>
          <p:nvPr/>
        </p:nvGrpSpPr>
        <p:grpSpPr>
          <a:xfrm>
            <a:off x="1003095" y="5336604"/>
            <a:ext cx="426463" cy="142494"/>
            <a:chOff x="5645144" y="3140870"/>
            <a:chExt cx="249768" cy="110534"/>
          </a:xfrm>
        </p:grpSpPr>
        <p:sp>
          <p:nvSpPr>
            <p:cNvPr id="990" name="사각형: 둥근 모서리 989">
              <a:extLst>
                <a:ext uri="{FF2B5EF4-FFF2-40B4-BE49-F238E27FC236}">
                  <a16:creationId xmlns:a16="http://schemas.microsoft.com/office/drawing/2014/main" id="{25CE85F5-4CC3-D3B4-4304-0CC964B5EC3B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991" name="사각형: 둥근 모서리 990">
              <a:extLst>
                <a:ext uri="{FF2B5EF4-FFF2-40B4-BE49-F238E27FC236}">
                  <a16:creationId xmlns:a16="http://schemas.microsoft.com/office/drawing/2014/main" id="{0F7C67C4-4947-9416-EDF5-D4F67299354B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939" name="그림 938">
            <a:extLst>
              <a:ext uri="{FF2B5EF4-FFF2-40B4-BE49-F238E27FC236}">
                <a16:creationId xmlns:a16="http://schemas.microsoft.com/office/drawing/2014/main" id="{DFBCF4BC-9522-09D9-DADF-11514BBFB4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258" y="5331176"/>
            <a:ext cx="174868" cy="153348"/>
          </a:xfrm>
          <a:prstGeom prst="rect">
            <a:avLst/>
          </a:prstGeom>
        </p:spPr>
      </p:pic>
      <p:grpSp>
        <p:nvGrpSpPr>
          <p:cNvPr id="940" name="그룹 939">
            <a:extLst>
              <a:ext uri="{FF2B5EF4-FFF2-40B4-BE49-F238E27FC236}">
                <a16:creationId xmlns:a16="http://schemas.microsoft.com/office/drawing/2014/main" id="{ADC703ED-FAC8-0564-BC49-9BCC4AE21414}"/>
              </a:ext>
            </a:extLst>
          </p:cNvPr>
          <p:cNvGrpSpPr/>
          <p:nvPr/>
        </p:nvGrpSpPr>
        <p:grpSpPr>
          <a:xfrm>
            <a:off x="1490445" y="5336604"/>
            <a:ext cx="426463" cy="142494"/>
            <a:chOff x="5645144" y="3140870"/>
            <a:chExt cx="249768" cy="110534"/>
          </a:xfrm>
        </p:grpSpPr>
        <p:sp>
          <p:nvSpPr>
            <p:cNvPr id="988" name="사각형: 둥근 모서리 987">
              <a:extLst>
                <a:ext uri="{FF2B5EF4-FFF2-40B4-BE49-F238E27FC236}">
                  <a16:creationId xmlns:a16="http://schemas.microsoft.com/office/drawing/2014/main" id="{1AEDF032-5B15-E0E6-01B0-B4D3A8E27D0A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989" name="사각형: 둥근 모서리 988">
              <a:extLst>
                <a:ext uri="{FF2B5EF4-FFF2-40B4-BE49-F238E27FC236}">
                  <a16:creationId xmlns:a16="http://schemas.microsoft.com/office/drawing/2014/main" id="{B25AC891-8333-0CF5-967C-183830B2C7F5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941" name="그림 940">
            <a:extLst>
              <a:ext uri="{FF2B5EF4-FFF2-40B4-BE49-F238E27FC236}">
                <a16:creationId xmlns:a16="http://schemas.microsoft.com/office/drawing/2014/main" id="{03A8618B-5F93-757D-A936-EDACA72A9B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7608" y="5331176"/>
            <a:ext cx="174868" cy="153348"/>
          </a:xfrm>
          <a:prstGeom prst="rect">
            <a:avLst/>
          </a:prstGeom>
        </p:spPr>
      </p:pic>
      <p:grpSp>
        <p:nvGrpSpPr>
          <p:cNvPr id="942" name="그룹 941">
            <a:extLst>
              <a:ext uri="{FF2B5EF4-FFF2-40B4-BE49-F238E27FC236}">
                <a16:creationId xmlns:a16="http://schemas.microsoft.com/office/drawing/2014/main" id="{736969C1-81D2-E346-6AD4-90581B4748D1}"/>
              </a:ext>
            </a:extLst>
          </p:cNvPr>
          <p:cNvGrpSpPr/>
          <p:nvPr/>
        </p:nvGrpSpPr>
        <p:grpSpPr>
          <a:xfrm>
            <a:off x="1977795" y="5336604"/>
            <a:ext cx="426463" cy="142494"/>
            <a:chOff x="5645144" y="3140870"/>
            <a:chExt cx="249768" cy="110534"/>
          </a:xfrm>
        </p:grpSpPr>
        <p:sp>
          <p:nvSpPr>
            <p:cNvPr id="986" name="사각형: 둥근 모서리 985">
              <a:extLst>
                <a:ext uri="{FF2B5EF4-FFF2-40B4-BE49-F238E27FC236}">
                  <a16:creationId xmlns:a16="http://schemas.microsoft.com/office/drawing/2014/main" id="{D4190807-9A98-27A8-7F31-4F9EF08D31C4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987" name="사각형: 둥근 모서리 986">
              <a:extLst>
                <a:ext uri="{FF2B5EF4-FFF2-40B4-BE49-F238E27FC236}">
                  <a16:creationId xmlns:a16="http://schemas.microsoft.com/office/drawing/2014/main" id="{5D7604BA-8D65-5D61-7E98-5481EA1D9F7E}"/>
                </a:ext>
              </a:extLst>
            </p:cNvPr>
            <p:cNvSpPr/>
            <p:nvPr/>
          </p:nvSpPr>
          <p:spPr>
            <a:xfrm>
              <a:off x="5645145" y="3140870"/>
              <a:ext cx="127670" cy="110534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943" name="그림 942">
            <a:extLst>
              <a:ext uri="{FF2B5EF4-FFF2-40B4-BE49-F238E27FC236}">
                <a16:creationId xmlns:a16="http://schemas.microsoft.com/office/drawing/2014/main" id="{6C66BD95-60B2-D3B9-E0B2-AEF8505E4C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4958" y="5331176"/>
            <a:ext cx="174868" cy="153348"/>
          </a:xfrm>
          <a:prstGeom prst="rect">
            <a:avLst/>
          </a:prstGeom>
        </p:spPr>
      </p:pic>
      <p:sp>
        <p:nvSpPr>
          <p:cNvPr id="944" name="사각형: 둥근 모서리 943">
            <a:extLst>
              <a:ext uri="{FF2B5EF4-FFF2-40B4-BE49-F238E27FC236}">
                <a16:creationId xmlns:a16="http://schemas.microsoft.com/office/drawing/2014/main" id="{F0E12BEF-D751-8C1B-A7DC-D98C9C9F65FE}"/>
              </a:ext>
            </a:extLst>
          </p:cNvPr>
          <p:cNvSpPr/>
          <p:nvPr/>
        </p:nvSpPr>
        <p:spPr>
          <a:xfrm>
            <a:off x="2465148" y="5336604"/>
            <a:ext cx="426462" cy="142494"/>
          </a:xfrm>
          <a:prstGeom prst="roundRect">
            <a:avLst/>
          </a:prstGeom>
          <a:solidFill>
            <a:srgbClr val="1A0C2F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945" name="그림 944">
            <a:extLst>
              <a:ext uri="{FF2B5EF4-FFF2-40B4-BE49-F238E27FC236}">
                <a16:creationId xmlns:a16="http://schemas.microsoft.com/office/drawing/2014/main" id="{379E1186-C2D0-8040-F508-B61FCC9550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2308" y="5331176"/>
            <a:ext cx="174868" cy="153348"/>
          </a:xfrm>
          <a:prstGeom prst="rect">
            <a:avLst/>
          </a:prstGeom>
        </p:spPr>
      </p:pic>
      <p:sp>
        <p:nvSpPr>
          <p:cNvPr id="946" name="직사각형 945">
            <a:extLst>
              <a:ext uri="{FF2B5EF4-FFF2-40B4-BE49-F238E27FC236}">
                <a16:creationId xmlns:a16="http://schemas.microsoft.com/office/drawing/2014/main" id="{82D24745-CFAD-2037-F643-4202471FFFC7}"/>
              </a:ext>
            </a:extLst>
          </p:cNvPr>
          <p:cNvSpPr/>
          <p:nvPr/>
        </p:nvSpPr>
        <p:spPr>
          <a:xfrm>
            <a:off x="1488714" y="5553020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947" name="그룹 946">
            <a:extLst>
              <a:ext uri="{FF2B5EF4-FFF2-40B4-BE49-F238E27FC236}">
                <a16:creationId xmlns:a16="http://schemas.microsoft.com/office/drawing/2014/main" id="{A8A84970-876A-3CB6-CC92-E65D383233FD}"/>
              </a:ext>
            </a:extLst>
          </p:cNvPr>
          <p:cNvGrpSpPr/>
          <p:nvPr/>
        </p:nvGrpSpPr>
        <p:grpSpPr>
          <a:xfrm>
            <a:off x="1577487" y="5659317"/>
            <a:ext cx="238478" cy="233355"/>
            <a:chOff x="10356957" y="4935575"/>
            <a:chExt cx="321867" cy="314954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982" name="직사각형 981">
              <a:extLst>
                <a:ext uri="{FF2B5EF4-FFF2-40B4-BE49-F238E27FC236}">
                  <a16:creationId xmlns:a16="http://schemas.microsoft.com/office/drawing/2014/main" id="{E395CC5A-612B-5DA1-61AA-F432129FA49D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83" name="직사각형 982">
              <a:extLst>
                <a:ext uri="{FF2B5EF4-FFF2-40B4-BE49-F238E27FC236}">
                  <a16:creationId xmlns:a16="http://schemas.microsoft.com/office/drawing/2014/main" id="{7AFC4EB0-81CE-29F1-8E96-E94CE47E95EB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84" name="직사각형 983">
              <a:extLst>
                <a:ext uri="{FF2B5EF4-FFF2-40B4-BE49-F238E27FC236}">
                  <a16:creationId xmlns:a16="http://schemas.microsoft.com/office/drawing/2014/main" id="{55A4FC15-C5E7-AC94-8AE3-0668BF6C5CE7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85" name="직사각형 984">
              <a:extLst>
                <a:ext uri="{FF2B5EF4-FFF2-40B4-BE49-F238E27FC236}">
                  <a16:creationId xmlns:a16="http://schemas.microsoft.com/office/drawing/2014/main" id="{8AB840BF-40F3-A3EB-D17B-7A63DD9D3E22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948" name="그림 947">
            <a:extLst>
              <a:ext uri="{FF2B5EF4-FFF2-40B4-BE49-F238E27FC236}">
                <a16:creationId xmlns:a16="http://schemas.microsoft.com/office/drawing/2014/main" id="{D1716292-97EE-566E-07A6-D01DA6C72BC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6648" y="5707396"/>
            <a:ext cx="157615" cy="138217"/>
          </a:xfrm>
          <a:prstGeom prst="rect">
            <a:avLst/>
          </a:prstGeom>
        </p:spPr>
      </p:pic>
      <p:sp>
        <p:nvSpPr>
          <p:cNvPr id="949" name="직사각형 948">
            <a:extLst>
              <a:ext uri="{FF2B5EF4-FFF2-40B4-BE49-F238E27FC236}">
                <a16:creationId xmlns:a16="http://schemas.microsoft.com/office/drawing/2014/main" id="{DDEFE843-EC02-41A0-C1F4-74D1E77B1269}"/>
              </a:ext>
            </a:extLst>
          </p:cNvPr>
          <p:cNvSpPr/>
          <p:nvPr/>
        </p:nvSpPr>
        <p:spPr>
          <a:xfrm>
            <a:off x="1973866" y="5553020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950" name="그룹 949">
            <a:extLst>
              <a:ext uri="{FF2B5EF4-FFF2-40B4-BE49-F238E27FC236}">
                <a16:creationId xmlns:a16="http://schemas.microsoft.com/office/drawing/2014/main" id="{9CAE90DF-8AD0-3DFF-4C49-5D1C54A38B3B}"/>
              </a:ext>
            </a:extLst>
          </p:cNvPr>
          <p:cNvGrpSpPr/>
          <p:nvPr/>
        </p:nvGrpSpPr>
        <p:grpSpPr>
          <a:xfrm>
            <a:off x="2062639" y="5594927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976" name="직사각형 975">
              <a:extLst>
                <a:ext uri="{FF2B5EF4-FFF2-40B4-BE49-F238E27FC236}">
                  <a16:creationId xmlns:a16="http://schemas.microsoft.com/office/drawing/2014/main" id="{C32D7C84-B9D3-7F75-52E2-807E52C47DD5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7" name="직사각형 976">
              <a:extLst>
                <a:ext uri="{FF2B5EF4-FFF2-40B4-BE49-F238E27FC236}">
                  <a16:creationId xmlns:a16="http://schemas.microsoft.com/office/drawing/2014/main" id="{3D893705-D68F-8CFD-38EF-075587233939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8" name="직사각형 977">
              <a:extLst>
                <a:ext uri="{FF2B5EF4-FFF2-40B4-BE49-F238E27FC236}">
                  <a16:creationId xmlns:a16="http://schemas.microsoft.com/office/drawing/2014/main" id="{E488E77E-AD4F-1165-0CE2-D4DB6FA0BA5B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9" name="직사각형 978">
              <a:extLst>
                <a:ext uri="{FF2B5EF4-FFF2-40B4-BE49-F238E27FC236}">
                  <a16:creationId xmlns:a16="http://schemas.microsoft.com/office/drawing/2014/main" id="{2DCE19B0-E576-8603-6317-244819414604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80" name="직사각형 979">
              <a:extLst>
                <a:ext uri="{FF2B5EF4-FFF2-40B4-BE49-F238E27FC236}">
                  <a16:creationId xmlns:a16="http://schemas.microsoft.com/office/drawing/2014/main" id="{36558A15-E4B3-9DF7-C23E-1325CAB6F5FC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81" name="직사각형 980">
              <a:extLst>
                <a:ext uri="{FF2B5EF4-FFF2-40B4-BE49-F238E27FC236}">
                  <a16:creationId xmlns:a16="http://schemas.microsoft.com/office/drawing/2014/main" id="{68F4866B-6224-5218-221B-ACE45751168E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951" name="그림 950">
            <a:extLst>
              <a:ext uri="{FF2B5EF4-FFF2-40B4-BE49-F238E27FC236}">
                <a16:creationId xmlns:a16="http://schemas.microsoft.com/office/drawing/2014/main" id="{AF1FC7CA-CCEE-CA73-D249-0D66C40BDD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1801" y="5678875"/>
            <a:ext cx="157615" cy="138217"/>
          </a:xfrm>
          <a:prstGeom prst="rect">
            <a:avLst/>
          </a:prstGeom>
        </p:spPr>
      </p:pic>
      <p:sp>
        <p:nvSpPr>
          <p:cNvPr id="952" name="직사각형 951">
            <a:extLst>
              <a:ext uri="{FF2B5EF4-FFF2-40B4-BE49-F238E27FC236}">
                <a16:creationId xmlns:a16="http://schemas.microsoft.com/office/drawing/2014/main" id="{66C786F4-88B1-9469-6261-D8A84F2DB619}"/>
              </a:ext>
            </a:extLst>
          </p:cNvPr>
          <p:cNvSpPr/>
          <p:nvPr/>
        </p:nvSpPr>
        <p:spPr>
          <a:xfrm>
            <a:off x="2459018" y="5553020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953" name="그룹 952">
            <a:extLst>
              <a:ext uri="{FF2B5EF4-FFF2-40B4-BE49-F238E27FC236}">
                <a16:creationId xmlns:a16="http://schemas.microsoft.com/office/drawing/2014/main" id="{655CED56-837D-6D62-F9B0-AC56367381C9}"/>
              </a:ext>
            </a:extLst>
          </p:cNvPr>
          <p:cNvGrpSpPr/>
          <p:nvPr/>
        </p:nvGrpSpPr>
        <p:grpSpPr>
          <a:xfrm>
            <a:off x="2547791" y="5594927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970" name="직사각형 969">
              <a:extLst>
                <a:ext uri="{FF2B5EF4-FFF2-40B4-BE49-F238E27FC236}">
                  <a16:creationId xmlns:a16="http://schemas.microsoft.com/office/drawing/2014/main" id="{B060B163-8A31-E5A9-4514-3E455C432319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1" name="직사각형 970">
              <a:extLst>
                <a:ext uri="{FF2B5EF4-FFF2-40B4-BE49-F238E27FC236}">
                  <a16:creationId xmlns:a16="http://schemas.microsoft.com/office/drawing/2014/main" id="{A5F3DD50-8F02-E289-9FEC-82C5FEDBDB1F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2" name="직사각형 971">
              <a:extLst>
                <a:ext uri="{FF2B5EF4-FFF2-40B4-BE49-F238E27FC236}">
                  <a16:creationId xmlns:a16="http://schemas.microsoft.com/office/drawing/2014/main" id="{7FF36753-E5CC-A39F-F183-87D7449F2047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3" name="직사각형 972">
              <a:extLst>
                <a:ext uri="{FF2B5EF4-FFF2-40B4-BE49-F238E27FC236}">
                  <a16:creationId xmlns:a16="http://schemas.microsoft.com/office/drawing/2014/main" id="{98C0A025-D654-DE0F-68DC-D34FE5DA251E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4" name="직사각형 973">
              <a:extLst>
                <a:ext uri="{FF2B5EF4-FFF2-40B4-BE49-F238E27FC236}">
                  <a16:creationId xmlns:a16="http://schemas.microsoft.com/office/drawing/2014/main" id="{FF5652CE-1AB8-E9C9-F847-BE4BAEC298BA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5" name="직사각형 974">
              <a:extLst>
                <a:ext uri="{FF2B5EF4-FFF2-40B4-BE49-F238E27FC236}">
                  <a16:creationId xmlns:a16="http://schemas.microsoft.com/office/drawing/2014/main" id="{20ECCA83-FC91-2419-A7E3-0C04EC04ECAC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954" name="그림 953">
            <a:extLst>
              <a:ext uri="{FF2B5EF4-FFF2-40B4-BE49-F238E27FC236}">
                <a16:creationId xmlns:a16="http://schemas.microsoft.com/office/drawing/2014/main" id="{DB5850FB-A541-E459-25DD-839C0242B3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6953" y="5678875"/>
            <a:ext cx="157615" cy="138217"/>
          </a:xfrm>
          <a:prstGeom prst="rect">
            <a:avLst/>
          </a:prstGeom>
        </p:spPr>
      </p:pic>
      <p:grpSp>
        <p:nvGrpSpPr>
          <p:cNvPr id="955" name="그룹 954">
            <a:extLst>
              <a:ext uri="{FF2B5EF4-FFF2-40B4-BE49-F238E27FC236}">
                <a16:creationId xmlns:a16="http://schemas.microsoft.com/office/drawing/2014/main" id="{7F4D9BAE-BCEA-365B-F6B6-B303FAA266ED}"/>
              </a:ext>
            </a:extLst>
          </p:cNvPr>
          <p:cNvGrpSpPr/>
          <p:nvPr/>
        </p:nvGrpSpPr>
        <p:grpSpPr>
          <a:xfrm>
            <a:off x="2951339" y="5336604"/>
            <a:ext cx="426463" cy="142494"/>
            <a:chOff x="5645144" y="3140870"/>
            <a:chExt cx="249768" cy="110534"/>
          </a:xfrm>
        </p:grpSpPr>
        <p:sp>
          <p:nvSpPr>
            <p:cNvPr id="968" name="사각형: 둥근 모서리 967">
              <a:extLst>
                <a:ext uri="{FF2B5EF4-FFF2-40B4-BE49-F238E27FC236}">
                  <a16:creationId xmlns:a16="http://schemas.microsoft.com/office/drawing/2014/main" id="{2459E647-D80E-1AE7-8B60-FB2799DEBD7A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969" name="사각형: 둥근 모서리 968">
              <a:extLst>
                <a:ext uri="{FF2B5EF4-FFF2-40B4-BE49-F238E27FC236}">
                  <a16:creationId xmlns:a16="http://schemas.microsoft.com/office/drawing/2014/main" id="{8F9AE739-C31E-8945-7D00-2B3AAEF56728}"/>
                </a:ext>
              </a:extLst>
            </p:cNvPr>
            <p:cNvSpPr/>
            <p:nvPr/>
          </p:nvSpPr>
          <p:spPr>
            <a:xfrm>
              <a:off x="5645145" y="3140870"/>
              <a:ext cx="147352" cy="110534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pic>
        <p:nvPicPr>
          <p:cNvPr id="956" name="그림 955">
            <a:extLst>
              <a:ext uri="{FF2B5EF4-FFF2-40B4-BE49-F238E27FC236}">
                <a16:creationId xmlns:a16="http://schemas.microsoft.com/office/drawing/2014/main" id="{BC97A81F-88D8-4E7A-CACE-CFC4FAC6366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502" y="5331176"/>
            <a:ext cx="174868" cy="153348"/>
          </a:xfrm>
          <a:prstGeom prst="rect">
            <a:avLst/>
          </a:prstGeom>
        </p:spPr>
      </p:pic>
      <p:sp>
        <p:nvSpPr>
          <p:cNvPr id="957" name="TextBox 956">
            <a:extLst>
              <a:ext uri="{FF2B5EF4-FFF2-40B4-BE49-F238E27FC236}">
                <a16:creationId xmlns:a16="http://schemas.microsoft.com/office/drawing/2014/main" id="{ED25A2CC-51BE-882D-0BDF-512A30009922}"/>
              </a:ext>
            </a:extLst>
          </p:cNvPr>
          <p:cNvSpPr txBox="1"/>
          <p:nvPr/>
        </p:nvSpPr>
        <p:spPr>
          <a:xfrm>
            <a:off x="2682321" y="5349562"/>
            <a:ext cx="308097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958" name="TextBox 957">
            <a:extLst>
              <a:ext uri="{FF2B5EF4-FFF2-40B4-BE49-F238E27FC236}">
                <a16:creationId xmlns:a16="http://schemas.microsoft.com/office/drawing/2014/main" id="{C2C9D2F7-C754-F757-FA29-443D64C7DB88}"/>
              </a:ext>
            </a:extLst>
          </p:cNvPr>
          <p:cNvSpPr txBox="1"/>
          <p:nvPr/>
        </p:nvSpPr>
        <p:spPr>
          <a:xfrm>
            <a:off x="1179127" y="5349562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959" name="TextBox 958">
            <a:extLst>
              <a:ext uri="{FF2B5EF4-FFF2-40B4-BE49-F238E27FC236}">
                <a16:creationId xmlns:a16="http://schemas.microsoft.com/office/drawing/2014/main" id="{53B2A580-4E22-F0CD-02F0-EC51C558E6F9}"/>
              </a:ext>
            </a:extLst>
          </p:cNvPr>
          <p:cNvSpPr txBox="1"/>
          <p:nvPr/>
        </p:nvSpPr>
        <p:spPr>
          <a:xfrm>
            <a:off x="1665235" y="5349562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960" name="TextBox 959">
            <a:extLst>
              <a:ext uri="{FF2B5EF4-FFF2-40B4-BE49-F238E27FC236}">
                <a16:creationId xmlns:a16="http://schemas.microsoft.com/office/drawing/2014/main" id="{3E892372-DD11-8587-EC05-7B48F73BEE02}"/>
              </a:ext>
            </a:extLst>
          </p:cNvPr>
          <p:cNvSpPr txBox="1"/>
          <p:nvPr/>
        </p:nvSpPr>
        <p:spPr>
          <a:xfrm>
            <a:off x="2129605" y="5349562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961" name="TextBox 960">
            <a:extLst>
              <a:ext uri="{FF2B5EF4-FFF2-40B4-BE49-F238E27FC236}">
                <a16:creationId xmlns:a16="http://schemas.microsoft.com/office/drawing/2014/main" id="{B014CE22-FACC-C584-BD3B-C47773872E9F}"/>
              </a:ext>
            </a:extLst>
          </p:cNvPr>
          <p:cNvSpPr txBox="1"/>
          <p:nvPr/>
        </p:nvSpPr>
        <p:spPr>
          <a:xfrm>
            <a:off x="3127570" y="5349562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40%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73D8A9A-8160-4790-B7DE-07A253F09146}"/>
              </a:ext>
            </a:extLst>
          </p:cNvPr>
          <p:cNvSpPr txBox="1"/>
          <p:nvPr/>
        </p:nvSpPr>
        <p:spPr>
          <a:xfrm>
            <a:off x="4292949" y="1542838"/>
            <a:ext cx="7454605" cy="46550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전투 웨이브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전투 웨이브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검토 필요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전투 웨이브일 때는 화면을 확대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축소 및 화면 이동을 할 수 있음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참고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전투 웨이브 중 언제든 타워를 배치하거나 합성할 수 있음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각 웨이브마다 등장 가능한 몬스터 수량이 정해짐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몬스터는 맵 끝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칸 라인에서 소환되며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플레이어를 향해 다가옴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언더 다크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몬스터가 트럭에 닿으면 몬스터 공격력에 따라 트럭의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HP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감소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아삭이랑 추가 논의 필요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전투 중 적을 처치하면 트럭 경험치 상승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화면 위 게이지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 레벨업 시 뱀서라이크 특유의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3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지선다 선택지 등장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선택지에서 등장하는 효과는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강화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공격력 증가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 체력 증가 등으로 구성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강화의 경우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공격력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%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상승 뿐만 아니라 각 타워의 개성 있는 효과들이 제공됨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(Ex,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투사체 개수 증가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or 2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회 공격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or 1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회 튕김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or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적중 시 폭발 등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거듭된 레벨업으로 타워 효과를 모두 개방한 경우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공격력 증가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 체력 증가 등의 옵션이 반복 등장</a:t>
            </a:r>
          </a:p>
          <a:p>
            <a:pPr defTabSz="180000">
              <a:lnSpc>
                <a:spcPct val="120000"/>
              </a:lnSpc>
            </a:pPr>
            <a:endParaRPr lang="ko-KR" altLang="en-US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승리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패배 조건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웨이브의 모든 적을 처치하면 승리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전투 웨이브에서 승리 시 다음 웨이브가 없다면 전투 종료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있다면 빌드업 웨이브로 전환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트럭의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HP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가 바닥나면 패배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아삭이랑 추가 논의 필요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	- 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중요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만약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전투 웨이브 후 빌드업 웨이브가 남아 있다면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배치한 타워는 자리를 기억하되 비활성화 처리됨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			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빌드업 웨이브 중에는 안 보이지만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빌드업 웨이브가 끝나면 다시 보이는 형태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0964BB4D-2729-4EBB-A950-A1655DDDDD6A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A4136020-009E-410A-B504-B46040E9F79B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5" name="사각형: 둥근 모서리 124">
            <a:extLst>
              <a:ext uri="{FF2B5EF4-FFF2-40B4-BE49-F238E27FC236}">
                <a16:creationId xmlns:a16="http://schemas.microsoft.com/office/drawing/2014/main" id="{64CFBD61-4101-429B-933C-A35308990A34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02375FE3-F44D-492E-BF5B-B280105370EE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27" name="그림 126">
            <a:extLst>
              <a:ext uri="{FF2B5EF4-FFF2-40B4-BE49-F238E27FC236}">
                <a16:creationId xmlns:a16="http://schemas.microsoft.com/office/drawing/2014/main" id="{98199542-597B-4E0A-88ED-D919B2B97A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F3D18BA5-3FEE-493E-8589-61E563F5B705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EFB26407-97F9-496F-8AE1-B31690CF428D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30" name="사각형: 둥근 모서리 129">
              <a:extLst>
                <a:ext uri="{FF2B5EF4-FFF2-40B4-BE49-F238E27FC236}">
                  <a16:creationId xmlns:a16="http://schemas.microsoft.com/office/drawing/2014/main" id="{735CA17F-2730-4C3C-BF6E-FE28D6FC6D99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31" name="TextBox 130">
            <a:extLst>
              <a:ext uri="{FF2B5EF4-FFF2-40B4-BE49-F238E27FC236}">
                <a16:creationId xmlns:a16="http://schemas.microsoft.com/office/drawing/2014/main" id="{FA01F3CF-F276-42D3-81E9-2C7932BA31B2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32" name="Picture 2" descr="돋보기 - 무료 도구 및기구개 아이콘">
            <a:extLst>
              <a:ext uri="{FF2B5EF4-FFF2-40B4-BE49-F238E27FC236}">
                <a16:creationId xmlns:a16="http://schemas.microsoft.com/office/drawing/2014/main" id="{C9AEC05C-09DB-4BC6-A16F-1599740698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3" name="직사각형 132">
            <a:extLst>
              <a:ext uri="{FF2B5EF4-FFF2-40B4-BE49-F238E27FC236}">
                <a16:creationId xmlns:a16="http://schemas.microsoft.com/office/drawing/2014/main" id="{55FFEE8A-A5F6-47CB-B421-715AA783328B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35F651E3-CA6D-419E-AD00-498F2F657172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24C64C45-9789-42EF-B35A-2DE0F77590D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6D8DA5C-FFCD-48DE-AF2E-9B0B6D0AECA2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B63B3CA7-8A82-4B65-9094-791C79C81ED7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7BBC8CF1-4246-45FD-BE8E-CCD880BB7BAA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40B17F87-EA25-45CC-BD37-8F49FE1073A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A10E3593-0FA3-4891-95C7-4E292CCCEAE7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</p:spTree>
    <p:extLst>
      <p:ext uri="{BB962C8B-B14F-4D97-AF65-F5344CB8AC3E}">
        <p14:creationId xmlns:p14="http://schemas.microsoft.com/office/powerpoint/2010/main" val="17817289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574E10-AE83-7EF2-547B-E798C992F42F}"/>
              </a:ext>
            </a:extLst>
          </p:cNvPr>
          <p:cNvSpPr txBox="1"/>
          <p:nvPr/>
        </p:nvSpPr>
        <p:spPr>
          <a:xfrm>
            <a:off x="840746" y="513168"/>
            <a:ext cx="11881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3.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기능 점검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0B2122-17E3-CA47-3B51-C43077C3F2B4}"/>
              </a:ext>
            </a:extLst>
          </p:cNvPr>
          <p:cNvSpPr txBox="1"/>
          <p:nvPr/>
        </p:nvSpPr>
        <p:spPr>
          <a:xfrm>
            <a:off x="745699" y="755794"/>
            <a:ext cx="3938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기능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-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빌드업 웨이브</a:t>
            </a:r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AF1B28-0655-0853-5617-0E11EAE48EA6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7930057A-48BE-D194-D85C-30F4D13B8193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6F20E49F-AC39-F96E-93AE-3CEE442AECA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D155EF04-DDF9-AAED-9069-086CF50E021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4B515609-732D-A3B3-1460-03688B93EE71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7" name="사각형: 둥근 모서리 586">
            <a:extLst>
              <a:ext uri="{FF2B5EF4-FFF2-40B4-BE49-F238E27FC236}">
                <a16:creationId xmlns:a16="http://schemas.microsoft.com/office/drawing/2014/main" id="{604B057E-071C-A6F0-0F0C-578DA8A969CC}"/>
              </a:ext>
            </a:extLst>
          </p:cNvPr>
          <p:cNvSpPr/>
          <p:nvPr/>
        </p:nvSpPr>
        <p:spPr>
          <a:xfrm>
            <a:off x="944253" y="5310776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588" name="그림 587">
            <a:extLst>
              <a:ext uri="{FF2B5EF4-FFF2-40B4-BE49-F238E27FC236}">
                <a16:creationId xmlns:a16="http://schemas.microsoft.com/office/drawing/2014/main" id="{61293497-4E12-A7F6-10CE-43AE8729F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473417" y="3889988"/>
            <a:ext cx="223412" cy="195916"/>
          </a:xfrm>
          <a:prstGeom prst="rect">
            <a:avLst/>
          </a:prstGeom>
        </p:spPr>
      </p:pic>
      <p:pic>
        <p:nvPicPr>
          <p:cNvPr id="589" name="그림 588">
            <a:extLst>
              <a:ext uri="{FF2B5EF4-FFF2-40B4-BE49-F238E27FC236}">
                <a16:creationId xmlns:a16="http://schemas.microsoft.com/office/drawing/2014/main" id="{6E40E48E-B4E3-F34C-E0B7-D35A94FDBC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590" name="그림 589">
            <a:extLst>
              <a:ext uri="{FF2B5EF4-FFF2-40B4-BE49-F238E27FC236}">
                <a16:creationId xmlns:a16="http://schemas.microsoft.com/office/drawing/2014/main" id="{FD128118-4850-0402-1C54-C02ABE7E8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591" name="그림 590">
            <a:extLst>
              <a:ext uri="{FF2B5EF4-FFF2-40B4-BE49-F238E27FC236}">
                <a16:creationId xmlns:a16="http://schemas.microsoft.com/office/drawing/2014/main" id="{8305339C-9C72-A4E8-DE48-915D7C59EA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pic>
        <p:nvPicPr>
          <p:cNvPr id="593" name="그림 592">
            <a:extLst>
              <a:ext uri="{FF2B5EF4-FFF2-40B4-BE49-F238E27FC236}">
                <a16:creationId xmlns:a16="http://schemas.microsoft.com/office/drawing/2014/main" id="{4794037C-47E7-D62B-F814-8E7BD6877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279" y="3496355"/>
            <a:ext cx="247730" cy="217240"/>
          </a:xfrm>
          <a:prstGeom prst="rect">
            <a:avLst/>
          </a:prstGeom>
        </p:spPr>
      </p:pic>
      <p:pic>
        <p:nvPicPr>
          <p:cNvPr id="594" name="그림 593">
            <a:extLst>
              <a:ext uri="{FF2B5EF4-FFF2-40B4-BE49-F238E27FC236}">
                <a16:creationId xmlns:a16="http://schemas.microsoft.com/office/drawing/2014/main" id="{5E9507FB-C605-9643-1904-0174E4F83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153" y="3714630"/>
            <a:ext cx="247730" cy="217240"/>
          </a:xfrm>
          <a:prstGeom prst="rect">
            <a:avLst/>
          </a:prstGeom>
        </p:spPr>
      </p:pic>
      <p:pic>
        <p:nvPicPr>
          <p:cNvPr id="595" name="그림 594">
            <a:extLst>
              <a:ext uri="{FF2B5EF4-FFF2-40B4-BE49-F238E27FC236}">
                <a16:creationId xmlns:a16="http://schemas.microsoft.com/office/drawing/2014/main" id="{25995823-2ECF-A751-49A2-E9F207F17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596" name="그림 595">
            <a:extLst>
              <a:ext uri="{FF2B5EF4-FFF2-40B4-BE49-F238E27FC236}">
                <a16:creationId xmlns:a16="http://schemas.microsoft.com/office/drawing/2014/main" id="{9CCEA169-3EBF-2255-9C56-97EA995EA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597" name="그림 596">
            <a:extLst>
              <a:ext uri="{FF2B5EF4-FFF2-40B4-BE49-F238E27FC236}">
                <a16:creationId xmlns:a16="http://schemas.microsoft.com/office/drawing/2014/main" id="{C6A7F366-23C1-E570-C348-FB1623C93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598" name="그림 597">
            <a:extLst>
              <a:ext uri="{FF2B5EF4-FFF2-40B4-BE49-F238E27FC236}">
                <a16:creationId xmlns:a16="http://schemas.microsoft.com/office/drawing/2014/main" id="{BF671C1F-1B1C-0A2C-16AD-990FA0963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sp>
        <p:nvSpPr>
          <p:cNvPr id="599" name="사각형: 둥근 모서리 598">
            <a:extLst>
              <a:ext uri="{FF2B5EF4-FFF2-40B4-BE49-F238E27FC236}">
                <a16:creationId xmlns:a16="http://schemas.microsoft.com/office/drawing/2014/main" id="{D8E5633C-B6C8-1C68-4B94-5F7FA4F91131}"/>
              </a:ext>
            </a:extLst>
          </p:cNvPr>
          <p:cNvSpPr/>
          <p:nvPr/>
        </p:nvSpPr>
        <p:spPr>
          <a:xfrm>
            <a:off x="944253" y="5303495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grpSp>
        <p:nvGrpSpPr>
          <p:cNvPr id="600" name="그룹 599">
            <a:extLst>
              <a:ext uri="{FF2B5EF4-FFF2-40B4-BE49-F238E27FC236}">
                <a16:creationId xmlns:a16="http://schemas.microsoft.com/office/drawing/2014/main" id="{946E8AA8-A7B5-367D-4C98-A465698419B9}"/>
              </a:ext>
            </a:extLst>
          </p:cNvPr>
          <p:cNvGrpSpPr/>
          <p:nvPr/>
        </p:nvGrpSpPr>
        <p:grpSpPr>
          <a:xfrm>
            <a:off x="979019" y="5327739"/>
            <a:ext cx="449300" cy="153348"/>
            <a:chOff x="5671221" y="5337754"/>
            <a:chExt cx="449300" cy="153348"/>
          </a:xfrm>
        </p:grpSpPr>
        <p:grpSp>
          <p:nvGrpSpPr>
            <p:cNvPr id="627" name="그룹 626">
              <a:extLst>
                <a:ext uri="{FF2B5EF4-FFF2-40B4-BE49-F238E27FC236}">
                  <a16:creationId xmlns:a16="http://schemas.microsoft.com/office/drawing/2014/main" id="{DC6A5F39-DE1F-FAD0-A70B-2250C567E9E0}"/>
                </a:ext>
              </a:extLst>
            </p:cNvPr>
            <p:cNvGrpSpPr/>
            <p:nvPr/>
          </p:nvGrpSpPr>
          <p:grpSpPr>
            <a:xfrm>
              <a:off x="5694058" y="5343182"/>
              <a:ext cx="426463" cy="142494"/>
              <a:chOff x="5645144" y="3140870"/>
              <a:chExt cx="249768" cy="110534"/>
            </a:xfrm>
          </p:grpSpPr>
          <p:sp>
            <p:nvSpPr>
              <p:cNvPr id="629" name="사각형: 둥근 모서리 628">
                <a:extLst>
                  <a:ext uri="{FF2B5EF4-FFF2-40B4-BE49-F238E27FC236}">
                    <a16:creationId xmlns:a16="http://schemas.microsoft.com/office/drawing/2014/main" id="{35D3F957-0D85-EBC2-4AA0-BACF5054ACF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30" name="사각형: 둥근 모서리 629">
                <a:extLst>
                  <a:ext uri="{FF2B5EF4-FFF2-40B4-BE49-F238E27FC236}">
                    <a16:creationId xmlns:a16="http://schemas.microsoft.com/office/drawing/2014/main" id="{4046F72C-FC46-FF4F-D6C4-A1A13A97DEB9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8" name="그림 627">
              <a:extLst>
                <a:ext uri="{FF2B5EF4-FFF2-40B4-BE49-F238E27FC236}">
                  <a16:creationId xmlns:a16="http://schemas.microsoft.com/office/drawing/2014/main" id="{B6E59BA9-5D81-8159-28D3-5DBBF4F1F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122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1" name="그룹 600">
            <a:extLst>
              <a:ext uri="{FF2B5EF4-FFF2-40B4-BE49-F238E27FC236}">
                <a16:creationId xmlns:a16="http://schemas.microsoft.com/office/drawing/2014/main" id="{1C381BC2-D006-F740-3A54-CEBD1F6691DF}"/>
              </a:ext>
            </a:extLst>
          </p:cNvPr>
          <p:cNvGrpSpPr/>
          <p:nvPr/>
        </p:nvGrpSpPr>
        <p:grpSpPr>
          <a:xfrm>
            <a:off x="1466369" y="5327739"/>
            <a:ext cx="449300" cy="153348"/>
            <a:chOff x="6136251" y="5337754"/>
            <a:chExt cx="449300" cy="153348"/>
          </a:xfrm>
        </p:grpSpPr>
        <p:grpSp>
          <p:nvGrpSpPr>
            <p:cNvPr id="623" name="그룹 622">
              <a:extLst>
                <a:ext uri="{FF2B5EF4-FFF2-40B4-BE49-F238E27FC236}">
                  <a16:creationId xmlns:a16="http://schemas.microsoft.com/office/drawing/2014/main" id="{0EF9329F-14E0-4CEF-82ED-D19C56E037C4}"/>
                </a:ext>
              </a:extLst>
            </p:cNvPr>
            <p:cNvGrpSpPr/>
            <p:nvPr/>
          </p:nvGrpSpPr>
          <p:grpSpPr>
            <a:xfrm>
              <a:off x="6159088" y="5343182"/>
              <a:ext cx="426463" cy="142494"/>
              <a:chOff x="5645144" y="3140870"/>
              <a:chExt cx="249768" cy="110534"/>
            </a:xfrm>
          </p:grpSpPr>
          <p:sp>
            <p:nvSpPr>
              <p:cNvPr id="625" name="사각형: 둥근 모서리 624">
                <a:extLst>
                  <a:ext uri="{FF2B5EF4-FFF2-40B4-BE49-F238E27FC236}">
                    <a16:creationId xmlns:a16="http://schemas.microsoft.com/office/drawing/2014/main" id="{084CF385-9D04-C20C-5552-E7BC6C0658AC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6" name="사각형: 둥근 모서리 625">
                <a:extLst>
                  <a:ext uri="{FF2B5EF4-FFF2-40B4-BE49-F238E27FC236}">
                    <a16:creationId xmlns:a16="http://schemas.microsoft.com/office/drawing/2014/main" id="{76A16AFB-C033-B177-9D45-771325218EA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4" name="그림 623">
              <a:extLst>
                <a:ext uri="{FF2B5EF4-FFF2-40B4-BE49-F238E27FC236}">
                  <a16:creationId xmlns:a16="http://schemas.microsoft.com/office/drawing/2014/main" id="{CE588951-ADD2-68D9-D096-36A467B8D9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625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B6A1EDCA-0EA0-9221-21A7-7DB6883478EB}"/>
              </a:ext>
            </a:extLst>
          </p:cNvPr>
          <p:cNvGrpSpPr/>
          <p:nvPr/>
        </p:nvGrpSpPr>
        <p:grpSpPr>
          <a:xfrm>
            <a:off x="1953719" y="5327739"/>
            <a:ext cx="449300" cy="153348"/>
            <a:chOff x="6601281" y="5337754"/>
            <a:chExt cx="449300" cy="153348"/>
          </a:xfrm>
        </p:grpSpPr>
        <p:grpSp>
          <p:nvGrpSpPr>
            <p:cNvPr id="619" name="그룹 618">
              <a:extLst>
                <a:ext uri="{FF2B5EF4-FFF2-40B4-BE49-F238E27FC236}">
                  <a16:creationId xmlns:a16="http://schemas.microsoft.com/office/drawing/2014/main" id="{501A2A47-2615-6FB1-74B7-3847B2861D29}"/>
                </a:ext>
              </a:extLst>
            </p:cNvPr>
            <p:cNvGrpSpPr/>
            <p:nvPr/>
          </p:nvGrpSpPr>
          <p:grpSpPr>
            <a:xfrm>
              <a:off x="6624118" y="5343182"/>
              <a:ext cx="426463" cy="142494"/>
              <a:chOff x="5645144" y="3140870"/>
              <a:chExt cx="249768" cy="110534"/>
            </a:xfrm>
          </p:grpSpPr>
          <p:sp>
            <p:nvSpPr>
              <p:cNvPr id="621" name="사각형: 둥근 모서리 620">
                <a:extLst>
                  <a:ext uri="{FF2B5EF4-FFF2-40B4-BE49-F238E27FC236}">
                    <a16:creationId xmlns:a16="http://schemas.microsoft.com/office/drawing/2014/main" id="{DE0A7AA7-A4F9-9050-92AF-33245D5A91EF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2" name="사각형: 둥근 모서리 621">
                <a:extLst>
                  <a:ext uri="{FF2B5EF4-FFF2-40B4-BE49-F238E27FC236}">
                    <a16:creationId xmlns:a16="http://schemas.microsoft.com/office/drawing/2014/main" id="{FE54677E-7BEA-95BF-2AFD-74F7F3BB5E49}"/>
                  </a:ext>
                </a:extLst>
              </p:cNvPr>
              <p:cNvSpPr/>
              <p:nvPr/>
            </p:nvSpPr>
            <p:spPr>
              <a:xfrm>
                <a:off x="5645145" y="3140870"/>
                <a:ext cx="100989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0" name="그림 619">
              <a:extLst>
                <a:ext uri="{FF2B5EF4-FFF2-40B4-BE49-F238E27FC236}">
                  <a16:creationId xmlns:a16="http://schemas.microsoft.com/office/drawing/2014/main" id="{89537D4F-BA7F-E157-83BE-586ECEF8CC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128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3" name="그룹 602">
            <a:extLst>
              <a:ext uri="{FF2B5EF4-FFF2-40B4-BE49-F238E27FC236}">
                <a16:creationId xmlns:a16="http://schemas.microsoft.com/office/drawing/2014/main" id="{6D897065-BEDE-E5A0-5A3D-A0089CAFFFA1}"/>
              </a:ext>
            </a:extLst>
          </p:cNvPr>
          <p:cNvGrpSpPr/>
          <p:nvPr/>
        </p:nvGrpSpPr>
        <p:grpSpPr>
          <a:xfrm>
            <a:off x="2441069" y="5327739"/>
            <a:ext cx="449302" cy="153348"/>
            <a:chOff x="7066312" y="5337754"/>
            <a:chExt cx="449302" cy="153348"/>
          </a:xfrm>
        </p:grpSpPr>
        <p:grpSp>
          <p:nvGrpSpPr>
            <p:cNvPr id="615" name="그룹 614">
              <a:extLst>
                <a:ext uri="{FF2B5EF4-FFF2-40B4-BE49-F238E27FC236}">
                  <a16:creationId xmlns:a16="http://schemas.microsoft.com/office/drawing/2014/main" id="{465722E4-6621-1584-8716-DE5C965B82B5}"/>
                </a:ext>
              </a:extLst>
            </p:cNvPr>
            <p:cNvGrpSpPr/>
            <p:nvPr/>
          </p:nvGrpSpPr>
          <p:grpSpPr>
            <a:xfrm>
              <a:off x="7089150" y="5343182"/>
              <a:ext cx="426464" cy="142494"/>
              <a:chOff x="5645143" y="3140870"/>
              <a:chExt cx="249769" cy="110534"/>
            </a:xfrm>
          </p:grpSpPr>
          <p:sp>
            <p:nvSpPr>
              <p:cNvPr id="617" name="사각형: 둥근 모서리 616">
                <a:extLst>
                  <a:ext uri="{FF2B5EF4-FFF2-40B4-BE49-F238E27FC236}">
                    <a16:creationId xmlns:a16="http://schemas.microsoft.com/office/drawing/2014/main" id="{C9DF1A39-4AFF-F919-6FC4-29C5592BFAC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8" name="사각형: 둥근 모서리 617">
                <a:extLst>
                  <a:ext uri="{FF2B5EF4-FFF2-40B4-BE49-F238E27FC236}">
                    <a16:creationId xmlns:a16="http://schemas.microsoft.com/office/drawing/2014/main" id="{233A1B8F-EE4B-1E48-EFA5-B67D4893C8AB}"/>
                  </a:ext>
                </a:extLst>
              </p:cNvPr>
              <p:cNvSpPr/>
              <p:nvPr/>
            </p:nvSpPr>
            <p:spPr>
              <a:xfrm>
                <a:off x="5645143" y="3140870"/>
                <a:ext cx="247306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6" name="그림 615">
              <a:extLst>
                <a:ext uri="{FF2B5EF4-FFF2-40B4-BE49-F238E27FC236}">
                  <a16:creationId xmlns:a16="http://schemas.microsoft.com/office/drawing/2014/main" id="{7CCC701C-9D3F-4F63-C236-FAD5196FB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6312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4" name="그룹 603">
            <a:extLst>
              <a:ext uri="{FF2B5EF4-FFF2-40B4-BE49-F238E27FC236}">
                <a16:creationId xmlns:a16="http://schemas.microsoft.com/office/drawing/2014/main" id="{4EE6B4B3-773C-4DF0-A166-5F9364E8F4EB}"/>
              </a:ext>
            </a:extLst>
          </p:cNvPr>
          <p:cNvGrpSpPr/>
          <p:nvPr/>
        </p:nvGrpSpPr>
        <p:grpSpPr>
          <a:xfrm>
            <a:off x="2928420" y="5327739"/>
            <a:ext cx="449299" cy="153348"/>
            <a:chOff x="7531343" y="5337754"/>
            <a:chExt cx="449299" cy="153348"/>
          </a:xfrm>
        </p:grpSpPr>
        <p:grpSp>
          <p:nvGrpSpPr>
            <p:cNvPr id="611" name="그룹 610">
              <a:extLst>
                <a:ext uri="{FF2B5EF4-FFF2-40B4-BE49-F238E27FC236}">
                  <a16:creationId xmlns:a16="http://schemas.microsoft.com/office/drawing/2014/main" id="{58270948-DE66-9C7E-BBB3-00CEAEAB46CF}"/>
                </a:ext>
              </a:extLst>
            </p:cNvPr>
            <p:cNvGrpSpPr/>
            <p:nvPr/>
          </p:nvGrpSpPr>
          <p:grpSpPr>
            <a:xfrm>
              <a:off x="7554179" y="5343182"/>
              <a:ext cx="426463" cy="142494"/>
              <a:chOff x="5645144" y="3140870"/>
              <a:chExt cx="249768" cy="110534"/>
            </a:xfrm>
          </p:grpSpPr>
          <p:sp>
            <p:nvSpPr>
              <p:cNvPr id="613" name="사각형: 둥근 모서리 612">
                <a:extLst>
                  <a:ext uri="{FF2B5EF4-FFF2-40B4-BE49-F238E27FC236}">
                    <a16:creationId xmlns:a16="http://schemas.microsoft.com/office/drawing/2014/main" id="{0D26E017-9995-B031-9B02-4B4CDA376393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4" name="사각형: 둥근 모서리 613">
                <a:extLst>
                  <a:ext uri="{FF2B5EF4-FFF2-40B4-BE49-F238E27FC236}">
                    <a16:creationId xmlns:a16="http://schemas.microsoft.com/office/drawing/2014/main" id="{CE8A35A3-AD38-84C3-E441-A3359418EDB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2" name="그림 611">
              <a:extLst>
                <a:ext uri="{FF2B5EF4-FFF2-40B4-BE49-F238E27FC236}">
                  <a16:creationId xmlns:a16="http://schemas.microsoft.com/office/drawing/2014/main" id="{BA385298-E05D-B570-74B6-86D72EEAAC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1343" y="5337754"/>
              <a:ext cx="174868" cy="153348"/>
            </a:xfrm>
            <a:prstGeom prst="rect">
              <a:avLst/>
            </a:prstGeom>
          </p:spPr>
        </p:pic>
      </p:grpSp>
      <p:pic>
        <p:nvPicPr>
          <p:cNvPr id="605" name="그림 604">
            <a:extLst>
              <a:ext uri="{FF2B5EF4-FFF2-40B4-BE49-F238E27FC236}">
                <a16:creationId xmlns:a16="http://schemas.microsoft.com/office/drawing/2014/main" id="{9C25B1D7-EF9B-EC1D-D1C0-BE32CE3590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06" name="TextBox 605">
            <a:extLst>
              <a:ext uri="{FF2B5EF4-FFF2-40B4-BE49-F238E27FC236}">
                <a16:creationId xmlns:a16="http://schemas.microsoft.com/office/drawing/2014/main" id="{BF68F9DE-8DEC-1663-7228-BC146FC3ABFD}"/>
              </a:ext>
            </a:extLst>
          </p:cNvPr>
          <p:cNvSpPr txBox="1"/>
          <p:nvPr/>
        </p:nvSpPr>
        <p:spPr>
          <a:xfrm>
            <a:off x="2581720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7" name="TextBox 606">
            <a:extLst>
              <a:ext uri="{FF2B5EF4-FFF2-40B4-BE49-F238E27FC236}">
                <a16:creationId xmlns:a16="http://schemas.microsoft.com/office/drawing/2014/main" id="{6418E1CD-B27A-3B67-1CB7-A4FA968EDC80}"/>
              </a:ext>
            </a:extLst>
          </p:cNvPr>
          <p:cNvSpPr txBox="1"/>
          <p:nvPr/>
        </p:nvSpPr>
        <p:spPr>
          <a:xfrm>
            <a:off x="3076662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240%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8" name="TextBox 607">
            <a:extLst>
              <a:ext uri="{FF2B5EF4-FFF2-40B4-BE49-F238E27FC236}">
                <a16:creationId xmlns:a16="http://schemas.microsoft.com/office/drawing/2014/main" id="{28AC9464-4E10-25DE-52E7-2259FF105635}"/>
              </a:ext>
            </a:extLst>
          </p:cNvPr>
          <p:cNvSpPr txBox="1"/>
          <p:nvPr/>
        </p:nvSpPr>
        <p:spPr>
          <a:xfrm>
            <a:off x="1177913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9" name="TextBox 608">
            <a:extLst>
              <a:ext uri="{FF2B5EF4-FFF2-40B4-BE49-F238E27FC236}">
                <a16:creationId xmlns:a16="http://schemas.microsoft.com/office/drawing/2014/main" id="{DEB78D5A-204D-E80A-36A9-648581B01B56}"/>
              </a:ext>
            </a:extLst>
          </p:cNvPr>
          <p:cNvSpPr txBox="1"/>
          <p:nvPr/>
        </p:nvSpPr>
        <p:spPr>
          <a:xfrm>
            <a:off x="166402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10" name="TextBox 609">
            <a:extLst>
              <a:ext uri="{FF2B5EF4-FFF2-40B4-BE49-F238E27FC236}">
                <a16:creationId xmlns:a16="http://schemas.microsoft.com/office/drawing/2014/main" id="{BDA7650F-1D9F-5BAE-B367-6E4260CE0A34}"/>
              </a:ext>
            </a:extLst>
          </p:cNvPr>
          <p:cNvSpPr txBox="1"/>
          <p:nvPr/>
        </p:nvSpPr>
        <p:spPr>
          <a:xfrm>
            <a:off x="212839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7910DF87-A06D-4E72-94E1-F8EECAD5EEC3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8D0F919E-5D8E-4314-BF92-F6DF5C37D9E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3DE494D1-A902-4F77-B413-6A40F3D89DCF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FB058024-CE33-4879-9A42-FE109F779E21}"/>
              </a:ext>
            </a:extLst>
          </p:cNvPr>
          <p:cNvSpPr/>
          <p:nvPr/>
        </p:nvSpPr>
        <p:spPr>
          <a:xfrm>
            <a:off x="884798" y="1525581"/>
            <a:ext cx="636461" cy="646684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FF00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9BD0DC44-490A-4B93-B9C1-9A29E2C39987}"/>
              </a:ext>
            </a:extLst>
          </p:cNvPr>
          <p:cNvSpPr/>
          <p:nvPr/>
        </p:nvSpPr>
        <p:spPr>
          <a:xfrm>
            <a:off x="768342" y="1412518"/>
            <a:ext cx="220980" cy="22098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25A2A644-2890-4253-BE06-EAADE00C8E18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42" name="Picture 2" descr="돋보기 - 무료 도구 및기구개 아이콘">
            <a:extLst>
              <a:ext uri="{FF2B5EF4-FFF2-40B4-BE49-F238E27FC236}">
                <a16:creationId xmlns:a16="http://schemas.microsoft.com/office/drawing/2014/main" id="{5246130F-CB67-4A2A-A80A-628DE89C6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2D880E32-B75B-4945-B303-D64E56F09699}"/>
              </a:ext>
            </a:extLst>
          </p:cNvPr>
          <p:cNvSpPr/>
          <p:nvPr/>
        </p:nvSpPr>
        <p:spPr>
          <a:xfrm>
            <a:off x="8856226" y="1534523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7" name="사각형: 둥근 모서리 146">
            <a:extLst>
              <a:ext uri="{FF2B5EF4-FFF2-40B4-BE49-F238E27FC236}">
                <a16:creationId xmlns:a16="http://schemas.microsoft.com/office/drawing/2014/main" id="{3A9E3217-A1B3-49EE-9F32-988A6BAE8334}"/>
              </a:ext>
            </a:extLst>
          </p:cNvPr>
          <p:cNvSpPr/>
          <p:nvPr/>
        </p:nvSpPr>
        <p:spPr>
          <a:xfrm>
            <a:off x="8957089" y="1610464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8BD677C9-80D8-40C2-A92D-D2564852456A}"/>
              </a:ext>
            </a:extLst>
          </p:cNvPr>
          <p:cNvSpPr/>
          <p:nvPr/>
        </p:nvSpPr>
        <p:spPr>
          <a:xfrm>
            <a:off x="8952407" y="2153361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9" name="사각형: 둥근 모서리 148">
            <a:extLst>
              <a:ext uri="{FF2B5EF4-FFF2-40B4-BE49-F238E27FC236}">
                <a16:creationId xmlns:a16="http://schemas.microsoft.com/office/drawing/2014/main" id="{16096809-FD3A-4D29-983B-30C63A103CB1}"/>
              </a:ext>
            </a:extLst>
          </p:cNvPr>
          <p:cNvSpPr/>
          <p:nvPr/>
        </p:nvSpPr>
        <p:spPr>
          <a:xfrm>
            <a:off x="10883165" y="1610464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0" name="사각형: 둥근 모서리 149">
            <a:extLst>
              <a:ext uri="{FF2B5EF4-FFF2-40B4-BE49-F238E27FC236}">
                <a16:creationId xmlns:a16="http://schemas.microsoft.com/office/drawing/2014/main" id="{CA60A3CD-E76F-4566-9B79-38B5157D98FF}"/>
              </a:ext>
            </a:extLst>
          </p:cNvPr>
          <p:cNvSpPr/>
          <p:nvPr/>
        </p:nvSpPr>
        <p:spPr>
          <a:xfrm>
            <a:off x="9919683" y="1610464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1" name="사각형: 둥근 모서리 150">
            <a:extLst>
              <a:ext uri="{FF2B5EF4-FFF2-40B4-BE49-F238E27FC236}">
                <a16:creationId xmlns:a16="http://schemas.microsoft.com/office/drawing/2014/main" id="{184B30E5-D17B-493B-BA4F-D4500196BC99}"/>
              </a:ext>
            </a:extLst>
          </p:cNvPr>
          <p:cNvSpPr/>
          <p:nvPr/>
        </p:nvSpPr>
        <p:spPr>
          <a:xfrm>
            <a:off x="8898998" y="5301807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152" name="그림 151">
            <a:extLst>
              <a:ext uri="{FF2B5EF4-FFF2-40B4-BE49-F238E27FC236}">
                <a16:creationId xmlns:a16="http://schemas.microsoft.com/office/drawing/2014/main" id="{83DA35FC-C1B3-404F-87BF-178230B4D2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428162" y="3881019"/>
            <a:ext cx="223412" cy="195916"/>
          </a:xfrm>
          <a:prstGeom prst="rect">
            <a:avLst/>
          </a:prstGeom>
        </p:spPr>
      </p:pic>
      <p:pic>
        <p:nvPicPr>
          <p:cNvPr id="153" name="그림 152">
            <a:extLst>
              <a:ext uri="{FF2B5EF4-FFF2-40B4-BE49-F238E27FC236}">
                <a16:creationId xmlns:a16="http://schemas.microsoft.com/office/drawing/2014/main" id="{4CC612DE-319C-4679-9707-431C3B2D41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6695" y="3062435"/>
            <a:ext cx="223412" cy="195916"/>
          </a:xfrm>
          <a:prstGeom prst="rect">
            <a:avLst/>
          </a:prstGeom>
        </p:spPr>
      </p:pic>
      <p:pic>
        <p:nvPicPr>
          <p:cNvPr id="154" name="그림 153">
            <a:extLst>
              <a:ext uri="{FF2B5EF4-FFF2-40B4-BE49-F238E27FC236}">
                <a16:creationId xmlns:a16="http://schemas.microsoft.com/office/drawing/2014/main" id="{893C6B95-4C62-49E2-A0F5-813423BB09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6342" y="4122480"/>
            <a:ext cx="247730" cy="217240"/>
          </a:xfrm>
          <a:prstGeom prst="rect">
            <a:avLst/>
          </a:prstGeom>
        </p:spPr>
      </p:pic>
      <p:pic>
        <p:nvPicPr>
          <p:cNvPr id="155" name="그림 154">
            <a:extLst>
              <a:ext uri="{FF2B5EF4-FFF2-40B4-BE49-F238E27FC236}">
                <a16:creationId xmlns:a16="http://schemas.microsoft.com/office/drawing/2014/main" id="{5B5E4FA6-C9B0-4BE3-921F-7D08E524DE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0272" y="1675354"/>
            <a:ext cx="298293" cy="349388"/>
          </a:xfrm>
          <a:prstGeom prst="rect">
            <a:avLst/>
          </a:prstGeom>
        </p:spPr>
      </p:pic>
      <p:pic>
        <p:nvPicPr>
          <p:cNvPr id="156" name="Picture 2" descr="돋보기 - 무료 도구 및기구개 아이콘">
            <a:extLst>
              <a:ext uri="{FF2B5EF4-FFF2-40B4-BE49-F238E27FC236}">
                <a16:creationId xmlns:a16="http://schemas.microsoft.com/office/drawing/2014/main" id="{71BA5801-0F16-4783-AD3B-07364D390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81323" y="1916679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7" name="그림 156">
            <a:extLst>
              <a:ext uri="{FF2B5EF4-FFF2-40B4-BE49-F238E27FC236}">
                <a16:creationId xmlns:a16="http://schemas.microsoft.com/office/drawing/2014/main" id="{F49E0BFD-7AE7-4BA5-820B-5FFDA647CC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2024" y="3487386"/>
            <a:ext cx="247730" cy="217240"/>
          </a:xfrm>
          <a:prstGeom prst="rect">
            <a:avLst/>
          </a:prstGeom>
        </p:spPr>
      </p:pic>
      <p:pic>
        <p:nvPicPr>
          <p:cNvPr id="158" name="그림 157">
            <a:extLst>
              <a:ext uri="{FF2B5EF4-FFF2-40B4-BE49-F238E27FC236}">
                <a16:creationId xmlns:a16="http://schemas.microsoft.com/office/drawing/2014/main" id="{22394093-52EC-492B-8FBC-1BF4132193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5898" y="3705661"/>
            <a:ext cx="247730" cy="217240"/>
          </a:xfrm>
          <a:prstGeom prst="rect">
            <a:avLst/>
          </a:prstGeom>
        </p:spPr>
      </p:pic>
      <p:pic>
        <p:nvPicPr>
          <p:cNvPr id="159" name="그림 158">
            <a:extLst>
              <a:ext uri="{FF2B5EF4-FFF2-40B4-BE49-F238E27FC236}">
                <a16:creationId xmlns:a16="http://schemas.microsoft.com/office/drawing/2014/main" id="{10B0F519-C058-4526-B7B6-83EBA2CB9E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588662" y="4407853"/>
            <a:ext cx="274025" cy="240298"/>
          </a:xfrm>
          <a:prstGeom prst="rect">
            <a:avLst/>
          </a:prstGeom>
        </p:spPr>
      </p:pic>
      <p:pic>
        <p:nvPicPr>
          <p:cNvPr id="160" name="그림 159">
            <a:extLst>
              <a:ext uri="{FF2B5EF4-FFF2-40B4-BE49-F238E27FC236}">
                <a16:creationId xmlns:a16="http://schemas.microsoft.com/office/drawing/2014/main" id="{8B4727A9-1E5D-42FA-88B7-B19DA4028B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9187" y="2272995"/>
            <a:ext cx="247730" cy="217240"/>
          </a:xfrm>
          <a:prstGeom prst="rect">
            <a:avLst/>
          </a:prstGeom>
        </p:spPr>
      </p:pic>
      <p:pic>
        <p:nvPicPr>
          <p:cNvPr id="161" name="그림 160">
            <a:extLst>
              <a:ext uri="{FF2B5EF4-FFF2-40B4-BE49-F238E27FC236}">
                <a16:creationId xmlns:a16="http://schemas.microsoft.com/office/drawing/2014/main" id="{58CA07B4-DFFA-430A-825C-2DEBA05C8F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3909" y="4885954"/>
            <a:ext cx="247730" cy="217240"/>
          </a:xfrm>
          <a:prstGeom prst="rect">
            <a:avLst/>
          </a:prstGeom>
        </p:spPr>
      </p:pic>
      <p:pic>
        <p:nvPicPr>
          <p:cNvPr id="162" name="그림 161">
            <a:extLst>
              <a:ext uri="{FF2B5EF4-FFF2-40B4-BE49-F238E27FC236}">
                <a16:creationId xmlns:a16="http://schemas.microsoft.com/office/drawing/2014/main" id="{54CCAB98-571F-489E-8B34-8220413A92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7542" y="2669419"/>
            <a:ext cx="247730" cy="217240"/>
          </a:xfrm>
          <a:prstGeom prst="rect">
            <a:avLst/>
          </a:prstGeom>
        </p:spPr>
      </p:pic>
      <p:sp>
        <p:nvSpPr>
          <p:cNvPr id="163" name="사각형: 둥근 모서리 162">
            <a:extLst>
              <a:ext uri="{FF2B5EF4-FFF2-40B4-BE49-F238E27FC236}">
                <a16:creationId xmlns:a16="http://schemas.microsoft.com/office/drawing/2014/main" id="{B7B8B59D-0ACF-4FE7-943A-8C7F91E7DE1A}"/>
              </a:ext>
            </a:extLst>
          </p:cNvPr>
          <p:cNvSpPr/>
          <p:nvPr/>
        </p:nvSpPr>
        <p:spPr>
          <a:xfrm>
            <a:off x="8898998" y="5294526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grpSp>
        <p:nvGrpSpPr>
          <p:cNvPr id="164" name="그룹 163">
            <a:extLst>
              <a:ext uri="{FF2B5EF4-FFF2-40B4-BE49-F238E27FC236}">
                <a16:creationId xmlns:a16="http://schemas.microsoft.com/office/drawing/2014/main" id="{B225FE35-8879-4A42-B794-262B3FC19F68}"/>
              </a:ext>
            </a:extLst>
          </p:cNvPr>
          <p:cNvGrpSpPr/>
          <p:nvPr/>
        </p:nvGrpSpPr>
        <p:grpSpPr>
          <a:xfrm>
            <a:off x="8933764" y="5318770"/>
            <a:ext cx="449300" cy="153348"/>
            <a:chOff x="5671221" y="5337754"/>
            <a:chExt cx="449300" cy="153348"/>
          </a:xfrm>
        </p:grpSpPr>
        <p:grpSp>
          <p:nvGrpSpPr>
            <p:cNvPr id="204" name="그룹 203">
              <a:extLst>
                <a:ext uri="{FF2B5EF4-FFF2-40B4-BE49-F238E27FC236}">
                  <a16:creationId xmlns:a16="http://schemas.microsoft.com/office/drawing/2014/main" id="{15C25EF3-0227-47A4-A4E7-1F4EBBCC98F7}"/>
                </a:ext>
              </a:extLst>
            </p:cNvPr>
            <p:cNvGrpSpPr/>
            <p:nvPr/>
          </p:nvGrpSpPr>
          <p:grpSpPr>
            <a:xfrm>
              <a:off x="5694058" y="5343182"/>
              <a:ext cx="426463" cy="142494"/>
              <a:chOff x="5645144" y="3140870"/>
              <a:chExt cx="249768" cy="110534"/>
            </a:xfrm>
          </p:grpSpPr>
          <p:sp>
            <p:nvSpPr>
              <p:cNvPr id="206" name="사각형: 둥근 모서리 205">
                <a:extLst>
                  <a:ext uri="{FF2B5EF4-FFF2-40B4-BE49-F238E27FC236}">
                    <a16:creationId xmlns:a16="http://schemas.microsoft.com/office/drawing/2014/main" id="{6DC18C38-465E-45C1-8537-8CADB87A5E62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207" name="사각형: 둥근 모서리 206">
                <a:extLst>
                  <a:ext uri="{FF2B5EF4-FFF2-40B4-BE49-F238E27FC236}">
                    <a16:creationId xmlns:a16="http://schemas.microsoft.com/office/drawing/2014/main" id="{CD870A6E-A42C-476D-8763-93CFE526256D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205" name="그림 204">
              <a:extLst>
                <a:ext uri="{FF2B5EF4-FFF2-40B4-BE49-F238E27FC236}">
                  <a16:creationId xmlns:a16="http://schemas.microsoft.com/office/drawing/2014/main" id="{80938CD7-FEB8-4BFA-97C7-438F67E57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122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165" name="그룹 164">
            <a:extLst>
              <a:ext uri="{FF2B5EF4-FFF2-40B4-BE49-F238E27FC236}">
                <a16:creationId xmlns:a16="http://schemas.microsoft.com/office/drawing/2014/main" id="{F4D830F1-6C71-48FC-84B7-5C0FFE0B2334}"/>
              </a:ext>
            </a:extLst>
          </p:cNvPr>
          <p:cNvGrpSpPr/>
          <p:nvPr/>
        </p:nvGrpSpPr>
        <p:grpSpPr>
          <a:xfrm>
            <a:off x="9421114" y="5318770"/>
            <a:ext cx="449300" cy="153348"/>
            <a:chOff x="6136251" y="5337754"/>
            <a:chExt cx="449300" cy="153348"/>
          </a:xfrm>
        </p:grpSpPr>
        <p:grpSp>
          <p:nvGrpSpPr>
            <p:cNvPr id="200" name="그룹 199">
              <a:extLst>
                <a:ext uri="{FF2B5EF4-FFF2-40B4-BE49-F238E27FC236}">
                  <a16:creationId xmlns:a16="http://schemas.microsoft.com/office/drawing/2014/main" id="{345F185F-0A9B-47DB-AD78-9C549F3B6A2C}"/>
                </a:ext>
              </a:extLst>
            </p:cNvPr>
            <p:cNvGrpSpPr/>
            <p:nvPr/>
          </p:nvGrpSpPr>
          <p:grpSpPr>
            <a:xfrm>
              <a:off x="6159088" y="5343182"/>
              <a:ext cx="426463" cy="142494"/>
              <a:chOff x="5645144" y="3140870"/>
              <a:chExt cx="249768" cy="110534"/>
            </a:xfrm>
          </p:grpSpPr>
          <p:sp>
            <p:nvSpPr>
              <p:cNvPr id="202" name="사각형: 둥근 모서리 201">
                <a:extLst>
                  <a:ext uri="{FF2B5EF4-FFF2-40B4-BE49-F238E27FC236}">
                    <a16:creationId xmlns:a16="http://schemas.microsoft.com/office/drawing/2014/main" id="{866E2657-FDC2-4B0F-9F62-69FE37D1D08D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203" name="사각형: 둥근 모서리 202">
                <a:extLst>
                  <a:ext uri="{FF2B5EF4-FFF2-40B4-BE49-F238E27FC236}">
                    <a16:creationId xmlns:a16="http://schemas.microsoft.com/office/drawing/2014/main" id="{96317BC8-ECAB-422D-B977-96CA93C720F6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201" name="그림 200">
              <a:extLst>
                <a:ext uri="{FF2B5EF4-FFF2-40B4-BE49-F238E27FC236}">
                  <a16:creationId xmlns:a16="http://schemas.microsoft.com/office/drawing/2014/main" id="{27E4AF42-5F30-4FF6-9DEF-CEEA584125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625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166" name="그룹 165">
            <a:extLst>
              <a:ext uri="{FF2B5EF4-FFF2-40B4-BE49-F238E27FC236}">
                <a16:creationId xmlns:a16="http://schemas.microsoft.com/office/drawing/2014/main" id="{2C742EB9-17AB-4E5B-8BDB-88E32C0F968E}"/>
              </a:ext>
            </a:extLst>
          </p:cNvPr>
          <p:cNvGrpSpPr/>
          <p:nvPr/>
        </p:nvGrpSpPr>
        <p:grpSpPr>
          <a:xfrm>
            <a:off x="9908464" y="5318770"/>
            <a:ext cx="449300" cy="153348"/>
            <a:chOff x="6601281" y="5337754"/>
            <a:chExt cx="449300" cy="153348"/>
          </a:xfrm>
        </p:grpSpPr>
        <p:grpSp>
          <p:nvGrpSpPr>
            <p:cNvPr id="196" name="그룹 195">
              <a:extLst>
                <a:ext uri="{FF2B5EF4-FFF2-40B4-BE49-F238E27FC236}">
                  <a16:creationId xmlns:a16="http://schemas.microsoft.com/office/drawing/2014/main" id="{A3541E08-8AB5-49B2-9329-B12F0A6675B1}"/>
                </a:ext>
              </a:extLst>
            </p:cNvPr>
            <p:cNvGrpSpPr/>
            <p:nvPr/>
          </p:nvGrpSpPr>
          <p:grpSpPr>
            <a:xfrm>
              <a:off x="6624118" y="5343182"/>
              <a:ext cx="426463" cy="142494"/>
              <a:chOff x="5645144" y="3140870"/>
              <a:chExt cx="249768" cy="110534"/>
            </a:xfrm>
          </p:grpSpPr>
          <p:sp>
            <p:nvSpPr>
              <p:cNvPr id="198" name="사각형: 둥근 모서리 197">
                <a:extLst>
                  <a:ext uri="{FF2B5EF4-FFF2-40B4-BE49-F238E27FC236}">
                    <a16:creationId xmlns:a16="http://schemas.microsoft.com/office/drawing/2014/main" id="{E6A10304-E946-4D76-A7F6-7D441B9F54B0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199" name="사각형: 둥근 모서리 198">
                <a:extLst>
                  <a:ext uri="{FF2B5EF4-FFF2-40B4-BE49-F238E27FC236}">
                    <a16:creationId xmlns:a16="http://schemas.microsoft.com/office/drawing/2014/main" id="{99AF4F9E-063A-41D5-9E50-6F4F273D9AAF}"/>
                  </a:ext>
                </a:extLst>
              </p:cNvPr>
              <p:cNvSpPr/>
              <p:nvPr/>
            </p:nvSpPr>
            <p:spPr>
              <a:xfrm>
                <a:off x="5645145" y="3140870"/>
                <a:ext cx="100989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197" name="그림 196">
              <a:extLst>
                <a:ext uri="{FF2B5EF4-FFF2-40B4-BE49-F238E27FC236}">
                  <a16:creationId xmlns:a16="http://schemas.microsoft.com/office/drawing/2014/main" id="{9C3B5E9F-12BB-4672-8C5D-4534717CB78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128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167" name="그룹 166">
            <a:extLst>
              <a:ext uri="{FF2B5EF4-FFF2-40B4-BE49-F238E27FC236}">
                <a16:creationId xmlns:a16="http://schemas.microsoft.com/office/drawing/2014/main" id="{F57A1F0C-1935-4EC8-8374-023E89DD17B2}"/>
              </a:ext>
            </a:extLst>
          </p:cNvPr>
          <p:cNvGrpSpPr/>
          <p:nvPr/>
        </p:nvGrpSpPr>
        <p:grpSpPr>
          <a:xfrm>
            <a:off x="10395814" y="5318770"/>
            <a:ext cx="449302" cy="153348"/>
            <a:chOff x="7066312" y="5337754"/>
            <a:chExt cx="449302" cy="153348"/>
          </a:xfrm>
        </p:grpSpPr>
        <p:grpSp>
          <p:nvGrpSpPr>
            <p:cNvPr id="192" name="그룹 191">
              <a:extLst>
                <a:ext uri="{FF2B5EF4-FFF2-40B4-BE49-F238E27FC236}">
                  <a16:creationId xmlns:a16="http://schemas.microsoft.com/office/drawing/2014/main" id="{7C576A86-B0F1-40FC-B333-B14F2D50BBDF}"/>
                </a:ext>
              </a:extLst>
            </p:cNvPr>
            <p:cNvGrpSpPr/>
            <p:nvPr/>
          </p:nvGrpSpPr>
          <p:grpSpPr>
            <a:xfrm>
              <a:off x="7089150" y="5343182"/>
              <a:ext cx="426464" cy="142494"/>
              <a:chOff x="5645143" y="3140870"/>
              <a:chExt cx="249769" cy="110534"/>
            </a:xfrm>
          </p:grpSpPr>
          <p:sp>
            <p:nvSpPr>
              <p:cNvPr id="194" name="사각형: 둥근 모서리 193">
                <a:extLst>
                  <a:ext uri="{FF2B5EF4-FFF2-40B4-BE49-F238E27FC236}">
                    <a16:creationId xmlns:a16="http://schemas.microsoft.com/office/drawing/2014/main" id="{364E02B1-368D-4AFE-B441-64BED83C6EFD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195" name="사각형: 둥근 모서리 194">
                <a:extLst>
                  <a:ext uri="{FF2B5EF4-FFF2-40B4-BE49-F238E27FC236}">
                    <a16:creationId xmlns:a16="http://schemas.microsoft.com/office/drawing/2014/main" id="{62E0D661-398F-444F-91EB-9BBF4DA2A0EF}"/>
                  </a:ext>
                </a:extLst>
              </p:cNvPr>
              <p:cNvSpPr/>
              <p:nvPr/>
            </p:nvSpPr>
            <p:spPr>
              <a:xfrm>
                <a:off x="5645143" y="3140870"/>
                <a:ext cx="247306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193" name="그림 192">
              <a:extLst>
                <a:ext uri="{FF2B5EF4-FFF2-40B4-BE49-F238E27FC236}">
                  <a16:creationId xmlns:a16="http://schemas.microsoft.com/office/drawing/2014/main" id="{C5390E8A-4DDA-466C-9626-09ADF9D1DD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6312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168" name="그룹 167">
            <a:extLst>
              <a:ext uri="{FF2B5EF4-FFF2-40B4-BE49-F238E27FC236}">
                <a16:creationId xmlns:a16="http://schemas.microsoft.com/office/drawing/2014/main" id="{CEC87AB3-91DB-4E59-9898-34FDEFD8FF62}"/>
              </a:ext>
            </a:extLst>
          </p:cNvPr>
          <p:cNvGrpSpPr/>
          <p:nvPr/>
        </p:nvGrpSpPr>
        <p:grpSpPr>
          <a:xfrm>
            <a:off x="10883165" y="5318770"/>
            <a:ext cx="449299" cy="153348"/>
            <a:chOff x="7531343" y="5337754"/>
            <a:chExt cx="449299" cy="153348"/>
          </a:xfrm>
        </p:grpSpPr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7D059245-9CE1-4823-A071-0AD9CBA68338}"/>
                </a:ext>
              </a:extLst>
            </p:cNvPr>
            <p:cNvGrpSpPr/>
            <p:nvPr/>
          </p:nvGrpSpPr>
          <p:grpSpPr>
            <a:xfrm>
              <a:off x="7554179" y="5343182"/>
              <a:ext cx="426463" cy="142494"/>
              <a:chOff x="5645144" y="3140870"/>
              <a:chExt cx="249768" cy="110534"/>
            </a:xfrm>
          </p:grpSpPr>
          <p:sp>
            <p:nvSpPr>
              <p:cNvPr id="190" name="사각형: 둥근 모서리 189">
                <a:extLst>
                  <a:ext uri="{FF2B5EF4-FFF2-40B4-BE49-F238E27FC236}">
                    <a16:creationId xmlns:a16="http://schemas.microsoft.com/office/drawing/2014/main" id="{B908AB1D-3C0C-4E40-9F5F-682041CC30F7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191" name="사각형: 둥근 모서리 190">
                <a:extLst>
                  <a:ext uri="{FF2B5EF4-FFF2-40B4-BE49-F238E27FC236}">
                    <a16:creationId xmlns:a16="http://schemas.microsoft.com/office/drawing/2014/main" id="{09EE5AFE-BAC9-4EEA-8840-58A8B2C47A2D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186" name="그림 185">
              <a:extLst>
                <a:ext uri="{FF2B5EF4-FFF2-40B4-BE49-F238E27FC236}">
                  <a16:creationId xmlns:a16="http://schemas.microsoft.com/office/drawing/2014/main" id="{DF4DCD6C-8369-43D3-8847-B572016BF85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1343" y="5337754"/>
              <a:ext cx="174868" cy="153348"/>
            </a:xfrm>
            <a:prstGeom prst="rect">
              <a:avLst/>
            </a:prstGeom>
          </p:spPr>
        </p:pic>
      </p:grpSp>
      <p:pic>
        <p:nvPicPr>
          <p:cNvPr id="169" name="그림 168">
            <a:extLst>
              <a:ext uri="{FF2B5EF4-FFF2-40B4-BE49-F238E27FC236}">
                <a16:creationId xmlns:a16="http://schemas.microsoft.com/office/drawing/2014/main" id="{8E3AF05E-803C-46F9-B7EF-1255AE5435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16727" y="3410879"/>
            <a:ext cx="385031" cy="450981"/>
          </a:xfrm>
          <a:prstGeom prst="rect">
            <a:avLst/>
          </a:prstGeom>
        </p:spPr>
      </p:pic>
      <p:sp>
        <p:nvSpPr>
          <p:cNvPr id="170" name="TextBox 169">
            <a:extLst>
              <a:ext uri="{FF2B5EF4-FFF2-40B4-BE49-F238E27FC236}">
                <a16:creationId xmlns:a16="http://schemas.microsoft.com/office/drawing/2014/main" id="{D3224F5B-5CA6-4F1D-9618-EED4A40E8F50}"/>
              </a:ext>
            </a:extLst>
          </p:cNvPr>
          <p:cNvSpPr txBox="1"/>
          <p:nvPr/>
        </p:nvSpPr>
        <p:spPr>
          <a:xfrm>
            <a:off x="10536465" y="5337156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17A6DB42-5379-43BF-B177-21F4442FFE77}"/>
              </a:ext>
            </a:extLst>
          </p:cNvPr>
          <p:cNvSpPr txBox="1"/>
          <p:nvPr/>
        </p:nvSpPr>
        <p:spPr>
          <a:xfrm>
            <a:off x="11031407" y="5337156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240%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26872965-1F0E-477C-A7F8-7C615F7A4FB7}"/>
              </a:ext>
            </a:extLst>
          </p:cNvPr>
          <p:cNvSpPr txBox="1"/>
          <p:nvPr/>
        </p:nvSpPr>
        <p:spPr>
          <a:xfrm>
            <a:off x="9132658" y="5337156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066EFB39-A6FC-4D8D-A5C5-43291E04C484}"/>
              </a:ext>
            </a:extLst>
          </p:cNvPr>
          <p:cNvSpPr txBox="1"/>
          <p:nvPr/>
        </p:nvSpPr>
        <p:spPr>
          <a:xfrm>
            <a:off x="9618766" y="5337156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2A4A613C-8695-4FA3-B9E1-4A804FCB9385}"/>
              </a:ext>
            </a:extLst>
          </p:cNvPr>
          <p:cNvSpPr txBox="1"/>
          <p:nvPr/>
        </p:nvSpPr>
        <p:spPr>
          <a:xfrm>
            <a:off x="10083136" y="5337156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grpSp>
        <p:nvGrpSpPr>
          <p:cNvPr id="175" name="그룹 174">
            <a:extLst>
              <a:ext uri="{FF2B5EF4-FFF2-40B4-BE49-F238E27FC236}">
                <a16:creationId xmlns:a16="http://schemas.microsoft.com/office/drawing/2014/main" id="{F50F6ED3-F446-4E60-9442-0EAADB40AB76}"/>
              </a:ext>
            </a:extLst>
          </p:cNvPr>
          <p:cNvGrpSpPr/>
          <p:nvPr/>
        </p:nvGrpSpPr>
        <p:grpSpPr>
          <a:xfrm>
            <a:off x="8862656" y="1530862"/>
            <a:ext cx="2557573" cy="59411"/>
            <a:chOff x="5645144" y="3140870"/>
            <a:chExt cx="249768" cy="110534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0B69952E-EC63-4DE6-ABA1-286F36A59447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184" name="사각형: 둥근 모서리 183">
              <a:extLst>
                <a:ext uri="{FF2B5EF4-FFF2-40B4-BE49-F238E27FC236}">
                  <a16:creationId xmlns:a16="http://schemas.microsoft.com/office/drawing/2014/main" id="{4A340501-61C3-4889-AC6D-9DAA7981C0AD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76" name="직사각형 175">
            <a:extLst>
              <a:ext uri="{FF2B5EF4-FFF2-40B4-BE49-F238E27FC236}">
                <a16:creationId xmlns:a16="http://schemas.microsoft.com/office/drawing/2014/main" id="{3739F3AD-301A-4A38-A1A8-3EF2272198E1}"/>
              </a:ext>
            </a:extLst>
          </p:cNvPr>
          <p:cNvSpPr/>
          <p:nvPr/>
        </p:nvSpPr>
        <p:spPr>
          <a:xfrm>
            <a:off x="8856225" y="1530861"/>
            <a:ext cx="2557575" cy="4531565"/>
          </a:xfrm>
          <a:prstGeom prst="rect">
            <a:avLst/>
          </a:prstGeom>
          <a:solidFill>
            <a:schemeClr val="tx1">
              <a:alpha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7" name="사각형: 둥근 모서리 176">
            <a:extLst>
              <a:ext uri="{FF2B5EF4-FFF2-40B4-BE49-F238E27FC236}">
                <a16:creationId xmlns:a16="http://schemas.microsoft.com/office/drawing/2014/main" id="{5D761BD0-74C7-4553-9320-02C0CA3860A5}"/>
              </a:ext>
            </a:extLst>
          </p:cNvPr>
          <p:cNvSpPr/>
          <p:nvPr/>
        </p:nvSpPr>
        <p:spPr>
          <a:xfrm>
            <a:off x="9259761" y="2761117"/>
            <a:ext cx="1750503" cy="1750503"/>
          </a:xfrm>
          <a:prstGeom prst="roundRect">
            <a:avLst>
              <a:gd name="adj" fmla="val 143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78" name="그림 177">
            <a:extLst>
              <a:ext uri="{FF2B5EF4-FFF2-40B4-BE49-F238E27FC236}">
                <a16:creationId xmlns:a16="http://schemas.microsoft.com/office/drawing/2014/main" id="{D57FC130-B5EC-4C3A-99EC-76DDD2D948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2803" y="3096321"/>
            <a:ext cx="404418" cy="473690"/>
          </a:xfrm>
          <a:prstGeom prst="rect">
            <a:avLst/>
          </a:prstGeom>
        </p:spPr>
      </p:pic>
      <p:sp>
        <p:nvSpPr>
          <p:cNvPr id="179" name="TextBox 178">
            <a:extLst>
              <a:ext uri="{FF2B5EF4-FFF2-40B4-BE49-F238E27FC236}">
                <a16:creationId xmlns:a16="http://schemas.microsoft.com/office/drawing/2014/main" id="{526893FB-5541-4474-9DE0-DCEA8C07985D}"/>
              </a:ext>
            </a:extLst>
          </p:cNvPr>
          <p:cNvSpPr txBox="1"/>
          <p:nvPr/>
        </p:nvSpPr>
        <p:spPr>
          <a:xfrm>
            <a:off x="9713262" y="3596646"/>
            <a:ext cx="843501" cy="2769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트럭 이름</a:t>
            </a:r>
          </a:p>
        </p:txBody>
      </p:sp>
      <p:sp>
        <p:nvSpPr>
          <p:cNvPr id="180" name="사각형: 둥근 모서리 179">
            <a:extLst>
              <a:ext uri="{FF2B5EF4-FFF2-40B4-BE49-F238E27FC236}">
                <a16:creationId xmlns:a16="http://schemas.microsoft.com/office/drawing/2014/main" id="{515CED5D-ED1E-418D-9C2D-08D4E524AF3C}"/>
              </a:ext>
            </a:extLst>
          </p:cNvPr>
          <p:cNvSpPr/>
          <p:nvPr/>
        </p:nvSpPr>
        <p:spPr>
          <a:xfrm>
            <a:off x="9766681" y="4603318"/>
            <a:ext cx="736662" cy="313941"/>
          </a:xfrm>
          <a:prstGeom prst="roundRect">
            <a:avLst>
              <a:gd name="adj" fmla="val 741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solidFill>
                  <a:schemeClr val="bg1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닫기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7C1D830-B3AB-4636-89D4-816657259A5C}"/>
              </a:ext>
            </a:extLst>
          </p:cNvPr>
          <p:cNvSpPr txBox="1"/>
          <p:nvPr/>
        </p:nvSpPr>
        <p:spPr>
          <a:xfrm>
            <a:off x="9360029" y="4003625"/>
            <a:ext cx="731289" cy="24622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최대 기름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FA436482-59A5-4AEA-B693-56761F9AE476}"/>
              </a:ext>
            </a:extLst>
          </p:cNvPr>
          <p:cNvSpPr txBox="1"/>
          <p:nvPr/>
        </p:nvSpPr>
        <p:spPr>
          <a:xfrm>
            <a:off x="10217200" y="4003625"/>
            <a:ext cx="731289" cy="24622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최대 속도</a:t>
            </a: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FF0AC77A-27D9-446C-9024-A35DA5969F5C}"/>
              </a:ext>
            </a:extLst>
          </p:cNvPr>
          <p:cNvSpPr txBox="1"/>
          <p:nvPr/>
        </p:nvSpPr>
        <p:spPr>
          <a:xfrm>
            <a:off x="9481629" y="6116154"/>
            <a:ext cx="1306768" cy="2969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정보 팝업창 예시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68B64A50-AD65-4AA0-A355-FA1C8647F9B4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8BF3E059-58B3-4C9E-87AE-50C96A8013D7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211" name="직사각형 210">
            <a:extLst>
              <a:ext uri="{FF2B5EF4-FFF2-40B4-BE49-F238E27FC236}">
                <a16:creationId xmlns:a16="http://schemas.microsoft.com/office/drawing/2014/main" id="{4FCD328D-E5A5-4DC5-8A7E-CD698633F863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98DF01C2-5BA9-468B-862C-205973FDEE16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861C0140-F72F-4E1D-BF68-70682FAF8797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4175FBDF-0D45-4DA7-8B1A-3D676B59D6BF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139" name="타원 138">
            <a:extLst>
              <a:ext uri="{FF2B5EF4-FFF2-40B4-BE49-F238E27FC236}">
                <a16:creationId xmlns:a16="http://schemas.microsoft.com/office/drawing/2014/main" id="{1F947EED-435F-4E23-A386-EB3510C5CD66}"/>
              </a:ext>
            </a:extLst>
          </p:cNvPr>
          <p:cNvSpPr/>
          <p:nvPr/>
        </p:nvSpPr>
        <p:spPr>
          <a:xfrm>
            <a:off x="4118713" y="1617195"/>
            <a:ext cx="220980" cy="22098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28858954-3C93-4764-B913-8C330E45DB79}"/>
              </a:ext>
            </a:extLst>
          </p:cNvPr>
          <p:cNvSpPr txBox="1"/>
          <p:nvPr/>
        </p:nvSpPr>
        <p:spPr>
          <a:xfrm>
            <a:off x="4292949" y="1542838"/>
            <a:ext cx="3903633" cy="36393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트럭 정보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로비에서 선택한 트럭의 초상화 이미지 표시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트럭의 현재 인게임 레벨 표시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스테이지 진입 시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레벨부터 시작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각 레벨별 요구 경험치는 테이블에서 관리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요구 경험치는 트럭 종류와 무관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만약 최대 레벨일 경우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Lv. Max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로 표시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최대 레벨은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Config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테이블 등에서 관리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5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터치 시 정보 팝업창이 출력됨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이 때 게임은 일시정지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정보 팝업창에서는 해당 트럭의 정보 표시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 이미지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최대 기름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최대 속도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등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추가 시 갱신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	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아이디어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럭키 펀치 확률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? 5%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확률로 게이지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10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802373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AF1B28-0655-0853-5617-0E11EAE48EA6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7930057A-48BE-D194-D85C-30F4D13B8193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6F20E49F-AC39-F96E-93AE-3CEE442AECA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D155EF04-DDF9-AAED-9069-086CF50E021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4B515609-732D-A3B3-1460-03688B93EE71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7" name="사각형: 둥근 모서리 586">
            <a:extLst>
              <a:ext uri="{FF2B5EF4-FFF2-40B4-BE49-F238E27FC236}">
                <a16:creationId xmlns:a16="http://schemas.microsoft.com/office/drawing/2014/main" id="{604B057E-071C-A6F0-0F0C-578DA8A969CC}"/>
              </a:ext>
            </a:extLst>
          </p:cNvPr>
          <p:cNvSpPr/>
          <p:nvPr/>
        </p:nvSpPr>
        <p:spPr>
          <a:xfrm>
            <a:off x="944253" y="5310776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588" name="그림 587">
            <a:extLst>
              <a:ext uri="{FF2B5EF4-FFF2-40B4-BE49-F238E27FC236}">
                <a16:creationId xmlns:a16="http://schemas.microsoft.com/office/drawing/2014/main" id="{61293497-4E12-A7F6-10CE-43AE8729F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473417" y="3889988"/>
            <a:ext cx="223412" cy="195916"/>
          </a:xfrm>
          <a:prstGeom prst="rect">
            <a:avLst/>
          </a:prstGeom>
        </p:spPr>
      </p:pic>
      <p:pic>
        <p:nvPicPr>
          <p:cNvPr id="589" name="그림 588">
            <a:extLst>
              <a:ext uri="{FF2B5EF4-FFF2-40B4-BE49-F238E27FC236}">
                <a16:creationId xmlns:a16="http://schemas.microsoft.com/office/drawing/2014/main" id="{6E40E48E-B4E3-F34C-E0B7-D35A94FDBC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590" name="그림 589">
            <a:extLst>
              <a:ext uri="{FF2B5EF4-FFF2-40B4-BE49-F238E27FC236}">
                <a16:creationId xmlns:a16="http://schemas.microsoft.com/office/drawing/2014/main" id="{FD128118-4850-0402-1C54-C02ABE7E8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591" name="그림 590">
            <a:extLst>
              <a:ext uri="{FF2B5EF4-FFF2-40B4-BE49-F238E27FC236}">
                <a16:creationId xmlns:a16="http://schemas.microsoft.com/office/drawing/2014/main" id="{8305339C-9C72-A4E8-DE48-915D7C59EA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pic>
        <p:nvPicPr>
          <p:cNvPr id="593" name="그림 592">
            <a:extLst>
              <a:ext uri="{FF2B5EF4-FFF2-40B4-BE49-F238E27FC236}">
                <a16:creationId xmlns:a16="http://schemas.microsoft.com/office/drawing/2014/main" id="{4794037C-47E7-D62B-F814-8E7BD6877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279" y="3496355"/>
            <a:ext cx="247730" cy="217240"/>
          </a:xfrm>
          <a:prstGeom prst="rect">
            <a:avLst/>
          </a:prstGeom>
        </p:spPr>
      </p:pic>
      <p:pic>
        <p:nvPicPr>
          <p:cNvPr id="594" name="그림 593">
            <a:extLst>
              <a:ext uri="{FF2B5EF4-FFF2-40B4-BE49-F238E27FC236}">
                <a16:creationId xmlns:a16="http://schemas.microsoft.com/office/drawing/2014/main" id="{5E9507FB-C605-9643-1904-0174E4F83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153" y="3714630"/>
            <a:ext cx="247730" cy="217240"/>
          </a:xfrm>
          <a:prstGeom prst="rect">
            <a:avLst/>
          </a:prstGeom>
        </p:spPr>
      </p:pic>
      <p:pic>
        <p:nvPicPr>
          <p:cNvPr id="595" name="그림 594">
            <a:extLst>
              <a:ext uri="{FF2B5EF4-FFF2-40B4-BE49-F238E27FC236}">
                <a16:creationId xmlns:a16="http://schemas.microsoft.com/office/drawing/2014/main" id="{25995823-2ECF-A751-49A2-E9F207F17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596" name="그림 595">
            <a:extLst>
              <a:ext uri="{FF2B5EF4-FFF2-40B4-BE49-F238E27FC236}">
                <a16:creationId xmlns:a16="http://schemas.microsoft.com/office/drawing/2014/main" id="{9CCEA169-3EBF-2255-9C56-97EA995EA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597" name="그림 596">
            <a:extLst>
              <a:ext uri="{FF2B5EF4-FFF2-40B4-BE49-F238E27FC236}">
                <a16:creationId xmlns:a16="http://schemas.microsoft.com/office/drawing/2014/main" id="{C6A7F366-23C1-E570-C348-FB1623C93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598" name="그림 597">
            <a:extLst>
              <a:ext uri="{FF2B5EF4-FFF2-40B4-BE49-F238E27FC236}">
                <a16:creationId xmlns:a16="http://schemas.microsoft.com/office/drawing/2014/main" id="{BF671C1F-1B1C-0A2C-16AD-990FA0963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sp>
        <p:nvSpPr>
          <p:cNvPr id="599" name="사각형: 둥근 모서리 598">
            <a:extLst>
              <a:ext uri="{FF2B5EF4-FFF2-40B4-BE49-F238E27FC236}">
                <a16:creationId xmlns:a16="http://schemas.microsoft.com/office/drawing/2014/main" id="{D8E5633C-B6C8-1C68-4B94-5F7FA4F91131}"/>
              </a:ext>
            </a:extLst>
          </p:cNvPr>
          <p:cNvSpPr/>
          <p:nvPr/>
        </p:nvSpPr>
        <p:spPr>
          <a:xfrm>
            <a:off x="944253" y="5303495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grpSp>
        <p:nvGrpSpPr>
          <p:cNvPr id="600" name="그룹 599">
            <a:extLst>
              <a:ext uri="{FF2B5EF4-FFF2-40B4-BE49-F238E27FC236}">
                <a16:creationId xmlns:a16="http://schemas.microsoft.com/office/drawing/2014/main" id="{946E8AA8-A7B5-367D-4C98-A465698419B9}"/>
              </a:ext>
            </a:extLst>
          </p:cNvPr>
          <p:cNvGrpSpPr/>
          <p:nvPr/>
        </p:nvGrpSpPr>
        <p:grpSpPr>
          <a:xfrm>
            <a:off x="979019" y="5327739"/>
            <a:ext cx="449300" cy="153348"/>
            <a:chOff x="5671221" y="5337754"/>
            <a:chExt cx="449300" cy="153348"/>
          </a:xfrm>
        </p:grpSpPr>
        <p:grpSp>
          <p:nvGrpSpPr>
            <p:cNvPr id="627" name="그룹 626">
              <a:extLst>
                <a:ext uri="{FF2B5EF4-FFF2-40B4-BE49-F238E27FC236}">
                  <a16:creationId xmlns:a16="http://schemas.microsoft.com/office/drawing/2014/main" id="{DC6A5F39-DE1F-FAD0-A70B-2250C567E9E0}"/>
                </a:ext>
              </a:extLst>
            </p:cNvPr>
            <p:cNvGrpSpPr/>
            <p:nvPr/>
          </p:nvGrpSpPr>
          <p:grpSpPr>
            <a:xfrm>
              <a:off x="5694058" y="5343182"/>
              <a:ext cx="426463" cy="142494"/>
              <a:chOff x="5645144" y="3140870"/>
              <a:chExt cx="249768" cy="110534"/>
            </a:xfrm>
          </p:grpSpPr>
          <p:sp>
            <p:nvSpPr>
              <p:cNvPr id="629" name="사각형: 둥근 모서리 628">
                <a:extLst>
                  <a:ext uri="{FF2B5EF4-FFF2-40B4-BE49-F238E27FC236}">
                    <a16:creationId xmlns:a16="http://schemas.microsoft.com/office/drawing/2014/main" id="{35D3F957-0D85-EBC2-4AA0-BACF5054ACF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30" name="사각형: 둥근 모서리 629">
                <a:extLst>
                  <a:ext uri="{FF2B5EF4-FFF2-40B4-BE49-F238E27FC236}">
                    <a16:creationId xmlns:a16="http://schemas.microsoft.com/office/drawing/2014/main" id="{4046F72C-FC46-FF4F-D6C4-A1A13A97DEB9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8" name="그림 627">
              <a:extLst>
                <a:ext uri="{FF2B5EF4-FFF2-40B4-BE49-F238E27FC236}">
                  <a16:creationId xmlns:a16="http://schemas.microsoft.com/office/drawing/2014/main" id="{B6E59BA9-5D81-8159-28D3-5DBBF4F1F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122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1" name="그룹 600">
            <a:extLst>
              <a:ext uri="{FF2B5EF4-FFF2-40B4-BE49-F238E27FC236}">
                <a16:creationId xmlns:a16="http://schemas.microsoft.com/office/drawing/2014/main" id="{1C381BC2-D006-F740-3A54-CEBD1F6691DF}"/>
              </a:ext>
            </a:extLst>
          </p:cNvPr>
          <p:cNvGrpSpPr/>
          <p:nvPr/>
        </p:nvGrpSpPr>
        <p:grpSpPr>
          <a:xfrm>
            <a:off x="1466369" y="5327739"/>
            <a:ext cx="449300" cy="153348"/>
            <a:chOff x="6136251" y="5337754"/>
            <a:chExt cx="449300" cy="153348"/>
          </a:xfrm>
        </p:grpSpPr>
        <p:grpSp>
          <p:nvGrpSpPr>
            <p:cNvPr id="623" name="그룹 622">
              <a:extLst>
                <a:ext uri="{FF2B5EF4-FFF2-40B4-BE49-F238E27FC236}">
                  <a16:creationId xmlns:a16="http://schemas.microsoft.com/office/drawing/2014/main" id="{0EF9329F-14E0-4CEF-82ED-D19C56E037C4}"/>
                </a:ext>
              </a:extLst>
            </p:cNvPr>
            <p:cNvGrpSpPr/>
            <p:nvPr/>
          </p:nvGrpSpPr>
          <p:grpSpPr>
            <a:xfrm>
              <a:off x="6159088" y="5343182"/>
              <a:ext cx="426463" cy="142494"/>
              <a:chOff x="5645144" y="3140870"/>
              <a:chExt cx="249768" cy="110534"/>
            </a:xfrm>
          </p:grpSpPr>
          <p:sp>
            <p:nvSpPr>
              <p:cNvPr id="625" name="사각형: 둥근 모서리 624">
                <a:extLst>
                  <a:ext uri="{FF2B5EF4-FFF2-40B4-BE49-F238E27FC236}">
                    <a16:creationId xmlns:a16="http://schemas.microsoft.com/office/drawing/2014/main" id="{084CF385-9D04-C20C-5552-E7BC6C0658AC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6" name="사각형: 둥근 모서리 625">
                <a:extLst>
                  <a:ext uri="{FF2B5EF4-FFF2-40B4-BE49-F238E27FC236}">
                    <a16:creationId xmlns:a16="http://schemas.microsoft.com/office/drawing/2014/main" id="{76A16AFB-C033-B177-9D45-771325218EA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4" name="그림 623">
              <a:extLst>
                <a:ext uri="{FF2B5EF4-FFF2-40B4-BE49-F238E27FC236}">
                  <a16:creationId xmlns:a16="http://schemas.microsoft.com/office/drawing/2014/main" id="{CE588951-ADD2-68D9-D096-36A467B8D9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625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B6A1EDCA-0EA0-9221-21A7-7DB6883478EB}"/>
              </a:ext>
            </a:extLst>
          </p:cNvPr>
          <p:cNvGrpSpPr/>
          <p:nvPr/>
        </p:nvGrpSpPr>
        <p:grpSpPr>
          <a:xfrm>
            <a:off x="1953719" y="5327739"/>
            <a:ext cx="449300" cy="153348"/>
            <a:chOff x="6601281" y="5337754"/>
            <a:chExt cx="449300" cy="153348"/>
          </a:xfrm>
        </p:grpSpPr>
        <p:grpSp>
          <p:nvGrpSpPr>
            <p:cNvPr id="619" name="그룹 618">
              <a:extLst>
                <a:ext uri="{FF2B5EF4-FFF2-40B4-BE49-F238E27FC236}">
                  <a16:creationId xmlns:a16="http://schemas.microsoft.com/office/drawing/2014/main" id="{501A2A47-2615-6FB1-74B7-3847B2861D29}"/>
                </a:ext>
              </a:extLst>
            </p:cNvPr>
            <p:cNvGrpSpPr/>
            <p:nvPr/>
          </p:nvGrpSpPr>
          <p:grpSpPr>
            <a:xfrm>
              <a:off x="6624118" y="5343182"/>
              <a:ext cx="426463" cy="142494"/>
              <a:chOff x="5645144" y="3140870"/>
              <a:chExt cx="249768" cy="110534"/>
            </a:xfrm>
          </p:grpSpPr>
          <p:sp>
            <p:nvSpPr>
              <p:cNvPr id="621" name="사각형: 둥근 모서리 620">
                <a:extLst>
                  <a:ext uri="{FF2B5EF4-FFF2-40B4-BE49-F238E27FC236}">
                    <a16:creationId xmlns:a16="http://schemas.microsoft.com/office/drawing/2014/main" id="{DE0A7AA7-A4F9-9050-92AF-33245D5A91EF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2" name="사각형: 둥근 모서리 621">
                <a:extLst>
                  <a:ext uri="{FF2B5EF4-FFF2-40B4-BE49-F238E27FC236}">
                    <a16:creationId xmlns:a16="http://schemas.microsoft.com/office/drawing/2014/main" id="{FE54677E-7BEA-95BF-2AFD-74F7F3BB5E49}"/>
                  </a:ext>
                </a:extLst>
              </p:cNvPr>
              <p:cNvSpPr/>
              <p:nvPr/>
            </p:nvSpPr>
            <p:spPr>
              <a:xfrm>
                <a:off x="5645145" y="3140870"/>
                <a:ext cx="100989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0" name="그림 619">
              <a:extLst>
                <a:ext uri="{FF2B5EF4-FFF2-40B4-BE49-F238E27FC236}">
                  <a16:creationId xmlns:a16="http://schemas.microsoft.com/office/drawing/2014/main" id="{89537D4F-BA7F-E157-83BE-586ECEF8CC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128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3" name="그룹 602">
            <a:extLst>
              <a:ext uri="{FF2B5EF4-FFF2-40B4-BE49-F238E27FC236}">
                <a16:creationId xmlns:a16="http://schemas.microsoft.com/office/drawing/2014/main" id="{6D897065-BEDE-E5A0-5A3D-A0089CAFFFA1}"/>
              </a:ext>
            </a:extLst>
          </p:cNvPr>
          <p:cNvGrpSpPr/>
          <p:nvPr/>
        </p:nvGrpSpPr>
        <p:grpSpPr>
          <a:xfrm>
            <a:off x="2441069" y="5327739"/>
            <a:ext cx="449302" cy="153348"/>
            <a:chOff x="7066312" y="5337754"/>
            <a:chExt cx="449302" cy="153348"/>
          </a:xfrm>
        </p:grpSpPr>
        <p:grpSp>
          <p:nvGrpSpPr>
            <p:cNvPr id="615" name="그룹 614">
              <a:extLst>
                <a:ext uri="{FF2B5EF4-FFF2-40B4-BE49-F238E27FC236}">
                  <a16:creationId xmlns:a16="http://schemas.microsoft.com/office/drawing/2014/main" id="{465722E4-6621-1584-8716-DE5C965B82B5}"/>
                </a:ext>
              </a:extLst>
            </p:cNvPr>
            <p:cNvGrpSpPr/>
            <p:nvPr/>
          </p:nvGrpSpPr>
          <p:grpSpPr>
            <a:xfrm>
              <a:off x="7089150" y="5343182"/>
              <a:ext cx="426464" cy="142494"/>
              <a:chOff x="5645143" y="3140870"/>
              <a:chExt cx="249769" cy="110534"/>
            </a:xfrm>
          </p:grpSpPr>
          <p:sp>
            <p:nvSpPr>
              <p:cNvPr id="617" name="사각형: 둥근 모서리 616">
                <a:extLst>
                  <a:ext uri="{FF2B5EF4-FFF2-40B4-BE49-F238E27FC236}">
                    <a16:creationId xmlns:a16="http://schemas.microsoft.com/office/drawing/2014/main" id="{C9DF1A39-4AFF-F919-6FC4-29C5592BFAC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8" name="사각형: 둥근 모서리 617">
                <a:extLst>
                  <a:ext uri="{FF2B5EF4-FFF2-40B4-BE49-F238E27FC236}">
                    <a16:creationId xmlns:a16="http://schemas.microsoft.com/office/drawing/2014/main" id="{233A1B8F-EE4B-1E48-EFA5-B67D4893C8AB}"/>
                  </a:ext>
                </a:extLst>
              </p:cNvPr>
              <p:cNvSpPr/>
              <p:nvPr/>
            </p:nvSpPr>
            <p:spPr>
              <a:xfrm>
                <a:off x="5645143" y="3140870"/>
                <a:ext cx="247306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6" name="그림 615">
              <a:extLst>
                <a:ext uri="{FF2B5EF4-FFF2-40B4-BE49-F238E27FC236}">
                  <a16:creationId xmlns:a16="http://schemas.microsoft.com/office/drawing/2014/main" id="{7CCC701C-9D3F-4F63-C236-FAD5196FB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6312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4" name="그룹 603">
            <a:extLst>
              <a:ext uri="{FF2B5EF4-FFF2-40B4-BE49-F238E27FC236}">
                <a16:creationId xmlns:a16="http://schemas.microsoft.com/office/drawing/2014/main" id="{4EE6B4B3-773C-4DF0-A166-5F9364E8F4EB}"/>
              </a:ext>
            </a:extLst>
          </p:cNvPr>
          <p:cNvGrpSpPr/>
          <p:nvPr/>
        </p:nvGrpSpPr>
        <p:grpSpPr>
          <a:xfrm>
            <a:off x="2928420" y="5327739"/>
            <a:ext cx="449299" cy="153348"/>
            <a:chOff x="7531343" y="5337754"/>
            <a:chExt cx="449299" cy="153348"/>
          </a:xfrm>
        </p:grpSpPr>
        <p:grpSp>
          <p:nvGrpSpPr>
            <p:cNvPr id="611" name="그룹 610">
              <a:extLst>
                <a:ext uri="{FF2B5EF4-FFF2-40B4-BE49-F238E27FC236}">
                  <a16:creationId xmlns:a16="http://schemas.microsoft.com/office/drawing/2014/main" id="{58270948-DE66-9C7E-BBB3-00CEAEAB46CF}"/>
                </a:ext>
              </a:extLst>
            </p:cNvPr>
            <p:cNvGrpSpPr/>
            <p:nvPr/>
          </p:nvGrpSpPr>
          <p:grpSpPr>
            <a:xfrm>
              <a:off x="7554179" y="5343182"/>
              <a:ext cx="426463" cy="142494"/>
              <a:chOff x="5645144" y="3140870"/>
              <a:chExt cx="249768" cy="110534"/>
            </a:xfrm>
          </p:grpSpPr>
          <p:sp>
            <p:nvSpPr>
              <p:cNvPr id="613" name="사각형: 둥근 모서리 612">
                <a:extLst>
                  <a:ext uri="{FF2B5EF4-FFF2-40B4-BE49-F238E27FC236}">
                    <a16:creationId xmlns:a16="http://schemas.microsoft.com/office/drawing/2014/main" id="{0D26E017-9995-B031-9B02-4B4CDA376393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4" name="사각형: 둥근 모서리 613">
                <a:extLst>
                  <a:ext uri="{FF2B5EF4-FFF2-40B4-BE49-F238E27FC236}">
                    <a16:creationId xmlns:a16="http://schemas.microsoft.com/office/drawing/2014/main" id="{CE8A35A3-AD38-84C3-E441-A3359418EDB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2" name="그림 611">
              <a:extLst>
                <a:ext uri="{FF2B5EF4-FFF2-40B4-BE49-F238E27FC236}">
                  <a16:creationId xmlns:a16="http://schemas.microsoft.com/office/drawing/2014/main" id="{BA385298-E05D-B570-74B6-86D72EEAAC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1343" y="5337754"/>
              <a:ext cx="174868" cy="153348"/>
            </a:xfrm>
            <a:prstGeom prst="rect">
              <a:avLst/>
            </a:prstGeom>
          </p:spPr>
        </p:pic>
      </p:grpSp>
      <p:pic>
        <p:nvPicPr>
          <p:cNvPr id="605" name="그림 604">
            <a:extLst>
              <a:ext uri="{FF2B5EF4-FFF2-40B4-BE49-F238E27FC236}">
                <a16:creationId xmlns:a16="http://schemas.microsoft.com/office/drawing/2014/main" id="{9C25B1D7-EF9B-EC1D-D1C0-BE32CE3590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06" name="TextBox 605">
            <a:extLst>
              <a:ext uri="{FF2B5EF4-FFF2-40B4-BE49-F238E27FC236}">
                <a16:creationId xmlns:a16="http://schemas.microsoft.com/office/drawing/2014/main" id="{BF68F9DE-8DEC-1663-7228-BC146FC3ABFD}"/>
              </a:ext>
            </a:extLst>
          </p:cNvPr>
          <p:cNvSpPr txBox="1"/>
          <p:nvPr/>
        </p:nvSpPr>
        <p:spPr>
          <a:xfrm>
            <a:off x="2581720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7" name="TextBox 606">
            <a:extLst>
              <a:ext uri="{FF2B5EF4-FFF2-40B4-BE49-F238E27FC236}">
                <a16:creationId xmlns:a16="http://schemas.microsoft.com/office/drawing/2014/main" id="{6418E1CD-B27A-3B67-1CB7-A4FA968EDC80}"/>
              </a:ext>
            </a:extLst>
          </p:cNvPr>
          <p:cNvSpPr txBox="1"/>
          <p:nvPr/>
        </p:nvSpPr>
        <p:spPr>
          <a:xfrm>
            <a:off x="3076662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240%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8" name="TextBox 607">
            <a:extLst>
              <a:ext uri="{FF2B5EF4-FFF2-40B4-BE49-F238E27FC236}">
                <a16:creationId xmlns:a16="http://schemas.microsoft.com/office/drawing/2014/main" id="{28AC9464-4E10-25DE-52E7-2259FF105635}"/>
              </a:ext>
            </a:extLst>
          </p:cNvPr>
          <p:cNvSpPr txBox="1"/>
          <p:nvPr/>
        </p:nvSpPr>
        <p:spPr>
          <a:xfrm>
            <a:off x="1177913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9" name="TextBox 608">
            <a:extLst>
              <a:ext uri="{FF2B5EF4-FFF2-40B4-BE49-F238E27FC236}">
                <a16:creationId xmlns:a16="http://schemas.microsoft.com/office/drawing/2014/main" id="{DEB78D5A-204D-E80A-36A9-648581B01B56}"/>
              </a:ext>
            </a:extLst>
          </p:cNvPr>
          <p:cNvSpPr txBox="1"/>
          <p:nvPr/>
        </p:nvSpPr>
        <p:spPr>
          <a:xfrm>
            <a:off x="166402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10" name="TextBox 609">
            <a:extLst>
              <a:ext uri="{FF2B5EF4-FFF2-40B4-BE49-F238E27FC236}">
                <a16:creationId xmlns:a16="http://schemas.microsoft.com/office/drawing/2014/main" id="{BDA7650F-1D9F-5BAE-B367-6E4260CE0A34}"/>
              </a:ext>
            </a:extLst>
          </p:cNvPr>
          <p:cNvSpPr txBox="1"/>
          <p:nvPr/>
        </p:nvSpPr>
        <p:spPr>
          <a:xfrm>
            <a:off x="212839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7910DF87-A06D-4E72-94E1-F8EECAD5EEC3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8D0F919E-5D8E-4314-BF92-F6DF5C37D9E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3DE494D1-A902-4F77-B413-6A40F3D89DCF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FB058024-CE33-4879-9A42-FE109F779E21}"/>
              </a:ext>
            </a:extLst>
          </p:cNvPr>
          <p:cNvSpPr/>
          <p:nvPr/>
        </p:nvSpPr>
        <p:spPr>
          <a:xfrm>
            <a:off x="808595" y="1422945"/>
            <a:ext cx="2737038" cy="228574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FF00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9BD0DC44-490A-4B93-B9C1-9A29E2C39987}"/>
              </a:ext>
            </a:extLst>
          </p:cNvPr>
          <p:cNvSpPr/>
          <p:nvPr/>
        </p:nvSpPr>
        <p:spPr>
          <a:xfrm>
            <a:off x="692139" y="1309881"/>
            <a:ext cx="220980" cy="22098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25A2A644-2890-4253-BE06-EAADE00C8E18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42" name="Picture 2" descr="돋보기 - 무료 도구 및기구개 아이콘">
            <a:extLst>
              <a:ext uri="{FF2B5EF4-FFF2-40B4-BE49-F238E27FC236}">
                <a16:creationId xmlns:a16="http://schemas.microsoft.com/office/drawing/2014/main" id="{5246130F-CB67-4A2A-A80A-628DE89C6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FBCD24EB-4A1D-4CAE-83C3-BFB6EA09EE0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7AF7A5-9634-4B7D-88A1-2B5571BB132A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576E81C1-1099-45B2-A8A4-56056B24F16B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263DB26-156C-49DA-BABF-50F106C37D7F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620F4479-AE91-48D1-9161-62216903BA1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CF8E5-A378-4A3F-8F6A-96063B779549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147" name="직사각형 146">
            <a:extLst>
              <a:ext uri="{FF2B5EF4-FFF2-40B4-BE49-F238E27FC236}">
                <a16:creationId xmlns:a16="http://schemas.microsoft.com/office/drawing/2014/main" id="{DD727023-071F-4017-8080-A623F02C48D7}"/>
              </a:ext>
            </a:extLst>
          </p:cNvPr>
          <p:cNvSpPr/>
          <p:nvPr/>
        </p:nvSpPr>
        <p:spPr>
          <a:xfrm>
            <a:off x="808595" y="2142059"/>
            <a:ext cx="680611" cy="616827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FF00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8" name="타원 147">
            <a:extLst>
              <a:ext uri="{FF2B5EF4-FFF2-40B4-BE49-F238E27FC236}">
                <a16:creationId xmlns:a16="http://schemas.microsoft.com/office/drawing/2014/main" id="{8288A14A-E283-40FA-8165-E71301C2D5CB}"/>
              </a:ext>
            </a:extLst>
          </p:cNvPr>
          <p:cNvSpPr/>
          <p:nvPr/>
        </p:nvSpPr>
        <p:spPr>
          <a:xfrm>
            <a:off x="692139" y="2028996"/>
            <a:ext cx="220980" cy="22098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3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445C195-48D2-443D-9BD5-093BCF0337EC}"/>
              </a:ext>
            </a:extLst>
          </p:cNvPr>
          <p:cNvSpPr txBox="1"/>
          <p:nvPr/>
        </p:nvSpPr>
        <p:spPr>
          <a:xfrm>
            <a:off x="840746" y="513168"/>
            <a:ext cx="11881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3.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기능 점검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6249A82-6A63-4102-9580-CAE3577B7BD9}"/>
              </a:ext>
            </a:extLst>
          </p:cNvPr>
          <p:cNvSpPr txBox="1"/>
          <p:nvPr/>
        </p:nvSpPr>
        <p:spPr>
          <a:xfrm>
            <a:off x="745699" y="755794"/>
            <a:ext cx="3938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기능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-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빌드업 웨이브</a:t>
            </a:r>
          </a:p>
        </p:txBody>
      </p: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E6AA2B59-C20A-4796-959B-80CD2395C407}"/>
              </a:ext>
            </a:extLst>
          </p:cNvPr>
          <p:cNvGrpSpPr/>
          <p:nvPr/>
        </p:nvGrpSpPr>
        <p:grpSpPr>
          <a:xfrm>
            <a:off x="4118713" y="1542838"/>
            <a:ext cx="7116992" cy="4347906"/>
            <a:chOff x="4423716" y="2019038"/>
            <a:chExt cx="7116992" cy="4347906"/>
          </a:xfrm>
        </p:grpSpPr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9B774AC0-9E03-4BFA-B579-2240F0E741E6}"/>
                </a:ext>
              </a:extLst>
            </p:cNvPr>
            <p:cNvSpPr/>
            <p:nvPr/>
          </p:nvSpPr>
          <p:spPr>
            <a:xfrm>
              <a:off x="4423716" y="2093395"/>
              <a:ext cx="220980" cy="22098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2</a:t>
              </a:r>
              <a:endParaRPr lang="ko-KR" altLang="en-US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41C73A3F-46CF-4AB0-8EDD-4FC84EA5F497}"/>
                </a:ext>
              </a:extLst>
            </p:cNvPr>
            <p:cNvSpPr txBox="1"/>
            <p:nvPr/>
          </p:nvSpPr>
          <p:spPr>
            <a:xfrm>
              <a:off x="4604793" y="2019038"/>
              <a:ext cx="5998758" cy="25583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180000">
                <a:lnSpc>
                  <a:spcPct val="120000"/>
                </a:lnSpc>
              </a:pPr>
              <a:r>
                <a:rPr lang="ko-KR" alt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인게임 경험치</a:t>
              </a:r>
              <a:endParaRPr lang="en-US" altLang="ko-KR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 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스테이지 진입 시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Exp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는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0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부터 시작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빌드업 웨이브에서는 경험치를 획득하지 않음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전투 웨이브에서 적을 처치할 때마다 경험치 획득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처치 경험치 지급량은 몬스터 테이블에서 관리하며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,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웨이브 진행도의 영향을 받지 않음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일부 트럭 효과 등으로 경험치 획득량이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n%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비율로 증가할 수 있음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</a:t>
              </a:r>
            </a:p>
            <a:p>
              <a:pPr defTabSz="180000">
                <a:lnSpc>
                  <a:spcPct val="120000"/>
                </a:lnSpc>
              </a:pP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</p:txBody>
        </p:sp>
        <p:sp>
          <p:nvSpPr>
            <p:cNvPr id="90" name="타원 89">
              <a:extLst>
                <a:ext uri="{FF2B5EF4-FFF2-40B4-BE49-F238E27FC236}">
                  <a16:creationId xmlns:a16="http://schemas.microsoft.com/office/drawing/2014/main" id="{9C50E8C6-2CFC-4A51-BA17-A0E059AF5E4B}"/>
                </a:ext>
              </a:extLst>
            </p:cNvPr>
            <p:cNvSpPr/>
            <p:nvPr/>
          </p:nvSpPr>
          <p:spPr>
            <a:xfrm>
              <a:off x="4423716" y="4445434"/>
              <a:ext cx="220980" cy="22098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3</a:t>
              </a:r>
              <a:endParaRPr lang="ko-KR" altLang="en-US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F9FF1A6F-8C9E-45C2-9824-639B006347C3}"/>
                </a:ext>
              </a:extLst>
            </p:cNvPr>
            <p:cNvSpPr txBox="1"/>
            <p:nvPr/>
          </p:nvSpPr>
          <p:spPr>
            <a:xfrm>
              <a:off x="4604793" y="4371077"/>
              <a:ext cx="3797835" cy="19958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180000">
                <a:lnSpc>
                  <a:spcPct val="120000"/>
                </a:lnSpc>
              </a:pPr>
              <a:r>
                <a:rPr lang="ko-KR" alt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기름 현황</a:t>
              </a:r>
              <a:endParaRPr lang="en-US" altLang="ko-KR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 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기름 소모는 주행과 관계 없이 시간 경과를 따름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기름 게이지 표시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기름의 남은 시간 표시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(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아이디어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)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속도 표시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빌드업 웨이브 중에는 기름이 실시간으로 소모됨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전투 웨이브 중에는 기름이 적 처치 수에 따라 충전됨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   [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잡은 적 수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] / [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현재 웨이브에 등장할 전체 적 수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] 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</p:txBody>
        </p:sp>
        <p:sp>
          <p:nvSpPr>
            <p:cNvPr id="92" name="화살표: 오각형 91">
              <a:extLst>
                <a:ext uri="{FF2B5EF4-FFF2-40B4-BE49-F238E27FC236}">
                  <a16:creationId xmlns:a16="http://schemas.microsoft.com/office/drawing/2014/main" id="{C539801A-42E3-4B79-A66F-C25B348BC7FA}"/>
                </a:ext>
              </a:extLst>
            </p:cNvPr>
            <p:cNvSpPr/>
            <p:nvPr/>
          </p:nvSpPr>
          <p:spPr>
            <a:xfrm rot="10800000">
              <a:off x="10924094" y="5111069"/>
              <a:ext cx="409415" cy="205094"/>
            </a:xfrm>
            <a:prstGeom prst="homePlat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9B7FB59C-3CE3-4ADB-8D4E-57DF786EACE8}"/>
                </a:ext>
              </a:extLst>
            </p:cNvPr>
            <p:cNvSpPr txBox="1"/>
            <p:nvPr/>
          </p:nvSpPr>
          <p:spPr>
            <a:xfrm>
              <a:off x="11038004" y="5121920"/>
              <a:ext cx="352463" cy="183397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r"/>
              <a:r>
                <a:rPr lang="en-US" altLang="ko-KR" sz="10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70%</a:t>
              </a:r>
              <a:endParaRPr lang="ko-KR" altLang="en-US" sz="10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94" name="사각형: 둥근 모서리 93">
              <a:extLst>
                <a:ext uri="{FF2B5EF4-FFF2-40B4-BE49-F238E27FC236}">
                  <a16:creationId xmlns:a16="http://schemas.microsoft.com/office/drawing/2014/main" id="{0C2AB1DC-257A-4F7A-BBCE-4E8CDC821999}"/>
                </a:ext>
              </a:extLst>
            </p:cNvPr>
            <p:cNvSpPr/>
            <p:nvPr/>
          </p:nvSpPr>
          <p:spPr>
            <a:xfrm>
              <a:off x="8600648" y="5018560"/>
              <a:ext cx="785513" cy="973542"/>
            </a:xfrm>
            <a:prstGeom prst="roundRect">
              <a:avLst/>
            </a:prstGeom>
            <a:solidFill>
              <a:srgbClr val="EE770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0BB92290-31F6-4DDA-B876-55583AC6E1B5}"/>
                </a:ext>
              </a:extLst>
            </p:cNvPr>
            <p:cNvSpPr txBox="1"/>
            <p:nvPr/>
          </p:nvSpPr>
          <p:spPr>
            <a:xfrm>
              <a:off x="9411877" y="5419811"/>
              <a:ext cx="819455" cy="2969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180000">
                <a:lnSpc>
                  <a:spcPct val="120000"/>
                </a:lnSpc>
              </a:pP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구성 예시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</p:txBody>
        </p:sp>
        <p:grpSp>
          <p:nvGrpSpPr>
            <p:cNvPr id="96" name="그룹 95">
              <a:extLst>
                <a:ext uri="{FF2B5EF4-FFF2-40B4-BE49-F238E27FC236}">
                  <a16:creationId xmlns:a16="http://schemas.microsoft.com/office/drawing/2014/main" id="{69661E74-1A3B-4171-B1FE-E8C249DD10CA}"/>
                </a:ext>
              </a:extLst>
            </p:cNvPr>
            <p:cNvGrpSpPr/>
            <p:nvPr/>
          </p:nvGrpSpPr>
          <p:grpSpPr>
            <a:xfrm>
              <a:off x="10691374" y="4946177"/>
              <a:ext cx="130629" cy="969358"/>
              <a:chOff x="9633930" y="2089947"/>
              <a:chExt cx="130629" cy="969358"/>
            </a:xfrm>
          </p:grpSpPr>
          <p:sp>
            <p:nvSpPr>
              <p:cNvPr id="100" name="직사각형 99">
                <a:extLst>
                  <a:ext uri="{FF2B5EF4-FFF2-40B4-BE49-F238E27FC236}">
                    <a16:creationId xmlns:a16="http://schemas.microsoft.com/office/drawing/2014/main" id="{85E1DBC6-2FBA-483E-B506-F040ABA4FA86}"/>
                  </a:ext>
                </a:extLst>
              </p:cNvPr>
              <p:cNvSpPr/>
              <p:nvPr/>
            </p:nvSpPr>
            <p:spPr>
              <a:xfrm>
                <a:off x="9633930" y="2089947"/>
                <a:ext cx="130629" cy="969358"/>
              </a:xfrm>
              <a:prstGeom prst="rect">
                <a:avLst/>
              </a:prstGeom>
              <a:solidFill>
                <a:srgbClr val="1A0C2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01" name="직사각형 100">
                <a:extLst>
                  <a:ext uri="{FF2B5EF4-FFF2-40B4-BE49-F238E27FC236}">
                    <a16:creationId xmlns:a16="http://schemas.microsoft.com/office/drawing/2014/main" id="{9FBD83C8-B534-43B2-AC93-B8E07CF2ABC4}"/>
                  </a:ext>
                </a:extLst>
              </p:cNvPr>
              <p:cNvSpPr/>
              <p:nvPr/>
            </p:nvSpPr>
            <p:spPr>
              <a:xfrm>
                <a:off x="9633930" y="2357385"/>
                <a:ext cx="130629" cy="701919"/>
              </a:xfrm>
              <a:prstGeom prst="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97" name="Picture 2" descr="기름통 안의 휘발유가, 액체, 기름통, 가솔린 PNG 일러스트 및 이미지 에 대한 무료 다운로드 - Pngtree">
              <a:extLst>
                <a:ext uri="{FF2B5EF4-FFF2-40B4-BE49-F238E27FC236}">
                  <a16:creationId xmlns:a16="http://schemas.microsoft.com/office/drawing/2014/main" id="{FE5C321D-B0E4-43D1-BAC3-2D904EB6C9D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19013" y="5892121"/>
              <a:ext cx="275350" cy="2753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E3FC138-30EE-43FA-ADFA-6CADED50374E}"/>
                </a:ext>
              </a:extLst>
            </p:cNvPr>
            <p:cNvSpPr txBox="1"/>
            <p:nvPr/>
          </p:nvSpPr>
          <p:spPr>
            <a:xfrm>
              <a:off x="10815830" y="5905714"/>
              <a:ext cx="724878" cy="276999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01 : 23</a:t>
              </a:r>
              <a:endPara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1D502BA5-22EF-42A1-81A2-A7DD88541157}"/>
                </a:ext>
              </a:extLst>
            </p:cNvPr>
            <p:cNvSpPr txBox="1"/>
            <p:nvPr/>
          </p:nvSpPr>
          <p:spPr>
            <a:xfrm>
              <a:off x="10581791" y="4585524"/>
              <a:ext cx="958917" cy="369332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r"/>
              <a:r>
                <a:rPr lang="en-US" altLang="ko-KR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55</a:t>
              </a:r>
              <a:r>
                <a:rPr lang="en-US" altLang="ko-KR" sz="12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 km/h</a:t>
              </a:r>
              <a:endPara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879772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AF1B28-0655-0853-5617-0E11EAE48EA6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7930057A-48BE-D194-D85C-30F4D13B8193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6F20E49F-AC39-F96E-93AE-3CEE442AECA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D155EF04-DDF9-AAED-9069-086CF50E021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4B515609-732D-A3B3-1460-03688B93EE71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7" name="사각형: 둥근 모서리 586">
            <a:extLst>
              <a:ext uri="{FF2B5EF4-FFF2-40B4-BE49-F238E27FC236}">
                <a16:creationId xmlns:a16="http://schemas.microsoft.com/office/drawing/2014/main" id="{604B057E-071C-A6F0-0F0C-578DA8A969CC}"/>
              </a:ext>
            </a:extLst>
          </p:cNvPr>
          <p:cNvSpPr/>
          <p:nvPr/>
        </p:nvSpPr>
        <p:spPr>
          <a:xfrm>
            <a:off x="944253" y="5310776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588" name="그림 587">
            <a:extLst>
              <a:ext uri="{FF2B5EF4-FFF2-40B4-BE49-F238E27FC236}">
                <a16:creationId xmlns:a16="http://schemas.microsoft.com/office/drawing/2014/main" id="{61293497-4E12-A7F6-10CE-43AE8729F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473417" y="3889988"/>
            <a:ext cx="223412" cy="195916"/>
          </a:xfrm>
          <a:prstGeom prst="rect">
            <a:avLst/>
          </a:prstGeom>
        </p:spPr>
      </p:pic>
      <p:pic>
        <p:nvPicPr>
          <p:cNvPr id="589" name="그림 588">
            <a:extLst>
              <a:ext uri="{FF2B5EF4-FFF2-40B4-BE49-F238E27FC236}">
                <a16:creationId xmlns:a16="http://schemas.microsoft.com/office/drawing/2014/main" id="{6E40E48E-B4E3-F34C-E0B7-D35A94FDBC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590" name="그림 589">
            <a:extLst>
              <a:ext uri="{FF2B5EF4-FFF2-40B4-BE49-F238E27FC236}">
                <a16:creationId xmlns:a16="http://schemas.microsoft.com/office/drawing/2014/main" id="{FD128118-4850-0402-1C54-C02ABE7E8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591" name="그림 590">
            <a:extLst>
              <a:ext uri="{FF2B5EF4-FFF2-40B4-BE49-F238E27FC236}">
                <a16:creationId xmlns:a16="http://schemas.microsoft.com/office/drawing/2014/main" id="{8305339C-9C72-A4E8-DE48-915D7C59EA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pic>
        <p:nvPicPr>
          <p:cNvPr id="593" name="그림 592">
            <a:extLst>
              <a:ext uri="{FF2B5EF4-FFF2-40B4-BE49-F238E27FC236}">
                <a16:creationId xmlns:a16="http://schemas.microsoft.com/office/drawing/2014/main" id="{4794037C-47E7-D62B-F814-8E7BD6877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279" y="3496355"/>
            <a:ext cx="247730" cy="217240"/>
          </a:xfrm>
          <a:prstGeom prst="rect">
            <a:avLst/>
          </a:prstGeom>
        </p:spPr>
      </p:pic>
      <p:pic>
        <p:nvPicPr>
          <p:cNvPr id="594" name="그림 593">
            <a:extLst>
              <a:ext uri="{FF2B5EF4-FFF2-40B4-BE49-F238E27FC236}">
                <a16:creationId xmlns:a16="http://schemas.microsoft.com/office/drawing/2014/main" id="{5E9507FB-C605-9643-1904-0174E4F83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153" y="3714630"/>
            <a:ext cx="247730" cy="217240"/>
          </a:xfrm>
          <a:prstGeom prst="rect">
            <a:avLst/>
          </a:prstGeom>
        </p:spPr>
      </p:pic>
      <p:pic>
        <p:nvPicPr>
          <p:cNvPr id="595" name="그림 594">
            <a:extLst>
              <a:ext uri="{FF2B5EF4-FFF2-40B4-BE49-F238E27FC236}">
                <a16:creationId xmlns:a16="http://schemas.microsoft.com/office/drawing/2014/main" id="{25995823-2ECF-A751-49A2-E9F207F17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596" name="그림 595">
            <a:extLst>
              <a:ext uri="{FF2B5EF4-FFF2-40B4-BE49-F238E27FC236}">
                <a16:creationId xmlns:a16="http://schemas.microsoft.com/office/drawing/2014/main" id="{9CCEA169-3EBF-2255-9C56-97EA995EA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597" name="그림 596">
            <a:extLst>
              <a:ext uri="{FF2B5EF4-FFF2-40B4-BE49-F238E27FC236}">
                <a16:creationId xmlns:a16="http://schemas.microsoft.com/office/drawing/2014/main" id="{C6A7F366-23C1-E570-C348-FB1623C93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598" name="그림 597">
            <a:extLst>
              <a:ext uri="{FF2B5EF4-FFF2-40B4-BE49-F238E27FC236}">
                <a16:creationId xmlns:a16="http://schemas.microsoft.com/office/drawing/2014/main" id="{BF671C1F-1B1C-0A2C-16AD-990FA0963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sp>
        <p:nvSpPr>
          <p:cNvPr id="599" name="사각형: 둥근 모서리 598">
            <a:extLst>
              <a:ext uri="{FF2B5EF4-FFF2-40B4-BE49-F238E27FC236}">
                <a16:creationId xmlns:a16="http://schemas.microsoft.com/office/drawing/2014/main" id="{D8E5633C-B6C8-1C68-4B94-5F7FA4F91131}"/>
              </a:ext>
            </a:extLst>
          </p:cNvPr>
          <p:cNvSpPr/>
          <p:nvPr/>
        </p:nvSpPr>
        <p:spPr>
          <a:xfrm>
            <a:off x="944253" y="5303495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grpSp>
        <p:nvGrpSpPr>
          <p:cNvPr id="600" name="그룹 599">
            <a:extLst>
              <a:ext uri="{FF2B5EF4-FFF2-40B4-BE49-F238E27FC236}">
                <a16:creationId xmlns:a16="http://schemas.microsoft.com/office/drawing/2014/main" id="{946E8AA8-A7B5-367D-4C98-A465698419B9}"/>
              </a:ext>
            </a:extLst>
          </p:cNvPr>
          <p:cNvGrpSpPr/>
          <p:nvPr/>
        </p:nvGrpSpPr>
        <p:grpSpPr>
          <a:xfrm>
            <a:off x="979019" y="5327739"/>
            <a:ext cx="449300" cy="153348"/>
            <a:chOff x="5671221" y="5337754"/>
            <a:chExt cx="449300" cy="153348"/>
          </a:xfrm>
        </p:grpSpPr>
        <p:grpSp>
          <p:nvGrpSpPr>
            <p:cNvPr id="627" name="그룹 626">
              <a:extLst>
                <a:ext uri="{FF2B5EF4-FFF2-40B4-BE49-F238E27FC236}">
                  <a16:creationId xmlns:a16="http://schemas.microsoft.com/office/drawing/2014/main" id="{DC6A5F39-DE1F-FAD0-A70B-2250C567E9E0}"/>
                </a:ext>
              </a:extLst>
            </p:cNvPr>
            <p:cNvGrpSpPr/>
            <p:nvPr/>
          </p:nvGrpSpPr>
          <p:grpSpPr>
            <a:xfrm>
              <a:off x="5694058" y="5343182"/>
              <a:ext cx="426463" cy="142494"/>
              <a:chOff x="5645144" y="3140870"/>
              <a:chExt cx="249768" cy="110534"/>
            </a:xfrm>
          </p:grpSpPr>
          <p:sp>
            <p:nvSpPr>
              <p:cNvPr id="629" name="사각형: 둥근 모서리 628">
                <a:extLst>
                  <a:ext uri="{FF2B5EF4-FFF2-40B4-BE49-F238E27FC236}">
                    <a16:creationId xmlns:a16="http://schemas.microsoft.com/office/drawing/2014/main" id="{35D3F957-0D85-EBC2-4AA0-BACF5054ACF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30" name="사각형: 둥근 모서리 629">
                <a:extLst>
                  <a:ext uri="{FF2B5EF4-FFF2-40B4-BE49-F238E27FC236}">
                    <a16:creationId xmlns:a16="http://schemas.microsoft.com/office/drawing/2014/main" id="{4046F72C-FC46-FF4F-D6C4-A1A13A97DEB9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8" name="그림 627">
              <a:extLst>
                <a:ext uri="{FF2B5EF4-FFF2-40B4-BE49-F238E27FC236}">
                  <a16:creationId xmlns:a16="http://schemas.microsoft.com/office/drawing/2014/main" id="{B6E59BA9-5D81-8159-28D3-5DBBF4F1F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122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1" name="그룹 600">
            <a:extLst>
              <a:ext uri="{FF2B5EF4-FFF2-40B4-BE49-F238E27FC236}">
                <a16:creationId xmlns:a16="http://schemas.microsoft.com/office/drawing/2014/main" id="{1C381BC2-D006-F740-3A54-CEBD1F6691DF}"/>
              </a:ext>
            </a:extLst>
          </p:cNvPr>
          <p:cNvGrpSpPr/>
          <p:nvPr/>
        </p:nvGrpSpPr>
        <p:grpSpPr>
          <a:xfrm>
            <a:off x="1466369" y="5327739"/>
            <a:ext cx="449300" cy="153348"/>
            <a:chOff x="6136251" y="5337754"/>
            <a:chExt cx="449300" cy="153348"/>
          </a:xfrm>
        </p:grpSpPr>
        <p:grpSp>
          <p:nvGrpSpPr>
            <p:cNvPr id="623" name="그룹 622">
              <a:extLst>
                <a:ext uri="{FF2B5EF4-FFF2-40B4-BE49-F238E27FC236}">
                  <a16:creationId xmlns:a16="http://schemas.microsoft.com/office/drawing/2014/main" id="{0EF9329F-14E0-4CEF-82ED-D19C56E037C4}"/>
                </a:ext>
              </a:extLst>
            </p:cNvPr>
            <p:cNvGrpSpPr/>
            <p:nvPr/>
          </p:nvGrpSpPr>
          <p:grpSpPr>
            <a:xfrm>
              <a:off x="6159088" y="5343182"/>
              <a:ext cx="426463" cy="142494"/>
              <a:chOff x="5645144" y="3140870"/>
              <a:chExt cx="249768" cy="110534"/>
            </a:xfrm>
          </p:grpSpPr>
          <p:sp>
            <p:nvSpPr>
              <p:cNvPr id="625" name="사각형: 둥근 모서리 624">
                <a:extLst>
                  <a:ext uri="{FF2B5EF4-FFF2-40B4-BE49-F238E27FC236}">
                    <a16:creationId xmlns:a16="http://schemas.microsoft.com/office/drawing/2014/main" id="{084CF385-9D04-C20C-5552-E7BC6C0658AC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6" name="사각형: 둥근 모서리 625">
                <a:extLst>
                  <a:ext uri="{FF2B5EF4-FFF2-40B4-BE49-F238E27FC236}">
                    <a16:creationId xmlns:a16="http://schemas.microsoft.com/office/drawing/2014/main" id="{76A16AFB-C033-B177-9D45-771325218EA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4" name="그림 623">
              <a:extLst>
                <a:ext uri="{FF2B5EF4-FFF2-40B4-BE49-F238E27FC236}">
                  <a16:creationId xmlns:a16="http://schemas.microsoft.com/office/drawing/2014/main" id="{CE588951-ADD2-68D9-D096-36A467B8D9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625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B6A1EDCA-0EA0-9221-21A7-7DB6883478EB}"/>
              </a:ext>
            </a:extLst>
          </p:cNvPr>
          <p:cNvGrpSpPr/>
          <p:nvPr/>
        </p:nvGrpSpPr>
        <p:grpSpPr>
          <a:xfrm>
            <a:off x="1953719" y="5327739"/>
            <a:ext cx="449300" cy="153348"/>
            <a:chOff x="6601281" y="5337754"/>
            <a:chExt cx="449300" cy="153348"/>
          </a:xfrm>
        </p:grpSpPr>
        <p:grpSp>
          <p:nvGrpSpPr>
            <p:cNvPr id="619" name="그룹 618">
              <a:extLst>
                <a:ext uri="{FF2B5EF4-FFF2-40B4-BE49-F238E27FC236}">
                  <a16:creationId xmlns:a16="http://schemas.microsoft.com/office/drawing/2014/main" id="{501A2A47-2615-6FB1-74B7-3847B2861D29}"/>
                </a:ext>
              </a:extLst>
            </p:cNvPr>
            <p:cNvGrpSpPr/>
            <p:nvPr/>
          </p:nvGrpSpPr>
          <p:grpSpPr>
            <a:xfrm>
              <a:off x="6624118" y="5343182"/>
              <a:ext cx="426463" cy="142494"/>
              <a:chOff x="5645144" y="3140870"/>
              <a:chExt cx="249768" cy="110534"/>
            </a:xfrm>
          </p:grpSpPr>
          <p:sp>
            <p:nvSpPr>
              <p:cNvPr id="621" name="사각형: 둥근 모서리 620">
                <a:extLst>
                  <a:ext uri="{FF2B5EF4-FFF2-40B4-BE49-F238E27FC236}">
                    <a16:creationId xmlns:a16="http://schemas.microsoft.com/office/drawing/2014/main" id="{DE0A7AA7-A4F9-9050-92AF-33245D5A91EF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2" name="사각형: 둥근 모서리 621">
                <a:extLst>
                  <a:ext uri="{FF2B5EF4-FFF2-40B4-BE49-F238E27FC236}">
                    <a16:creationId xmlns:a16="http://schemas.microsoft.com/office/drawing/2014/main" id="{FE54677E-7BEA-95BF-2AFD-74F7F3BB5E49}"/>
                  </a:ext>
                </a:extLst>
              </p:cNvPr>
              <p:cNvSpPr/>
              <p:nvPr/>
            </p:nvSpPr>
            <p:spPr>
              <a:xfrm>
                <a:off x="5645145" y="3140870"/>
                <a:ext cx="100989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0" name="그림 619">
              <a:extLst>
                <a:ext uri="{FF2B5EF4-FFF2-40B4-BE49-F238E27FC236}">
                  <a16:creationId xmlns:a16="http://schemas.microsoft.com/office/drawing/2014/main" id="{89537D4F-BA7F-E157-83BE-586ECEF8CC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128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3" name="그룹 602">
            <a:extLst>
              <a:ext uri="{FF2B5EF4-FFF2-40B4-BE49-F238E27FC236}">
                <a16:creationId xmlns:a16="http://schemas.microsoft.com/office/drawing/2014/main" id="{6D897065-BEDE-E5A0-5A3D-A0089CAFFFA1}"/>
              </a:ext>
            </a:extLst>
          </p:cNvPr>
          <p:cNvGrpSpPr/>
          <p:nvPr/>
        </p:nvGrpSpPr>
        <p:grpSpPr>
          <a:xfrm>
            <a:off x="2441069" y="5327739"/>
            <a:ext cx="449302" cy="153348"/>
            <a:chOff x="7066312" y="5337754"/>
            <a:chExt cx="449302" cy="153348"/>
          </a:xfrm>
        </p:grpSpPr>
        <p:grpSp>
          <p:nvGrpSpPr>
            <p:cNvPr id="615" name="그룹 614">
              <a:extLst>
                <a:ext uri="{FF2B5EF4-FFF2-40B4-BE49-F238E27FC236}">
                  <a16:creationId xmlns:a16="http://schemas.microsoft.com/office/drawing/2014/main" id="{465722E4-6621-1584-8716-DE5C965B82B5}"/>
                </a:ext>
              </a:extLst>
            </p:cNvPr>
            <p:cNvGrpSpPr/>
            <p:nvPr/>
          </p:nvGrpSpPr>
          <p:grpSpPr>
            <a:xfrm>
              <a:off x="7089150" y="5343182"/>
              <a:ext cx="426464" cy="142494"/>
              <a:chOff x="5645143" y="3140870"/>
              <a:chExt cx="249769" cy="110534"/>
            </a:xfrm>
          </p:grpSpPr>
          <p:sp>
            <p:nvSpPr>
              <p:cNvPr id="617" name="사각형: 둥근 모서리 616">
                <a:extLst>
                  <a:ext uri="{FF2B5EF4-FFF2-40B4-BE49-F238E27FC236}">
                    <a16:creationId xmlns:a16="http://schemas.microsoft.com/office/drawing/2014/main" id="{C9DF1A39-4AFF-F919-6FC4-29C5592BFAC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8" name="사각형: 둥근 모서리 617">
                <a:extLst>
                  <a:ext uri="{FF2B5EF4-FFF2-40B4-BE49-F238E27FC236}">
                    <a16:creationId xmlns:a16="http://schemas.microsoft.com/office/drawing/2014/main" id="{233A1B8F-EE4B-1E48-EFA5-B67D4893C8AB}"/>
                  </a:ext>
                </a:extLst>
              </p:cNvPr>
              <p:cNvSpPr/>
              <p:nvPr/>
            </p:nvSpPr>
            <p:spPr>
              <a:xfrm>
                <a:off x="5645143" y="3140870"/>
                <a:ext cx="247306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6" name="그림 615">
              <a:extLst>
                <a:ext uri="{FF2B5EF4-FFF2-40B4-BE49-F238E27FC236}">
                  <a16:creationId xmlns:a16="http://schemas.microsoft.com/office/drawing/2014/main" id="{7CCC701C-9D3F-4F63-C236-FAD5196FB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6312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4" name="그룹 603">
            <a:extLst>
              <a:ext uri="{FF2B5EF4-FFF2-40B4-BE49-F238E27FC236}">
                <a16:creationId xmlns:a16="http://schemas.microsoft.com/office/drawing/2014/main" id="{4EE6B4B3-773C-4DF0-A166-5F9364E8F4EB}"/>
              </a:ext>
            </a:extLst>
          </p:cNvPr>
          <p:cNvGrpSpPr/>
          <p:nvPr/>
        </p:nvGrpSpPr>
        <p:grpSpPr>
          <a:xfrm>
            <a:off x="2928420" y="5327739"/>
            <a:ext cx="449299" cy="153348"/>
            <a:chOff x="7531343" y="5337754"/>
            <a:chExt cx="449299" cy="153348"/>
          </a:xfrm>
        </p:grpSpPr>
        <p:grpSp>
          <p:nvGrpSpPr>
            <p:cNvPr id="611" name="그룹 610">
              <a:extLst>
                <a:ext uri="{FF2B5EF4-FFF2-40B4-BE49-F238E27FC236}">
                  <a16:creationId xmlns:a16="http://schemas.microsoft.com/office/drawing/2014/main" id="{58270948-DE66-9C7E-BBB3-00CEAEAB46CF}"/>
                </a:ext>
              </a:extLst>
            </p:cNvPr>
            <p:cNvGrpSpPr/>
            <p:nvPr/>
          </p:nvGrpSpPr>
          <p:grpSpPr>
            <a:xfrm>
              <a:off x="7554179" y="5343182"/>
              <a:ext cx="426463" cy="142494"/>
              <a:chOff x="5645144" y="3140870"/>
              <a:chExt cx="249768" cy="110534"/>
            </a:xfrm>
          </p:grpSpPr>
          <p:sp>
            <p:nvSpPr>
              <p:cNvPr id="613" name="사각형: 둥근 모서리 612">
                <a:extLst>
                  <a:ext uri="{FF2B5EF4-FFF2-40B4-BE49-F238E27FC236}">
                    <a16:creationId xmlns:a16="http://schemas.microsoft.com/office/drawing/2014/main" id="{0D26E017-9995-B031-9B02-4B4CDA376393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4" name="사각형: 둥근 모서리 613">
                <a:extLst>
                  <a:ext uri="{FF2B5EF4-FFF2-40B4-BE49-F238E27FC236}">
                    <a16:creationId xmlns:a16="http://schemas.microsoft.com/office/drawing/2014/main" id="{CE8A35A3-AD38-84C3-E441-A3359418EDB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2" name="그림 611">
              <a:extLst>
                <a:ext uri="{FF2B5EF4-FFF2-40B4-BE49-F238E27FC236}">
                  <a16:creationId xmlns:a16="http://schemas.microsoft.com/office/drawing/2014/main" id="{BA385298-E05D-B570-74B6-86D72EEAAC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1343" y="5337754"/>
              <a:ext cx="174868" cy="153348"/>
            </a:xfrm>
            <a:prstGeom prst="rect">
              <a:avLst/>
            </a:prstGeom>
          </p:spPr>
        </p:pic>
      </p:grpSp>
      <p:pic>
        <p:nvPicPr>
          <p:cNvPr id="605" name="그림 604">
            <a:extLst>
              <a:ext uri="{FF2B5EF4-FFF2-40B4-BE49-F238E27FC236}">
                <a16:creationId xmlns:a16="http://schemas.microsoft.com/office/drawing/2014/main" id="{9C25B1D7-EF9B-EC1D-D1C0-BE32CE3590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06" name="TextBox 605">
            <a:extLst>
              <a:ext uri="{FF2B5EF4-FFF2-40B4-BE49-F238E27FC236}">
                <a16:creationId xmlns:a16="http://schemas.microsoft.com/office/drawing/2014/main" id="{BF68F9DE-8DEC-1663-7228-BC146FC3ABFD}"/>
              </a:ext>
            </a:extLst>
          </p:cNvPr>
          <p:cNvSpPr txBox="1"/>
          <p:nvPr/>
        </p:nvSpPr>
        <p:spPr>
          <a:xfrm>
            <a:off x="2581720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7" name="TextBox 606">
            <a:extLst>
              <a:ext uri="{FF2B5EF4-FFF2-40B4-BE49-F238E27FC236}">
                <a16:creationId xmlns:a16="http://schemas.microsoft.com/office/drawing/2014/main" id="{6418E1CD-B27A-3B67-1CB7-A4FA968EDC80}"/>
              </a:ext>
            </a:extLst>
          </p:cNvPr>
          <p:cNvSpPr txBox="1"/>
          <p:nvPr/>
        </p:nvSpPr>
        <p:spPr>
          <a:xfrm>
            <a:off x="3076662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240%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8" name="TextBox 607">
            <a:extLst>
              <a:ext uri="{FF2B5EF4-FFF2-40B4-BE49-F238E27FC236}">
                <a16:creationId xmlns:a16="http://schemas.microsoft.com/office/drawing/2014/main" id="{28AC9464-4E10-25DE-52E7-2259FF105635}"/>
              </a:ext>
            </a:extLst>
          </p:cNvPr>
          <p:cNvSpPr txBox="1"/>
          <p:nvPr/>
        </p:nvSpPr>
        <p:spPr>
          <a:xfrm>
            <a:off x="1177913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9" name="TextBox 608">
            <a:extLst>
              <a:ext uri="{FF2B5EF4-FFF2-40B4-BE49-F238E27FC236}">
                <a16:creationId xmlns:a16="http://schemas.microsoft.com/office/drawing/2014/main" id="{DEB78D5A-204D-E80A-36A9-648581B01B56}"/>
              </a:ext>
            </a:extLst>
          </p:cNvPr>
          <p:cNvSpPr txBox="1"/>
          <p:nvPr/>
        </p:nvSpPr>
        <p:spPr>
          <a:xfrm>
            <a:off x="166402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10" name="TextBox 609">
            <a:extLst>
              <a:ext uri="{FF2B5EF4-FFF2-40B4-BE49-F238E27FC236}">
                <a16:creationId xmlns:a16="http://schemas.microsoft.com/office/drawing/2014/main" id="{BDA7650F-1D9F-5BAE-B367-6E4260CE0A34}"/>
              </a:ext>
            </a:extLst>
          </p:cNvPr>
          <p:cNvSpPr txBox="1"/>
          <p:nvPr/>
        </p:nvSpPr>
        <p:spPr>
          <a:xfrm>
            <a:off x="212839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7910DF87-A06D-4E72-94E1-F8EECAD5EEC3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8D0F919E-5D8E-4314-BF92-F6DF5C37D9E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3DE494D1-A902-4F77-B413-6A40F3D89DCF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25A2A644-2890-4253-BE06-EAADE00C8E18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42" name="Picture 2" descr="돋보기 - 무료 도구 및기구개 아이콘">
            <a:extLst>
              <a:ext uri="{FF2B5EF4-FFF2-40B4-BE49-F238E27FC236}">
                <a16:creationId xmlns:a16="http://schemas.microsoft.com/office/drawing/2014/main" id="{5246130F-CB67-4A2A-A80A-628DE89C6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FBCD24EB-4A1D-4CAE-83C3-BFB6EA09EE0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7AF7A5-9634-4B7D-88A1-2B5571BB132A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576E81C1-1099-45B2-A8A4-56056B24F16B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263DB26-156C-49DA-BABF-50F106C37D7F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620F4479-AE91-48D1-9161-62216903BA1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CF8E5-A378-4A3F-8F6A-96063B779549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7C1C2BE9-DFE0-4D1F-93A2-DDD9ECC4D44A}"/>
              </a:ext>
            </a:extLst>
          </p:cNvPr>
          <p:cNvSpPr/>
          <p:nvPr/>
        </p:nvSpPr>
        <p:spPr>
          <a:xfrm>
            <a:off x="1844348" y="1544842"/>
            <a:ext cx="680611" cy="418236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FF00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1" name="타원 80">
            <a:extLst>
              <a:ext uri="{FF2B5EF4-FFF2-40B4-BE49-F238E27FC236}">
                <a16:creationId xmlns:a16="http://schemas.microsoft.com/office/drawing/2014/main" id="{D2C91CE8-4240-4F6A-9FD7-5DF88738E115}"/>
              </a:ext>
            </a:extLst>
          </p:cNvPr>
          <p:cNvSpPr/>
          <p:nvPr/>
        </p:nvSpPr>
        <p:spPr>
          <a:xfrm>
            <a:off x="1727892" y="1431778"/>
            <a:ext cx="220980" cy="22098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4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8674BA83-29E0-403F-9162-CCB255D7DCBD}"/>
              </a:ext>
            </a:extLst>
          </p:cNvPr>
          <p:cNvSpPr/>
          <p:nvPr/>
        </p:nvSpPr>
        <p:spPr>
          <a:xfrm>
            <a:off x="2778444" y="1544842"/>
            <a:ext cx="680611" cy="418236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FF00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3" name="타원 82">
            <a:extLst>
              <a:ext uri="{FF2B5EF4-FFF2-40B4-BE49-F238E27FC236}">
                <a16:creationId xmlns:a16="http://schemas.microsoft.com/office/drawing/2014/main" id="{4703E8F0-39B8-4074-B30A-51E3BC853E2F}"/>
              </a:ext>
            </a:extLst>
          </p:cNvPr>
          <p:cNvSpPr/>
          <p:nvPr/>
        </p:nvSpPr>
        <p:spPr>
          <a:xfrm>
            <a:off x="2661988" y="1431778"/>
            <a:ext cx="220980" cy="22098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FE1074C-3E9E-40F2-AAE3-D6B556417E47}"/>
              </a:ext>
            </a:extLst>
          </p:cNvPr>
          <p:cNvSpPr txBox="1"/>
          <p:nvPr/>
        </p:nvSpPr>
        <p:spPr>
          <a:xfrm>
            <a:off x="840746" y="513168"/>
            <a:ext cx="11881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3.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기능 점검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5DD8194-643F-4593-99BF-BD53B81F5878}"/>
              </a:ext>
            </a:extLst>
          </p:cNvPr>
          <p:cNvSpPr txBox="1"/>
          <p:nvPr/>
        </p:nvSpPr>
        <p:spPr>
          <a:xfrm>
            <a:off x="745699" y="755794"/>
            <a:ext cx="3938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기능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-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빌드업 웨이브</a:t>
            </a:r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DA65A18B-A03F-4BCD-A2EB-620A81534C95}"/>
              </a:ext>
            </a:extLst>
          </p:cNvPr>
          <p:cNvGrpSpPr/>
          <p:nvPr/>
        </p:nvGrpSpPr>
        <p:grpSpPr>
          <a:xfrm>
            <a:off x="4118713" y="1542838"/>
            <a:ext cx="7624846" cy="4323285"/>
            <a:chOff x="4423716" y="2018475"/>
            <a:chExt cx="7624846" cy="4323285"/>
          </a:xfrm>
        </p:grpSpPr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FC68A4DA-D772-42EB-BB38-89E8D9C12F3A}"/>
                </a:ext>
              </a:extLst>
            </p:cNvPr>
            <p:cNvSpPr/>
            <p:nvPr/>
          </p:nvSpPr>
          <p:spPr>
            <a:xfrm>
              <a:off x="4423716" y="2092832"/>
              <a:ext cx="220980" cy="22098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4</a:t>
              </a:r>
              <a:endParaRPr lang="ko-KR" altLang="en-US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EE1A20AB-DD1B-4316-9905-29005B3D9E32}"/>
                </a:ext>
              </a:extLst>
            </p:cNvPr>
            <p:cNvSpPr txBox="1"/>
            <p:nvPr/>
          </p:nvSpPr>
          <p:spPr>
            <a:xfrm>
              <a:off x="4604793" y="2018475"/>
              <a:ext cx="3478581" cy="11094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180000">
                <a:lnSpc>
                  <a:spcPct val="120000"/>
                </a:lnSpc>
              </a:pPr>
              <a:r>
                <a:rPr lang="ko-KR" alt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웨이브 진행도</a:t>
              </a:r>
              <a:endParaRPr lang="en-US" altLang="ko-KR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 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빌드업 웨이브 중일 때는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DRIVE WAVE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로 표시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전투 웨이브 중일 때는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DEFENCE WAVE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로 표시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WAVE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텍스트 아래에 웨이브 진행상황을 표시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AA53BBB8-ED1F-4141-89A4-33418FC57AB0}"/>
                </a:ext>
              </a:extLst>
            </p:cNvPr>
            <p:cNvSpPr txBox="1"/>
            <p:nvPr/>
          </p:nvSpPr>
          <p:spPr>
            <a:xfrm>
              <a:off x="8083374" y="5175479"/>
              <a:ext cx="3965188" cy="116628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defTabSz="180000">
                <a:lnSpc>
                  <a:spcPct val="120000"/>
                </a:lnSpc>
              </a:pPr>
              <a:r>
                <a:rPr lang="ko-KR" alt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기타 기획 의도</a:t>
              </a:r>
              <a:endPara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3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 </a:t>
              </a:r>
              <a:endPara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기름 게이지를 화면 상단에 놓지 않는 이유</a:t>
              </a:r>
              <a:r>
                <a:rPr lang="en-US" altLang="ko-KR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?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	 - </a:t>
              </a:r>
              <a:r>
                <a:rPr lang="ko-KR" altLang="en-US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경험치 게이지도 상단에 위치함</a:t>
              </a:r>
              <a:endPara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두 게이지는 차오르는 방향이 서로 다르기에</a:t>
              </a:r>
              <a:endPara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	</a:t>
              </a:r>
              <a:r>
                <a:rPr lang="ko-KR" altLang="en-US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같은 영역에 위치하면 보는 모양이 좋지 않을 것으로 보임</a:t>
              </a:r>
              <a:endPara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840156C9-0B15-43A8-9709-6534E38C7F70}"/>
                </a:ext>
              </a:extLst>
            </p:cNvPr>
            <p:cNvSpPr txBox="1"/>
            <p:nvPr/>
          </p:nvSpPr>
          <p:spPr>
            <a:xfrm>
              <a:off x="8781191" y="2471860"/>
              <a:ext cx="1115177" cy="5185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DRIVE WAVE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( 1 / 4 )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F0F0BB1E-016A-41BB-A69B-80F9D667FC1B}"/>
                </a:ext>
              </a:extLst>
            </p:cNvPr>
            <p:cNvSpPr txBox="1"/>
            <p:nvPr/>
          </p:nvSpPr>
          <p:spPr>
            <a:xfrm>
              <a:off x="10170153" y="2471860"/>
              <a:ext cx="1220592" cy="5014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BATTLE WAVE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ko-KR" sz="11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( 2 / 4 )</a:t>
              </a:r>
            </a:p>
          </p:txBody>
        </p:sp>
        <p:sp>
          <p:nvSpPr>
            <p:cNvPr id="90" name="타원 89">
              <a:extLst>
                <a:ext uri="{FF2B5EF4-FFF2-40B4-BE49-F238E27FC236}">
                  <a16:creationId xmlns:a16="http://schemas.microsoft.com/office/drawing/2014/main" id="{2340591D-619D-48D6-89A0-EEDD691E3EBA}"/>
                </a:ext>
              </a:extLst>
            </p:cNvPr>
            <p:cNvSpPr/>
            <p:nvPr/>
          </p:nvSpPr>
          <p:spPr>
            <a:xfrm>
              <a:off x="4423716" y="3463777"/>
              <a:ext cx="220980" cy="22098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5</a:t>
              </a:r>
              <a:endParaRPr lang="ko-KR" altLang="en-US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5C10D4D6-391C-4B16-ABF9-14D3947FEF61}"/>
                </a:ext>
              </a:extLst>
            </p:cNvPr>
            <p:cNvSpPr txBox="1"/>
            <p:nvPr/>
          </p:nvSpPr>
          <p:spPr>
            <a:xfrm>
              <a:off x="4604793" y="3389420"/>
              <a:ext cx="4388124" cy="110947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180000">
                <a:lnSpc>
                  <a:spcPct val="120000"/>
                </a:lnSpc>
              </a:pPr>
              <a:r>
                <a:rPr lang="ko-KR" alt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배속</a:t>
              </a:r>
              <a:r>
                <a:rPr lang="en-US" altLang="ko-KR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, </a:t>
              </a:r>
              <a:r>
                <a:rPr lang="ko-KR" alt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일시정지 버튼</a:t>
              </a:r>
              <a:endParaRPr lang="en-US" altLang="ko-KR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 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배속 버튼 터치 시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1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배속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/2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배속 전환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일시정지 버튼 터치 시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PAUSE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팝업창 출력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PUASE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팝업창을 통해 전투를 포기하고 로비로 돌아갈 수 있음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52396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AF1B28-0655-0853-5617-0E11EAE48EA6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7930057A-48BE-D194-D85C-30F4D13B8193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6F20E49F-AC39-F96E-93AE-3CEE442AECA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D155EF04-DDF9-AAED-9069-086CF50E021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4B515609-732D-A3B3-1460-03688B93EE71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7" name="사각형: 둥근 모서리 586">
            <a:extLst>
              <a:ext uri="{FF2B5EF4-FFF2-40B4-BE49-F238E27FC236}">
                <a16:creationId xmlns:a16="http://schemas.microsoft.com/office/drawing/2014/main" id="{604B057E-071C-A6F0-0F0C-578DA8A969CC}"/>
              </a:ext>
            </a:extLst>
          </p:cNvPr>
          <p:cNvSpPr/>
          <p:nvPr/>
        </p:nvSpPr>
        <p:spPr>
          <a:xfrm>
            <a:off x="944253" y="5310776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588" name="그림 587">
            <a:extLst>
              <a:ext uri="{FF2B5EF4-FFF2-40B4-BE49-F238E27FC236}">
                <a16:creationId xmlns:a16="http://schemas.microsoft.com/office/drawing/2014/main" id="{61293497-4E12-A7F6-10CE-43AE8729F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473417" y="3889988"/>
            <a:ext cx="223412" cy="195916"/>
          </a:xfrm>
          <a:prstGeom prst="rect">
            <a:avLst/>
          </a:prstGeom>
        </p:spPr>
      </p:pic>
      <p:pic>
        <p:nvPicPr>
          <p:cNvPr id="589" name="그림 588">
            <a:extLst>
              <a:ext uri="{FF2B5EF4-FFF2-40B4-BE49-F238E27FC236}">
                <a16:creationId xmlns:a16="http://schemas.microsoft.com/office/drawing/2014/main" id="{6E40E48E-B4E3-F34C-E0B7-D35A94FDBC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590" name="그림 589">
            <a:extLst>
              <a:ext uri="{FF2B5EF4-FFF2-40B4-BE49-F238E27FC236}">
                <a16:creationId xmlns:a16="http://schemas.microsoft.com/office/drawing/2014/main" id="{FD128118-4850-0402-1C54-C02ABE7E8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591" name="그림 590">
            <a:extLst>
              <a:ext uri="{FF2B5EF4-FFF2-40B4-BE49-F238E27FC236}">
                <a16:creationId xmlns:a16="http://schemas.microsoft.com/office/drawing/2014/main" id="{8305339C-9C72-A4E8-DE48-915D7C59EA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pic>
        <p:nvPicPr>
          <p:cNvPr id="593" name="그림 592">
            <a:extLst>
              <a:ext uri="{FF2B5EF4-FFF2-40B4-BE49-F238E27FC236}">
                <a16:creationId xmlns:a16="http://schemas.microsoft.com/office/drawing/2014/main" id="{4794037C-47E7-D62B-F814-8E7BD6877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279" y="3496355"/>
            <a:ext cx="247730" cy="217240"/>
          </a:xfrm>
          <a:prstGeom prst="rect">
            <a:avLst/>
          </a:prstGeom>
        </p:spPr>
      </p:pic>
      <p:pic>
        <p:nvPicPr>
          <p:cNvPr id="594" name="그림 593">
            <a:extLst>
              <a:ext uri="{FF2B5EF4-FFF2-40B4-BE49-F238E27FC236}">
                <a16:creationId xmlns:a16="http://schemas.microsoft.com/office/drawing/2014/main" id="{5E9507FB-C605-9643-1904-0174E4F83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153" y="3714630"/>
            <a:ext cx="247730" cy="217240"/>
          </a:xfrm>
          <a:prstGeom prst="rect">
            <a:avLst/>
          </a:prstGeom>
        </p:spPr>
      </p:pic>
      <p:pic>
        <p:nvPicPr>
          <p:cNvPr id="595" name="그림 594">
            <a:extLst>
              <a:ext uri="{FF2B5EF4-FFF2-40B4-BE49-F238E27FC236}">
                <a16:creationId xmlns:a16="http://schemas.microsoft.com/office/drawing/2014/main" id="{25995823-2ECF-A751-49A2-E9F207F17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596" name="그림 595">
            <a:extLst>
              <a:ext uri="{FF2B5EF4-FFF2-40B4-BE49-F238E27FC236}">
                <a16:creationId xmlns:a16="http://schemas.microsoft.com/office/drawing/2014/main" id="{9CCEA169-3EBF-2255-9C56-97EA995EA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597" name="그림 596">
            <a:extLst>
              <a:ext uri="{FF2B5EF4-FFF2-40B4-BE49-F238E27FC236}">
                <a16:creationId xmlns:a16="http://schemas.microsoft.com/office/drawing/2014/main" id="{C6A7F366-23C1-E570-C348-FB1623C93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598" name="그림 597">
            <a:extLst>
              <a:ext uri="{FF2B5EF4-FFF2-40B4-BE49-F238E27FC236}">
                <a16:creationId xmlns:a16="http://schemas.microsoft.com/office/drawing/2014/main" id="{BF671C1F-1B1C-0A2C-16AD-990FA0963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sp>
        <p:nvSpPr>
          <p:cNvPr id="599" name="사각형: 둥근 모서리 598">
            <a:extLst>
              <a:ext uri="{FF2B5EF4-FFF2-40B4-BE49-F238E27FC236}">
                <a16:creationId xmlns:a16="http://schemas.microsoft.com/office/drawing/2014/main" id="{D8E5633C-B6C8-1C68-4B94-5F7FA4F91131}"/>
              </a:ext>
            </a:extLst>
          </p:cNvPr>
          <p:cNvSpPr/>
          <p:nvPr/>
        </p:nvSpPr>
        <p:spPr>
          <a:xfrm>
            <a:off x="944253" y="5303495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grpSp>
        <p:nvGrpSpPr>
          <p:cNvPr id="600" name="그룹 599">
            <a:extLst>
              <a:ext uri="{FF2B5EF4-FFF2-40B4-BE49-F238E27FC236}">
                <a16:creationId xmlns:a16="http://schemas.microsoft.com/office/drawing/2014/main" id="{946E8AA8-A7B5-367D-4C98-A465698419B9}"/>
              </a:ext>
            </a:extLst>
          </p:cNvPr>
          <p:cNvGrpSpPr/>
          <p:nvPr/>
        </p:nvGrpSpPr>
        <p:grpSpPr>
          <a:xfrm>
            <a:off x="979019" y="5327739"/>
            <a:ext cx="449300" cy="153348"/>
            <a:chOff x="5671221" y="5337754"/>
            <a:chExt cx="449300" cy="153348"/>
          </a:xfrm>
        </p:grpSpPr>
        <p:grpSp>
          <p:nvGrpSpPr>
            <p:cNvPr id="627" name="그룹 626">
              <a:extLst>
                <a:ext uri="{FF2B5EF4-FFF2-40B4-BE49-F238E27FC236}">
                  <a16:creationId xmlns:a16="http://schemas.microsoft.com/office/drawing/2014/main" id="{DC6A5F39-DE1F-FAD0-A70B-2250C567E9E0}"/>
                </a:ext>
              </a:extLst>
            </p:cNvPr>
            <p:cNvGrpSpPr/>
            <p:nvPr/>
          </p:nvGrpSpPr>
          <p:grpSpPr>
            <a:xfrm>
              <a:off x="5694058" y="5343182"/>
              <a:ext cx="426463" cy="142494"/>
              <a:chOff x="5645144" y="3140870"/>
              <a:chExt cx="249768" cy="110534"/>
            </a:xfrm>
          </p:grpSpPr>
          <p:sp>
            <p:nvSpPr>
              <p:cNvPr id="629" name="사각형: 둥근 모서리 628">
                <a:extLst>
                  <a:ext uri="{FF2B5EF4-FFF2-40B4-BE49-F238E27FC236}">
                    <a16:creationId xmlns:a16="http://schemas.microsoft.com/office/drawing/2014/main" id="{35D3F957-0D85-EBC2-4AA0-BACF5054ACF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30" name="사각형: 둥근 모서리 629">
                <a:extLst>
                  <a:ext uri="{FF2B5EF4-FFF2-40B4-BE49-F238E27FC236}">
                    <a16:creationId xmlns:a16="http://schemas.microsoft.com/office/drawing/2014/main" id="{4046F72C-FC46-FF4F-D6C4-A1A13A97DEB9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8" name="그림 627">
              <a:extLst>
                <a:ext uri="{FF2B5EF4-FFF2-40B4-BE49-F238E27FC236}">
                  <a16:creationId xmlns:a16="http://schemas.microsoft.com/office/drawing/2014/main" id="{B6E59BA9-5D81-8159-28D3-5DBBF4F1F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122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1" name="그룹 600">
            <a:extLst>
              <a:ext uri="{FF2B5EF4-FFF2-40B4-BE49-F238E27FC236}">
                <a16:creationId xmlns:a16="http://schemas.microsoft.com/office/drawing/2014/main" id="{1C381BC2-D006-F740-3A54-CEBD1F6691DF}"/>
              </a:ext>
            </a:extLst>
          </p:cNvPr>
          <p:cNvGrpSpPr/>
          <p:nvPr/>
        </p:nvGrpSpPr>
        <p:grpSpPr>
          <a:xfrm>
            <a:off x="1466369" y="5327739"/>
            <a:ext cx="449300" cy="153348"/>
            <a:chOff x="6136251" y="5337754"/>
            <a:chExt cx="449300" cy="153348"/>
          </a:xfrm>
        </p:grpSpPr>
        <p:grpSp>
          <p:nvGrpSpPr>
            <p:cNvPr id="623" name="그룹 622">
              <a:extLst>
                <a:ext uri="{FF2B5EF4-FFF2-40B4-BE49-F238E27FC236}">
                  <a16:creationId xmlns:a16="http://schemas.microsoft.com/office/drawing/2014/main" id="{0EF9329F-14E0-4CEF-82ED-D19C56E037C4}"/>
                </a:ext>
              </a:extLst>
            </p:cNvPr>
            <p:cNvGrpSpPr/>
            <p:nvPr/>
          </p:nvGrpSpPr>
          <p:grpSpPr>
            <a:xfrm>
              <a:off x="6159088" y="5343182"/>
              <a:ext cx="426463" cy="142494"/>
              <a:chOff x="5645144" y="3140870"/>
              <a:chExt cx="249768" cy="110534"/>
            </a:xfrm>
          </p:grpSpPr>
          <p:sp>
            <p:nvSpPr>
              <p:cNvPr id="625" name="사각형: 둥근 모서리 624">
                <a:extLst>
                  <a:ext uri="{FF2B5EF4-FFF2-40B4-BE49-F238E27FC236}">
                    <a16:creationId xmlns:a16="http://schemas.microsoft.com/office/drawing/2014/main" id="{084CF385-9D04-C20C-5552-E7BC6C0658AC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6" name="사각형: 둥근 모서리 625">
                <a:extLst>
                  <a:ext uri="{FF2B5EF4-FFF2-40B4-BE49-F238E27FC236}">
                    <a16:creationId xmlns:a16="http://schemas.microsoft.com/office/drawing/2014/main" id="{76A16AFB-C033-B177-9D45-771325218EA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4" name="그림 623">
              <a:extLst>
                <a:ext uri="{FF2B5EF4-FFF2-40B4-BE49-F238E27FC236}">
                  <a16:creationId xmlns:a16="http://schemas.microsoft.com/office/drawing/2014/main" id="{CE588951-ADD2-68D9-D096-36A467B8D9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625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B6A1EDCA-0EA0-9221-21A7-7DB6883478EB}"/>
              </a:ext>
            </a:extLst>
          </p:cNvPr>
          <p:cNvGrpSpPr/>
          <p:nvPr/>
        </p:nvGrpSpPr>
        <p:grpSpPr>
          <a:xfrm>
            <a:off x="1953719" y="5327739"/>
            <a:ext cx="449300" cy="153348"/>
            <a:chOff x="6601281" y="5337754"/>
            <a:chExt cx="449300" cy="153348"/>
          </a:xfrm>
        </p:grpSpPr>
        <p:grpSp>
          <p:nvGrpSpPr>
            <p:cNvPr id="619" name="그룹 618">
              <a:extLst>
                <a:ext uri="{FF2B5EF4-FFF2-40B4-BE49-F238E27FC236}">
                  <a16:creationId xmlns:a16="http://schemas.microsoft.com/office/drawing/2014/main" id="{501A2A47-2615-6FB1-74B7-3847B2861D29}"/>
                </a:ext>
              </a:extLst>
            </p:cNvPr>
            <p:cNvGrpSpPr/>
            <p:nvPr/>
          </p:nvGrpSpPr>
          <p:grpSpPr>
            <a:xfrm>
              <a:off x="6624118" y="5343182"/>
              <a:ext cx="426463" cy="142494"/>
              <a:chOff x="5645144" y="3140870"/>
              <a:chExt cx="249768" cy="110534"/>
            </a:xfrm>
          </p:grpSpPr>
          <p:sp>
            <p:nvSpPr>
              <p:cNvPr id="621" name="사각형: 둥근 모서리 620">
                <a:extLst>
                  <a:ext uri="{FF2B5EF4-FFF2-40B4-BE49-F238E27FC236}">
                    <a16:creationId xmlns:a16="http://schemas.microsoft.com/office/drawing/2014/main" id="{DE0A7AA7-A4F9-9050-92AF-33245D5A91EF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2" name="사각형: 둥근 모서리 621">
                <a:extLst>
                  <a:ext uri="{FF2B5EF4-FFF2-40B4-BE49-F238E27FC236}">
                    <a16:creationId xmlns:a16="http://schemas.microsoft.com/office/drawing/2014/main" id="{FE54677E-7BEA-95BF-2AFD-74F7F3BB5E49}"/>
                  </a:ext>
                </a:extLst>
              </p:cNvPr>
              <p:cNvSpPr/>
              <p:nvPr/>
            </p:nvSpPr>
            <p:spPr>
              <a:xfrm>
                <a:off x="5645145" y="3140870"/>
                <a:ext cx="100989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0" name="그림 619">
              <a:extLst>
                <a:ext uri="{FF2B5EF4-FFF2-40B4-BE49-F238E27FC236}">
                  <a16:creationId xmlns:a16="http://schemas.microsoft.com/office/drawing/2014/main" id="{89537D4F-BA7F-E157-83BE-586ECEF8CC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128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3" name="그룹 602">
            <a:extLst>
              <a:ext uri="{FF2B5EF4-FFF2-40B4-BE49-F238E27FC236}">
                <a16:creationId xmlns:a16="http://schemas.microsoft.com/office/drawing/2014/main" id="{6D897065-BEDE-E5A0-5A3D-A0089CAFFFA1}"/>
              </a:ext>
            </a:extLst>
          </p:cNvPr>
          <p:cNvGrpSpPr/>
          <p:nvPr/>
        </p:nvGrpSpPr>
        <p:grpSpPr>
          <a:xfrm>
            <a:off x="2441069" y="5327739"/>
            <a:ext cx="449302" cy="153348"/>
            <a:chOff x="7066312" y="5337754"/>
            <a:chExt cx="449302" cy="153348"/>
          </a:xfrm>
        </p:grpSpPr>
        <p:grpSp>
          <p:nvGrpSpPr>
            <p:cNvPr id="615" name="그룹 614">
              <a:extLst>
                <a:ext uri="{FF2B5EF4-FFF2-40B4-BE49-F238E27FC236}">
                  <a16:creationId xmlns:a16="http://schemas.microsoft.com/office/drawing/2014/main" id="{465722E4-6621-1584-8716-DE5C965B82B5}"/>
                </a:ext>
              </a:extLst>
            </p:cNvPr>
            <p:cNvGrpSpPr/>
            <p:nvPr/>
          </p:nvGrpSpPr>
          <p:grpSpPr>
            <a:xfrm>
              <a:off x="7089150" y="5343182"/>
              <a:ext cx="426464" cy="142494"/>
              <a:chOff x="5645143" y="3140870"/>
              <a:chExt cx="249769" cy="110534"/>
            </a:xfrm>
          </p:grpSpPr>
          <p:sp>
            <p:nvSpPr>
              <p:cNvPr id="617" name="사각형: 둥근 모서리 616">
                <a:extLst>
                  <a:ext uri="{FF2B5EF4-FFF2-40B4-BE49-F238E27FC236}">
                    <a16:creationId xmlns:a16="http://schemas.microsoft.com/office/drawing/2014/main" id="{C9DF1A39-4AFF-F919-6FC4-29C5592BFAC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8" name="사각형: 둥근 모서리 617">
                <a:extLst>
                  <a:ext uri="{FF2B5EF4-FFF2-40B4-BE49-F238E27FC236}">
                    <a16:creationId xmlns:a16="http://schemas.microsoft.com/office/drawing/2014/main" id="{233A1B8F-EE4B-1E48-EFA5-B67D4893C8AB}"/>
                  </a:ext>
                </a:extLst>
              </p:cNvPr>
              <p:cNvSpPr/>
              <p:nvPr/>
            </p:nvSpPr>
            <p:spPr>
              <a:xfrm>
                <a:off x="5645143" y="3140870"/>
                <a:ext cx="247306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6" name="그림 615">
              <a:extLst>
                <a:ext uri="{FF2B5EF4-FFF2-40B4-BE49-F238E27FC236}">
                  <a16:creationId xmlns:a16="http://schemas.microsoft.com/office/drawing/2014/main" id="{7CCC701C-9D3F-4F63-C236-FAD5196FB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6312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4" name="그룹 603">
            <a:extLst>
              <a:ext uri="{FF2B5EF4-FFF2-40B4-BE49-F238E27FC236}">
                <a16:creationId xmlns:a16="http://schemas.microsoft.com/office/drawing/2014/main" id="{4EE6B4B3-773C-4DF0-A166-5F9364E8F4EB}"/>
              </a:ext>
            </a:extLst>
          </p:cNvPr>
          <p:cNvGrpSpPr/>
          <p:nvPr/>
        </p:nvGrpSpPr>
        <p:grpSpPr>
          <a:xfrm>
            <a:off x="2928420" y="5327739"/>
            <a:ext cx="449299" cy="153348"/>
            <a:chOff x="7531343" y="5337754"/>
            <a:chExt cx="449299" cy="153348"/>
          </a:xfrm>
        </p:grpSpPr>
        <p:grpSp>
          <p:nvGrpSpPr>
            <p:cNvPr id="611" name="그룹 610">
              <a:extLst>
                <a:ext uri="{FF2B5EF4-FFF2-40B4-BE49-F238E27FC236}">
                  <a16:creationId xmlns:a16="http://schemas.microsoft.com/office/drawing/2014/main" id="{58270948-DE66-9C7E-BBB3-00CEAEAB46CF}"/>
                </a:ext>
              </a:extLst>
            </p:cNvPr>
            <p:cNvGrpSpPr/>
            <p:nvPr/>
          </p:nvGrpSpPr>
          <p:grpSpPr>
            <a:xfrm>
              <a:off x="7554179" y="5343182"/>
              <a:ext cx="426463" cy="142494"/>
              <a:chOff x="5645144" y="3140870"/>
              <a:chExt cx="249768" cy="110534"/>
            </a:xfrm>
          </p:grpSpPr>
          <p:sp>
            <p:nvSpPr>
              <p:cNvPr id="613" name="사각형: 둥근 모서리 612">
                <a:extLst>
                  <a:ext uri="{FF2B5EF4-FFF2-40B4-BE49-F238E27FC236}">
                    <a16:creationId xmlns:a16="http://schemas.microsoft.com/office/drawing/2014/main" id="{0D26E017-9995-B031-9B02-4B4CDA376393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4" name="사각형: 둥근 모서리 613">
                <a:extLst>
                  <a:ext uri="{FF2B5EF4-FFF2-40B4-BE49-F238E27FC236}">
                    <a16:creationId xmlns:a16="http://schemas.microsoft.com/office/drawing/2014/main" id="{CE8A35A3-AD38-84C3-E441-A3359418EDB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2" name="그림 611">
              <a:extLst>
                <a:ext uri="{FF2B5EF4-FFF2-40B4-BE49-F238E27FC236}">
                  <a16:creationId xmlns:a16="http://schemas.microsoft.com/office/drawing/2014/main" id="{BA385298-E05D-B570-74B6-86D72EEAAC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1343" y="5337754"/>
              <a:ext cx="174868" cy="153348"/>
            </a:xfrm>
            <a:prstGeom prst="rect">
              <a:avLst/>
            </a:prstGeom>
          </p:spPr>
        </p:pic>
      </p:grpSp>
      <p:pic>
        <p:nvPicPr>
          <p:cNvPr id="605" name="그림 604">
            <a:extLst>
              <a:ext uri="{FF2B5EF4-FFF2-40B4-BE49-F238E27FC236}">
                <a16:creationId xmlns:a16="http://schemas.microsoft.com/office/drawing/2014/main" id="{9C25B1D7-EF9B-EC1D-D1C0-BE32CE3590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06" name="TextBox 605">
            <a:extLst>
              <a:ext uri="{FF2B5EF4-FFF2-40B4-BE49-F238E27FC236}">
                <a16:creationId xmlns:a16="http://schemas.microsoft.com/office/drawing/2014/main" id="{BF68F9DE-8DEC-1663-7228-BC146FC3ABFD}"/>
              </a:ext>
            </a:extLst>
          </p:cNvPr>
          <p:cNvSpPr txBox="1"/>
          <p:nvPr/>
        </p:nvSpPr>
        <p:spPr>
          <a:xfrm>
            <a:off x="2581720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7" name="TextBox 606">
            <a:extLst>
              <a:ext uri="{FF2B5EF4-FFF2-40B4-BE49-F238E27FC236}">
                <a16:creationId xmlns:a16="http://schemas.microsoft.com/office/drawing/2014/main" id="{6418E1CD-B27A-3B67-1CB7-A4FA968EDC80}"/>
              </a:ext>
            </a:extLst>
          </p:cNvPr>
          <p:cNvSpPr txBox="1"/>
          <p:nvPr/>
        </p:nvSpPr>
        <p:spPr>
          <a:xfrm>
            <a:off x="3076662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240%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8" name="TextBox 607">
            <a:extLst>
              <a:ext uri="{FF2B5EF4-FFF2-40B4-BE49-F238E27FC236}">
                <a16:creationId xmlns:a16="http://schemas.microsoft.com/office/drawing/2014/main" id="{28AC9464-4E10-25DE-52E7-2259FF105635}"/>
              </a:ext>
            </a:extLst>
          </p:cNvPr>
          <p:cNvSpPr txBox="1"/>
          <p:nvPr/>
        </p:nvSpPr>
        <p:spPr>
          <a:xfrm>
            <a:off x="1177913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9" name="TextBox 608">
            <a:extLst>
              <a:ext uri="{FF2B5EF4-FFF2-40B4-BE49-F238E27FC236}">
                <a16:creationId xmlns:a16="http://schemas.microsoft.com/office/drawing/2014/main" id="{DEB78D5A-204D-E80A-36A9-648581B01B56}"/>
              </a:ext>
            </a:extLst>
          </p:cNvPr>
          <p:cNvSpPr txBox="1"/>
          <p:nvPr/>
        </p:nvSpPr>
        <p:spPr>
          <a:xfrm>
            <a:off x="166402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10" name="TextBox 609">
            <a:extLst>
              <a:ext uri="{FF2B5EF4-FFF2-40B4-BE49-F238E27FC236}">
                <a16:creationId xmlns:a16="http://schemas.microsoft.com/office/drawing/2014/main" id="{BDA7650F-1D9F-5BAE-B367-6E4260CE0A34}"/>
              </a:ext>
            </a:extLst>
          </p:cNvPr>
          <p:cNvSpPr txBox="1"/>
          <p:nvPr/>
        </p:nvSpPr>
        <p:spPr>
          <a:xfrm>
            <a:off x="212839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7910DF87-A06D-4E72-94E1-F8EECAD5EEC3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8D0F919E-5D8E-4314-BF92-F6DF5C37D9E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3DE494D1-A902-4F77-B413-6A40F3D89DCF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25A2A644-2890-4253-BE06-EAADE00C8E18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42" name="Picture 2" descr="돋보기 - 무료 도구 및기구개 아이콘">
            <a:extLst>
              <a:ext uri="{FF2B5EF4-FFF2-40B4-BE49-F238E27FC236}">
                <a16:creationId xmlns:a16="http://schemas.microsoft.com/office/drawing/2014/main" id="{5246130F-CB67-4A2A-A80A-628DE89C6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FBCD24EB-4A1D-4CAE-83C3-BFB6EA09EE0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7AF7A5-9634-4B7D-88A1-2B5571BB132A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576E81C1-1099-45B2-A8A4-56056B24F16B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263DB26-156C-49DA-BABF-50F106C37D7F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620F4479-AE91-48D1-9161-62216903BA1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CF8E5-A378-4A3F-8F6A-96063B779549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7C1C2BE9-DFE0-4D1F-93A2-DDD9ECC4D44A}"/>
              </a:ext>
            </a:extLst>
          </p:cNvPr>
          <p:cNvSpPr/>
          <p:nvPr/>
        </p:nvSpPr>
        <p:spPr>
          <a:xfrm>
            <a:off x="1844348" y="3369998"/>
            <a:ext cx="680611" cy="701992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FF00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1" name="타원 80">
            <a:extLst>
              <a:ext uri="{FF2B5EF4-FFF2-40B4-BE49-F238E27FC236}">
                <a16:creationId xmlns:a16="http://schemas.microsoft.com/office/drawing/2014/main" id="{D2C91CE8-4240-4F6A-9FD7-5DF88738E115}"/>
              </a:ext>
            </a:extLst>
          </p:cNvPr>
          <p:cNvSpPr/>
          <p:nvPr/>
        </p:nvSpPr>
        <p:spPr>
          <a:xfrm>
            <a:off x="1727892" y="3256934"/>
            <a:ext cx="220980" cy="22098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6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5E6A739-BFCC-46F5-8364-2F7E809FC055}"/>
              </a:ext>
            </a:extLst>
          </p:cNvPr>
          <p:cNvSpPr txBox="1"/>
          <p:nvPr/>
        </p:nvSpPr>
        <p:spPr>
          <a:xfrm>
            <a:off x="840746" y="513168"/>
            <a:ext cx="11881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3.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기능 점검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4388CCA-75E7-43F0-A49C-FE2FE9475ADD}"/>
              </a:ext>
            </a:extLst>
          </p:cNvPr>
          <p:cNvSpPr txBox="1"/>
          <p:nvPr/>
        </p:nvSpPr>
        <p:spPr>
          <a:xfrm>
            <a:off x="745699" y="755794"/>
            <a:ext cx="3938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기능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-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빌드업 웨이브</a:t>
            </a:r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5D6D4583-1CD1-45B7-906B-DDC63219CB58}"/>
              </a:ext>
            </a:extLst>
          </p:cNvPr>
          <p:cNvGrpSpPr/>
          <p:nvPr/>
        </p:nvGrpSpPr>
        <p:grpSpPr>
          <a:xfrm>
            <a:off x="4118713" y="1542838"/>
            <a:ext cx="6542434" cy="2217467"/>
            <a:chOff x="4423716" y="2018475"/>
            <a:chExt cx="6542434" cy="2217467"/>
          </a:xfrm>
        </p:grpSpPr>
        <p:sp>
          <p:nvSpPr>
            <p:cNvPr id="77" name="타원 76">
              <a:extLst>
                <a:ext uri="{FF2B5EF4-FFF2-40B4-BE49-F238E27FC236}">
                  <a16:creationId xmlns:a16="http://schemas.microsoft.com/office/drawing/2014/main" id="{A2764229-3B50-451B-9347-E74FB1A08477}"/>
                </a:ext>
              </a:extLst>
            </p:cNvPr>
            <p:cNvSpPr/>
            <p:nvPr/>
          </p:nvSpPr>
          <p:spPr>
            <a:xfrm>
              <a:off x="4423716" y="2092832"/>
              <a:ext cx="220980" cy="22098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6</a:t>
              </a:r>
              <a:endParaRPr lang="ko-KR" altLang="en-US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2A19E6E7-D016-4D03-AF9E-D4343574A79A}"/>
                </a:ext>
              </a:extLst>
            </p:cNvPr>
            <p:cNvSpPr txBox="1"/>
            <p:nvPr/>
          </p:nvSpPr>
          <p:spPr>
            <a:xfrm>
              <a:off x="4604793" y="2018475"/>
              <a:ext cx="6361357" cy="22174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180000">
                <a:lnSpc>
                  <a:spcPct val="120000"/>
                </a:lnSpc>
              </a:pPr>
              <a:r>
                <a:rPr lang="ko-KR" alt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트럭</a:t>
              </a:r>
              <a:endParaRPr lang="en-US" altLang="ko-KR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 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빌드업 웨이브 중일 때는 화면 터치 조작을 통해 이동 가능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이동 방향에 따라 스프라이트 전환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(8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방향 스프라이트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)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시민과 충돌 시 아래의 액션을 수행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트럭과 영웅이 충돌한 지점에 이펙트 출력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(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출력할 이펙트는 게이지 충전량에 따라 연동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)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화면 하단에서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,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해당 영웅의 게이지 충전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영웅 게이지 충전량은 테이블에서 지정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(Min ~ Max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값 중 랜덤 등의 방식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)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영웅 게이지 충전 시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,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해당 영웅의 게이지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UI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에서 간단한 충전 이펙트 출력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(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뿅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!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파티클 등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)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영웅 게이지 충전 후 게이지 보유량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%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숫자 갱신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15285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AF1B28-0655-0853-5617-0E11EAE48EA6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7930057A-48BE-D194-D85C-30F4D13B8193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6F20E49F-AC39-F96E-93AE-3CEE442AECA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D155EF04-DDF9-AAED-9069-086CF50E021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4B515609-732D-A3B3-1460-03688B93EE71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7" name="사각형: 둥근 모서리 586">
            <a:extLst>
              <a:ext uri="{FF2B5EF4-FFF2-40B4-BE49-F238E27FC236}">
                <a16:creationId xmlns:a16="http://schemas.microsoft.com/office/drawing/2014/main" id="{604B057E-071C-A6F0-0F0C-578DA8A969CC}"/>
              </a:ext>
            </a:extLst>
          </p:cNvPr>
          <p:cNvSpPr/>
          <p:nvPr/>
        </p:nvSpPr>
        <p:spPr>
          <a:xfrm>
            <a:off x="944253" y="5310776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588" name="그림 587">
            <a:extLst>
              <a:ext uri="{FF2B5EF4-FFF2-40B4-BE49-F238E27FC236}">
                <a16:creationId xmlns:a16="http://schemas.microsoft.com/office/drawing/2014/main" id="{61293497-4E12-A7F6-10CE-43AE8729F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473417" y="3889988"/>
            <a:ext cx="223412" cy="195916"/>
          </a:xfrm>
          <a:prstGeom prst="rect">
            <a:avLst/>
          </a:prstGeom>
        </p:spPr>
      </p:pic>
      <p:pic>
        <p:nvPicPr>
          <p:cNvPr id="589" name="그림 588">
            <a:extLst>
              <a:ext uri="{FF2B5EF4-FFF2-40B4-BE49-F238E27FC236}">
                <a16:creationId xmlns:a16="http://schemas.microsoft.com/office/drawing/2014/main" id="{6E40E48E-B4E3-F34C-E0B7-D35A94FDBC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590" name="그림 589">
            <a:extLst>
              <a:ext uri="{FF2B5EF4-FFF2-40B4-BE49-F238E27FC236}">
                <a16:creationId xmlns:a16="http://schemas.microsoft.com/office/drawing/2014/main" id="{FD128118-4850-0402-1C54-C02ABE7E8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591" name="그림 590">
            <a:extLst>
              <a:ext uri="{FF2B5EF4-FFF2-40B4-BE49-F238E27FC236}">
                <a16:creationId xmlns:a16="http://schemas.microsoft.com/office/drawing/2014/main" id="{8305339C-9C72-A4E8-DE48-915D7C59EA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pic>
        <p:nvPicPr>
          <p:cNvPr id="593" name="그림 592">
            <a:extLst>
              <a:ext uri="{FF2B5EF4-FFF2-40B4-BE49-F238E27FC236}">
                <a16:creationId xmlns:a16="http://schemas.microsoft.com/office/drawing/2014/main" id="{4794037C-47E7-D62B-F814-8E7BD6877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279" y="3496355"/>
            <a:ext cx="247730" cy="217240"/>
          </a:xfrm>
          <a:prstGeom prst="rect">
            <a:avLst/>
          </a:prstGeom>
        </p:spPr>
      </p:pic>
      <p:pic>
        <p:nvPicPr>
          <p:cNvPr id="594" name="그림 593">
            <a:extLst>
              <a:ext uri="{FF2B5EF4-FFF2-40B4-BE49-F238E27FC236}">
                <a16:creationId xmlns:a16="http://schemas.microsoft.com/office/drawing/2014/main" id="{5E9507FB-C605-9643-1904-0174E4F83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153" y="3714630"/>
            <a:ext cx="247730" cy="217240"/>
          </a:xfrm>
          <a:prstGeom prst="rect">
            <a:avLst/>
          </a:prstGeom>
        </p:spPr>
      </p:pic>
      <p:pic>
        <p:nvPicPr>
          <p:cNvPr id="595" name="그림 594">
            <a:extLst>
              <a:ext uri="{FF2B5EF4-FFF2-40B4-BE49-F238E27FC236}">
                <a16:creationId xmlns:a16="http://schemas.microsoft.com/office/drawing/2014/main" id="{25995823-2ECF-A751-49A2-E9F207F17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596" name="그림 595">
            <a:extLst>
              <a:ext uri="{FF2B5EF4-FFF2-40B4-BE49-F238E27FC236}">
                <a16:creationId xmlns:a16="http://schemas.microsoft.com/office/drawing/2014/main" id="{9CCEA169-3EBF-2255-9C56-97EA995EA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597" name="그림 596">
            <a:extLst>
              <a:ext uri="{FF2B5EF4-FFF2-40B4-BE49-F238E27FC236}">
                <a16:creationId xmlns:a16="http://schemas.microsoft.com/office/drawing/2014/main" id="{C6A7F366-23C1-E570-C348-FB1623C93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598" name="그림 597">
            <a:extLst>
              <a:ext uri="{FF2B5EF4-FFF2-40B4-BE49-F238E27FC236}">
                <a16:creationId xmlns:a16="http://schemas.microsoft.com/office/drawing/2014/main" id="{BF671C1F-1B1C-0A2C-16AD-990FA0963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sp>
        <p:nvSpPr>
          <p:cNvPr id="599" name="사각형: 둥근 모서리 598">
            <a:extLst>
              <a:ext uri="{FF2B5EF4-FFF2-40B4-BE49-F238E27FC236}">
                <a16:creationId xmlns:a16="http://schemas.microsoft.com/office/drawing/2014/main" id="{D8E5633C-B6C8-1C68-4B94-5F7FA4F91131}"/>
              </a:ext>
            </a:extLst>
          </p:cNvPr>
          <p:cNvSpPr/>
          <p:nvPr/>
        </p:nvSpPr>
        <p:spPr>
          <a:xfrm>
            <a:off x="944253" y="5303495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grpSp>
        <p:nvGrpSpPr>
          <p:cNvPr id="600" name="그룹 599">
            <a:extLst>
              <a:ext uri="{FF2B5EF4-FFF2-40B4-BE49-F238E27FC236}">
                <a16:creationId xmlns:a16="http://schemas.microsoft.com/office/drawing/2014/main" id="{946E8AA8-A7B5-367D-4C98-A465698419B9}"/>
              </a:ext>
            </a:extLst>
          </p:cNvPr>
          <p:cNvGrpSpPr/>
          <p:nvPr/>
        </p:nvGrpSpPr>
        <p:grpSpPr>
          <a:xfrm>
            <a:off x="979019" y="5327739"/>
            <a:ext cx="449300" cy="153348"/>
            <a:chOff x="5671221" y="5337754"/>
            <a:chExt cx="449300" cy="153348"/>
          </a:xfrm>
        </p:grpSpPr>
        <p:grpSp>
          <p:nvGrpSpPr>
            <p:cNvPr id="627" name="그룹 626">
              <a:extLst>
                <a:ext uri="{FF2B5EF4-FFF2-40B4-BE49-F238E27FC236}">
                  <a16:creationId xmlns:a16="http://schemas.microsoft.com/office/drawing/2014/main" id="{DC6A5F39-DE1F-FAD0-A70B-2250C567E9E0}"/>
                </a:ext>
              </a:extLst>
            </p:cNvPr>
            <p:cNvGrpSpPr/>
            <p:nvPr/>
          </p:nvGrpSpPr>
          <p:grpSpPr>
            <a:xfrm>
              <a:off x="5694058" y="5343182"/>
              <a:ext cx="426463" cy="142494"/>
              <a:chOff x="5645144" y="3140870"/>
              <a:chExt cx="249768" cy="110534"/>
            </a:xfrm>
          </p:grpSpPr>
          <p:sp>
            <p:nvSpPr>
              <p:cNvPr id="629" name="사각형: 둥근 모서리 628">
                <a:extLst>
                  <a:ext uri="{FF2B5EF4-FFF2-40B4-BE49-F238E27FC236}">
                    <a16:creationId xmlns:a16="http://schemas.microsoft.com/office/drawing/2014/main" id="{35D3F957-0D85-EBC2-4AA0-BACF5054ACF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30" name="사각형: 둥근 모서리 629">
                <a:extLst>
                  <a:ext uri="{FF2B5EF4-FFF2-40B4-BE49-F238E27FC236}">
                    <a16:creationId xmlns:a16="http://schemas.microsoft.com/office/drawing/2014/main" id="{4046F72C-FC46-FF4F-D6C4-A1A13A97DEB9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8" name="그림 627">
              <a:extLst>
                <a:ext uri="{FF2B5EF4-FFF2-40B4-BE49-F238E27FC236}">
                  <a16:creationId xmlns:a16="http://schemas.microsoft.com/office/drawing/2014/main" id="{B6E59BA9-5D81-8159-28D3-5DBBF4F1F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122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1" name="그룹 600">
            <a:extLst>
              <a:ext uri="{FF2B5EF4-FFF2-40B4-BE49-F238E27FC236}">
                <a16:creationId xmlns:a16="http://schemas.microsoft.com/office/drawing/2014/main" id="{1C381BC2-D006-F740-3A54-CEBD1F6691DF}"/>
              </a:ext>
            </a:extLst>
          </p:cNvPr>
          <p:cNvGrpSpPr/>
          <p:nvPr/>
        </p:nvGrpSpPr>
        <p:grpSpPr>
          <a:xfrm>
            <a:off x="1466369" y="5327739"/>
            <a:ext cx="449300" cy="153348"/>
            <a:chOff x="6136251" y="5337754"/>
            <a:chExt cx="449300" cy="153348"/>
          </a:xfrm>
        </p:grpSpPr>
        <p:grpSp>
          <p:nvGrpSpPr>
            <p:cNvPr id="623" name="그룹 622">
              <a:extLst>
                <a:ext uri="{FF2B5EF4-FFF2-40B4-BE49-F238E27FC236}">
                  <a16:creationId xmlns:a16="http://schemas.microsoft.com/office/drawing/2014/main" id="{0EF9329F-14E0-4CEF-82ED-D19C56E037C4}"/>
                </a:ext>
              </a:extLst>
            </p:cNvPr>
            <p:cNvGrpSpPr/>
            <p:nvPr/>
          </p:nvGrpSpPr>
          <p:grpSpPr>
            <a:xfrm>
              <a:off x="6159088" y="5343182"/>
              <a:ext cx="426463" cy="142494"/>
              <a:chOff x="5645144" y="3140870"/>
              <a:chExt cx="249768" cy="110534"/>
            </a:xfrm>
          </p:grpSpPr>
          <p:sp>
            <p:nvSpPr>
              <p:cNvPr id="625" name="사각형: 둥근 모서리 624">
                <a:extLst>
                  <a:ext uri="{FF2B5EF4-FFF2-40B4-BE49-F238E27FC236}">
                    <a16:creationId xmlns:a16="http://schemas.microsoft.com/office/drawing/2014/main" id="{084CF385-9D04-C20C-5552-E7BC6C0658AC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6" name="사각형: 둥근 모서리 625">
                <a:extLst>
                  <a:ext uri="{FF2B5EF4-FFF2-40B4-BE49-F238E27FC236}">
                    <a16:creationId xmlns:a16="http://schemas.microsoft.com/office/drawing/2014/main" id="{76A16AFB-C033-B177-9D45-771325218EA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4" name="그림 623">
              <a:extLst>
                <a:ext uri="{FF2B5EF4-FFF2-40B4-BE49-F238E27FC236}">
                  <a16:creationId xmlns:a16="http://schemas.microsoft.com/office/drawing/2014/main" id="{CE588951-ADD2-68D9-D096-36A467B8D9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625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B6A1EDCA-0EA0-9221-21A7-7DB6883478EB}"/>
              </a:ext>
            </a:extLst>
          </p:cNvPr>
          <p:cNvGrpSpPr/>
          <p:nvPr/>
        </p:nvGrpSpPr>
        <p:grpSpPr>
          <a:xfrm>
            <a:off x="1953719" y="5327739"/>
            <a:ext cx="449300" cy="153348"/>
            <a:chOff x="6601281" y="5337754"/>
            <a:chExt cx="449300" cy="153348"/>
          </a:xfrm>
        </p:grpSpPr>
        <p:grpSp>
          <p:nvGrpSpPr>
            <p:cNvPr id="619" name="그룹 618">
              <a:extLst>
                <a:ext uri="{FF2B5EF4-FFF2-40B4-BE49-F238E27FC236}">
                  <a16:creationId xmlns:a16="http://schemas.microsoft.com/office/drawing/2014/main" id="{501A2A47-2615-6FB1-74B7-3847B2861D29}"/>
                </a:ext>
              </a:extLst>
            </p:cNvPr>
            <p:cNvGrpSpPr/>
            <p:nvPr/>
          </p:nvGrpSpPr>
          <p:grpSpPr>
            <a:xfrm>
              <a:off x="6624118" y="5343182"/>
              <a:ext cx="426463" cy="142494"/>
              <a:chOff x="5645144" y="3140870"/>
              <a:chExt cx="249768" cy="110534"/>
            </a:xfrm>
          </p:grpSpPr>
          <p:sp>
            <p:nvSpPr>
              <p:cNvPr id="621" name="사각형: 둥근 모서리 620">
                <a:extLst>
                  <a:ext uri="{FF2B5EF4-FFF2-40B4-BE49-F238E27FC236}">
                    <a16:creationId xmlns:a16="http://schemas.microsoft.com/office/drawing/2014/main" id="{DE0A7AA7-A4F9-9050-92AF-33245D5A91EF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2" name="사각형: 둥근 모서리 621">
                <a:extLst>
                  <a:ext uri="{FF2B5EF4-FFF2-40B4-BE49-F238E27FC236}">
                    <a16:creationId xmlns:a16="http://schemas.microsoft.com/office/drawing/2014/main" id="{FE54677E-7BEA-95BF-2AFD-74F7F3BB5E49}"/>
                  </a:ext>
                </a:extLst>
              </p:cNvPr>
              <p:cNvSpPr/>
              <p:nvPr/>
            </p:nvSpPr>
            <p:spPr>
              <a:xfrm>
                <a:off x="5645145" y="3140870"/>
                <a:ext cx="100989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0" name="그림 619">
              <a:extLst>
                <a:ext uri="{FF2B5EF4-FFF2-40B4-BE49-F238E27FC236}">
                  <a16:creationId xmlns:a16="http://schemas.microsoft.com/office/drawing/2014/main" id="{89537D4F-BA7F-E157-83BE-586ECEF8CC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128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3" name="그룹 602">
            <a:extLst>
              <a:ext uri="{FF2B5EF4-FFF2-40B4-BE49-F238E27FC236}">
                <a16:creationId xmlns:a16="http://schemas.microsoft.com/office/drawing/2014/main" id="{6D897065-BEDE-E5A0-5A3D-A0089CAFFFA1}"/>
              </a:ext>
            </a:extLst>
          </p:cNvPr>
          <p:cNvGrpSpPr/>
          <p:nvPr/>
        </p:nvGrpSpPr>
        <p:grpSpPr>
          <a:xfrm>
            <a:off x="2441069" y="5327739"/>
            <a:ext cx="449302" cy="153348"/>
            <a:chOff x="7066312" y="5337754"/>
            <a:chExt cx="449302" cy="153348"/>
          </a:xfrm>
        </p:grpSpPr>
        <p:grpSp>
          <p:nvGrpSpPr>
            <p:cNvPr id="615" name="그룹 614">
              <a:extLst>
                <a:ext uri="{FF2B5EF4-FFF2-40B4-BE49-F238E27FC236}">
                  <a16:creationId xmlns:a16="http://schemas.microsoft.com/office/drawing/2014/main" id="{465722E4-6621-1584-8716-DE5C965B82B5}"/>
                </a:ext>
              </a:extLst>
            </p:cNvPr>
            <p:cNvGrpSpPr/>
            <p:nvPr/>
          </p:nvGrpSpPr>
          <p:grpSpPr>
            <a:xfrm>
              <a:off x="7089150" y="5343182"/>
              <a:ext cx="426464" cy="142494"/>
              <a:chOff x="5645143" y="3140870"/>
              <a:chExt cx="249769" cy="110534"/>
            </a:xfrm>
          </p:grpSpPr>
          <p:sp>
            <p:nvSpPr>
              <p:cNvPr id="617" name="사각형: 둥근 모서리 616">
                <a:extLst>
                  <a:ext uri="{FF2B5EF4-FFF2-40B4-BE49-F238E27FC236}">
                    <a16:creationId xmlns:a16="http://schemas.microsoft.com/office/drawing/2014/main" id="{C9DF1A39-4AFF-F919-6FC4-29C5592BFAC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8" name="사각형: 둥근 모서리 617">
                <a:extLst>
                  <a:ext uri="{FF2B5EF4-FFF2-40B4-BE49-F238E27FC236}">
                    <a16:creationId xmlns:a16="http://schemas.microsoft.com/office/drawing/2014/main" id="{233A1B8F-EE4B-1E48-EFA5-B67D4893C8AB}"/>
                  </a:ext>
                </a:extLst>
              </p:cNvPr>
              <p:cNvSpPr/>
              <p:nvPr/>
            </p:nvSpPr>
            <p:spPr>
              <a:xfrm>
                <a:off x="5645143" y="3140870"/>
                <a:ext cx="247306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6" name="그림 615">
              <a:extLst>
                <a:ext uri="{FF2B5EF4-FFF2-40B4-BE49-F238E27FC236}">
                  <a16:creationId xmlns:a16="http://schemas.microsoft.com/office/drawing/2014/main" id="{7CCC701C-9D3F-4F63-C236-FAD5196FB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6312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4" name="그룹 603">
            <a:extLst>
              <a:ext uri="{FF2B5EF4-FFF2-40B4-BE49-F238E27FC236}">
                <a16:creationId xmlns:a16="http://schemas.microsoft.com/office/drawing/2014/main" id="{4EE6B4B3-773C-4DF0-A166-5F9364E8F4EB}"/>
              </a:ext>
            </a:extLst>
          </p:cNvPr>
          <p:cNvGrpSpPr/>
          <p:nvPr/>
        </p:nvGrpSpPr>
        <p:grpSpPr>
          <a:xfrm>
            <a:off x="2928420" y="5327739"/>
            <a:ext cx="449299" cy="153348"/>
            <a:chOff x="7531343" y="5337754"/>
            <a:chExt cx="449299" cy="153348"/>
          </a:xfrm>
        </p:grpSpPr>
        <p:grpSp>
          <p:nvGrpSpPr>
            <p:cNvPr id="611" name="그룹 610">
              <a:extLst>
                <a:ext uri="{FF2B5EF4-FFF2-40B4-BE49-F238E27FC236}">
                  <a16:creationId xmlns:a16="http://schemas.microsoft.com/office/drawing/2014/main" id="{58270948-DE66-9C7E-BBB3-00CEAEAB46CF}"/>
                </a:ext>
              </a:extLst>
            </p:cNvPr>
            <p:cNvGrpSpPr/>
            <p:nvPr/>
          </p:nvGrpSpPr>
          <p:grpSpPr>
            <a:xfrm>
              <a:off x="7554179" y="5343182"/>
              <a:ext cx="426463" cy="142494"/>
              <a:chOff x="5645144" y="3140870"/>
              <a:chExt cx="249768" cy="110534"/>
            </a:xfrm>
          </p:grpSpPr>
          <p:sp>
            <p:nvSpPr>
              <p:cNvPr id="613" name="사각형: 둥근 모서리 612">
                <a:extLst>
                  <a:ext uri="{FF2B5EF4-FFF2-40B4-BE49-F238E27FC236}">
                    <a16:creationId xmlns:a16="http://schemas.microsoft.com/office/drawing/2014/main" id="{0D26E017-9995-B031-9B02-4B4CDA376393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4" name="사각형: 둥근 모서리 613">
                <a:extLst>
                  <a:ext uri="{FF2B5EF4-FFF2-40B4-BE49-F238E27FC236}">
                    <a16:creationId xmlns:a16="http://schemas.microsoft.com/office/drawing/2014/main" id="{CE8A35A3-AD38-84C3-E441-A3359418EDB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2" name="그림 611">
              <a:extLst>
                <a:ext uri="{FF2B5EF4-FFF2-40B4-BE49-F238E27FC236}">
                  <a16:creationId xmlns:a16="http://schemas.microsoft.com/office/drawing/2014/main" id="{BA385298-E05D-B570-74B6-86D72EEAAC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1343" y="5337754"/>
              <a:ext cx="174868" cy="153348"/>
            </a:xfrm>
            <a:prstGeom prst="rect">
              <a:avLst/>
            </a:prstGeom>
          </p:spPr>
        </p:pic>
      </p:grpSp>
      <p:pic>
        <p:nvPicPr>
          <p:cNvPr id="605" name="그림 604">
            <a:extLst>
              <a:ext uri="{FF2B5EF4-FFF2-40B4-BE49-F238E27FC236}">
                <a16:creationId xmlns:a16="http://schemas.microsoft.com/office/drawing/2014/main" id="{9C25B1D7-EF9B-EC1D-D1C0-BE32CE3590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06" name="TextBox 605">
            <a:extLst>
              <a:ext uri="{FF2B5EF4-FFF2-40B4-BE49-F238E27FC236}">
                <a16:creationId xmlns:a16="http://schemas.microsoft.com/office/drawing/2014/main" id="{BF68F9DE-8DEC-1663-7228-BC146FC3ABFD}"/>
              </a:ext>
            </a:extLst>
          </p:cNvPr>
          <p:cNvSpPr txBox="1"/>
          <p:nvPr/>
        </p:nvSpPr>
        <p:spPr>
          <a:xfrm>
            <a:off x="2581720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7" name="TextBox 606">
            <a:extLst>
              <a:ext uri="{FF2B5EF4-FFF2-40B4-BE49-F238E27FC236}">
                <a16:creationId xmlns:a16="http://schemas.microsoft.com/office/drawing/2014/main" id="{6418E1CD-B27A-3B67-1CB7-A4FA968EDC80}"/>
              </a:ext>
            </a:extLst>
          </p:cNvPr>
          <p:cNvSpPr txBox="1"/>
          <p:nvPr/>
        </p:nvSpPr>
        <p:spPr>
          <a:xfrm>
            <a:off x="3076662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240%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8" name="TextBox 607">
            <a:extLst>
              <a:ext uri="{FF2B5EF4-FFF2-40B4-BE49-F238E27FC236}">
                <a16:creationId xmlns:a16="http://schemas.microsoft.com/office/drawing/2014/main" id="{28AC9464-4E10-25DE-52E7-2259FF105635}"/>
              </a:ext>
            </a:extLst>
          </p:cNvPr>
          <p:cNvSpPr txBox="1"/>
          <p:nvPr/>
        </p:nvSpPr>
        <p:spPr>
          <a:xfrm>
            <a:off x="1177913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9" name="TextBox 608">
            <a:extLst>
              <a:ext uri="{FF2B5EF4-FFF2-40B4-BE49-F238E27FC236}">
                <a16:creationId xmlns:a16="http://schemas.microsoft.com/office/drawing/2014/main" id="{DEB78D5A-204D-E80A-36A9-648581B01B56}"/>
              </a:ext>
            </a:extLst>
          </p:cNvPr>
          <p:cNvSpPr txBox="1"/>
          <p:nvPr/>
        </p:nvSpPr>
        <p:spPr>
          <a:xfrm>
            <a:off x="166402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10" name="TextBox 609">
            <a:extLst>
              <a:ext uri="{FF2B5EF4-FFF2-40B4-BE49-F238E27FC236}">
                <a16:creationId xmlns:a16="http://schemas.microsoft.com/office/drawing/2014/main" id="{BDA7650F-1D9F-5BAE-B367-6E4260CE0A34}"/>
              </a:ext>
            </a:extLst>
          </p:cNvPr>
          <p:cNvSpPr txBox="1"/>
          <p:nvPr/>
        </p:nvSpPr>
        <p:spPr>
          <a:xfrm>
            <a:off x="212839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7910DF87-A06D-4E72-94E1-F8EECAD5EEC3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8D0F919E-5D8E-4314-BF92-F6DF5C37D9E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3DE494D1-A902-4F77-B413-6A40F3D89DCF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25A2A644-2890-4253-BE06-EAADE00C8E18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42" name="Picture 2" descr="돋보기 - 무료 도구 및기구개 아이콘">
            <a:extLst>
              <a:ext uri="{FF2B5EF4-FFF2-40B4-BE49-F238E27FC236}">
                <a16:creationId xmlns:a16="http://schemas.microsoft.com/office/drawing/2014/main" id="{5246130F-CB67-4A2A-A80A-628DE89C6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FBCD24EB-4A1D-4CAE-83C3-BFB6EA09EE0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7AF7A5-9634-4B7D-88A1-2B5571BB132A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576E81C1-1099-45B2-A8A4-56056B24F16B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263DB26-156C-49DA-BABF-50F106C37D7F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620F4479-AE91-48D1-9161-62216903BA1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CF8E5-A378-4A3F-8F6A-96063B779549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10AA640F-A62F-4FFE-9578-ACDCCA60C2E3}"/>
              </a:ext>
            </a:extLst>
          </p:cNvPr>
          <p:cNvSpPr/>
          <p:nvPr/>
        </p:nvSpPr>
        <p:spPr>
          <a:xfrm>
            <a:off x="871892" y="5228555"/>
            <a:ext cx="2642833" cy="896020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FF00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5910606A-E981-4D38-8CA4-5402E5107786}"/>
              </a:ext>
            </a:extLst>
          </p:cNvPr>
          <p:cNvSpPr/>
          <p:nvPr/>
        </p:nvSpPr>
        <p:spPr>
          <a:xfrm>
            <a:off x="755436" y="5115491"/>
            <a:ext cx="220980" cy="22098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7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689270A-6E78-4643-8B34-59568C22F81C}"/>
              </a:ext>
            </a:extLst>
          </p:cNvPr>
          <p:cNvSpPr txBox="1"/>
          <p:nvPr/>
        </p:nvSpPr>
        <p:spPr>
          <a:xfrm>
            <a:off x="840746" y="513168"/>
            <a:ext cx="11881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3.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기능 점검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9690EEA-CCD8-4A27-93B2-7D2F22D87955}"/>
              </a:ext>
            </a:extLst>
          </p:cNvPr>
          <p:cNvSpPr txBox="1"/>
          <p:nvPr/>
        </p:nvSpPr>
        <p:spPr>
          <a:xfrm>
            <a:off x="745699" y="755794"/>
            <a:ext cx="3938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기능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-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빌드업 웨이브</a:t>
            </a:r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43FEC70F-A02A-40B1-A851-A2F73CD0FE22}"/>
              </a:ext>
            </a:extLst>
          </p:cNvPr>
          <p:cNvGrpSpPr/>
          <p:nvPr/>
        </p:nvGrpSpPr>
        <p:grpSpPr>
          <a:xfrm>
            <a:off x="4118713" y="1542838"/>
            <a:ext cx="6558144" cy="2660665"/>
            <a:chOff x="4423716" y="2019804"/>
            <a:chExt cx="6558144" cy="2660665"/>
          </a:xfrm>
        </p:grpSpPr>
        <p:sp>
          <p:nvSpPr>
            <p:cNvPr id="80" name="타원 79">
              <a:extLst>
                <a:ext uri="{FF2B5EF4-FFF2-40B4-BE49-F238E27FC236}">
                  <a16:creationId xmlns:a16="http://schemas.microsoft.com/office/drawing/2014/main" id="{94BCDB8F-2C30-4A85-95DA-B740FDE63576}"/>
                </a:ext>
              </a:extLst>
            </p:cNvPr>
            <p:cNvSpPr/>
            <p:nvPr/>
          </p:nvSpPr>
          <p:spPr>
            <a:xfrm>
              <a:off x="4423716" y="2094161"/>
              <a:ext cx="220980" cy="22098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7</a:t>
              </a:r>
              <a:endParaRPr lang="ko-KR" altLang="en-US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F6D29D04-A6F4-4963-9DED-AB1B6B0C4DB3}"/>
                </a:ext>
              </a:extLst>
            </p:cNvPr>
            <p:cNvSpPr txBox="1"/>
            <p:nvPr/>
          </p:nvSpPr>
          <p:spPr>
            <a:xfrm>
              <a:off x="4604793" y="2019804"/>
              <a:ext cx="6377067" cy="2660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180000">
                <a:lnSpc>
                  <a:spcPct val="120000"/>
                </a:lnSpc>
              </a:pPr>
              <a:r>
                <a:rPr lang="ko-KR" alt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영웅 게이지 </a:t>
              </a:r>
              <a:r>
                <a:rPr lang="en-US" altLang="ko-KR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UI, </a:t>
              </a:r>
              <a:r>
                <a:rPr lang="ko-KR" alt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영웅 타워 인벤토리</a:t>
              </a:r>
              <a:endParaRPr lang="en-US" altLang="ko-KR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 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로비에서 배치한 영웅들의 간단한 아이콘 정보 표시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각 게이지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UI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셀의 구성은 영웅 아이콘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,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게이지 진행도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,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보유량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%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로 표시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게이지 보유량은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100%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를 초과할 수 있음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빌드업 웨이브가 종료되면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,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게이지를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100%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씩 소모하여 자동으로 영웅 뽑기를 진행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영웅 뽑기 시 해당 영웅의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1~5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등급 타워가 타워 인벤토리에 추가됨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게이지를 모두 소진할 때까지 영웅을 뽑음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rgbClr val="C00000"/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rgbClr val="C00000"/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영웅 뽑기의 연출은 검토 필요</a:t>
              </a:r>
              <a:endParaRPr lang="en-US" altLang="ko-KR" sz="1200" dirty="0">
                <a:solidFill>
                  <a:srgbClr val="C00000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영웅 뽑기의 확률과 목록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,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이펙트 주소 등은 테이블에서 관리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(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테이블 작성 시 갱신 및 공유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)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더 이상 뽑을 영웅이 없다면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,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빌드업 웨이브를 종료하고 전투 웨이브로 전환됨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전투 웨이브로 전환 시 간단한 연출 수행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(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화면이 짧게 암전 되고 트럭이 맵 가운데로 이동 등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118973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AF1B28-0655-0853-5617-0E11EAE48EA6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7930057A-48BE-D194-D85C-30F4D13B8193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6F20E49F-AC39-F96E-93AE-3CEE442AECA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D155EF04-DDF9-AAED-9069-086CF50E021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4B515609-732D-A3B3-1460-03688B93EE71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7" name="사각형: 둥근 모서리 586">
            <a:extLst>
              <a:ext uri="{FF2B5EF4-FFF2-40B4-BE49-F238E27FC236}">
                <a16:creationId xmlns:a16="http://schemas.microsoft.com/office/drawing/2014/main" id="{604B057E-071C-A6F0-0F0C-578DA8A969CC}"/>
              </a:ext>
            </a:extLst>
          </p:cNvPr>
          <p:cNvSpPr/>
          <p:nvPr/>
        </p:nvSpPr>
        <p:spPr>
          <a:xfrm>
            <a:off x="944253" y="5310776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588" name="그림 587">
            <a:extLst>
              <a:ext uri="{FF2B5EF4-FFF2-40B4-BE49-F238E27FC236}">
                <a16:creationId xmlns:a16="http://schemas.microsoft.com/office/drawing/2014/main" id="{61293497-4E12-A7F6-10CE-43AE8729F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473417" y="3889988"/>
            <a:ext cx="223412" cy="195916"/>
          </a:xfrm>
          <a:prstGeom prst="rect">
            <a:avLst/>
          </a:prstGeom>
        </p:spPr>
      </p:pic>
      <p:pic>
        <p:nvPicPr>
          <p:cNvPr id="589" name="그림 588">
            <a:extLst>
              <a:ext uri="{FF2B5EF4-FFF2-40B4-BE49-F238E27FC236}">
                <a16:creationId xmlns:a16="http://schemas.microsoft.com/office/drawing/2014/main" id="{6E40E48E-B4E3-F34C-E0B7-D35A94FDBC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590" name="그림 589">
            <a:extLst>
              <a:ext uri="{FF2B5EF4-FFF2-40B4-BE49-F238E27FC236}">
                <a16:creationId xmlns:a16="http://schemas.microsoft.com/office/drawing/2014/main" id="{FD128118-4850-0402-1C54-C02ABE7E8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591" name="그림 590">
            <a:extLst>
              <a:ext uri="{FF2B5EF4-FFF2-40B4-BE49-F238E27FC236}">
                <a16:creationId xmlns:a16="http://schemas.microsoft.com/office/drawing/2014/main" id="{8305339C-9C72-A4E8-DE48-915D7C59EA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pic>
        <p:nvPicPr>
          <p:cNvPr id="593" name="그림 592">
            <a:extLst>
              <a:ext uri="{FF2B5EF4-FFF2-40B4-BE49-F238E27FC236}">
                <a16:creationId xmlns:a16="http://schemas.microsoft.com/office/drawing/2014/main" id="{4794037C-47E7-D62B-F814-8E7BD6877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279" y="3496355"/>
            <a:ext cx="247730" cy="217240"/>
          </a:xfrm>
          <a:prstGeom prst="rect">
            <a:avLst/>
          </a:prstGeom>
        </p:spPr>
      </p:pic>
      <p:pic>
        <p:nvPicPr>
          <p:cNvPr id="594" name="그림 593">
            <a:extLst>
              <a:ext uri="{FF2B5EF4-FFF2-40B4-BE49-F238E27FC236}">
                <a16:creationId xmlns:a16="http://schemas.microsoft.com/office/drawing/2014/main" id="{5E9507FB-C605-9643-1904-0174E4F83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1153" y="3714630"/>
            <a:ext cx="247730" cy="217240"/>
          </a:xfrm>
          <a:prstGeom prst="rect">
            <a:avLst/>
          </a:prstGeom>
        </p:spPr>
      </p:pic>
      <p:pic>
        <p:nvPicPr>
          <p:cNvPr id="595" name="그림 594">
            <a:extLst>
              <a:ext uri="{FF2B5EF4-FFF2-40B4-BE49-F238E27FC236}">
                <a16:creationId xmlns:a16="http://schemas.microsoft.com/office/drawing/2014/main" id="{25995823-2ECF-A751-49A2-E9F207F17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596" name="그림 595">
            <a:extLst>
              <a:ext uri="{FF2B5EF4-FFF2-40B4-BE49-F238E27FC236}">
                <a16:creationId xmlns:a16="http://schemas.microsoft.com/office/drawing/2014/main" id="{9CCEA169-3EBF-2255-9C56-97EA995EA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597" name="그림 596">
            <a:extLst>
              <a:ext uri="{FF2B5EF4-FFF2-40B4-BE49-F238E27FC236}">
                <a16:creationId xmlns:a16="http://schemas.microsoft.com/office/drawing/2014/main" id="{C6A7F366-23C1-E570-C348-FB1623C93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598" name="그림 597">
            <a:extLst>
              <a:ext uri="{FF2B5EF4-FFF2-40B4-BE49-F238E27FC236}">
                <a16:creationId xmlns:a16="http://schemas.microsoft.com/office/drawing/2014/main" id="{BF671C1F-1B1C-0A2C-16AD-990FA0963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sp>
        <p:nvSpPr>
          <p:cNvPr id="599" name="사각형: 둥근 모서리 598">
            <a:extLst>
              <a:ext uri="{FF2B5EF4-FFF2-40B4-BE49-F238E27FC236}">
                <a16:creationId xmlns:a16="http://schemas.microsoft.com/office/drawing/2014/main" id="{D8E5633C-B6C8-1C68-4B94-5F7FA4F91131}"/>
              </a:ext>
            </a:extLst>
          </p:cNvPr>
          <p:cNvSpPr/>
          <p:nvPr/>
        </p:nvSpPr>
        <p:spPr>
          <a:xfrm>
            <a:off x="944253" y="5303495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grpSp>
        <p:nvGrpSpPr>
          <p:cNvPr id="600" name="그룹 599">
            <a:extLst>
              <a:ext uri="{FF2B5EF4-FFF2-40B4-BE49-F238E27FC236}">
                <a16:creationId xmlns:a16="http://schemas.microsoft.com/office/drawing/2014/main" id="{946E8AA8-A7B5-367D-4C98-A465698419B9}"/>
              </a:ext>
            </a:extLst>
          </p:cNvPr>
          <p:cNvGrpSpPr/>
          <p:nvPr/>
        </p:nvGrpSpPr>
        <p:grpSpPr>
          <a:xfrm>
            <a:off x="979019" y="5327739"/>
            <a:ext cx="449300" cy="153348"/>
            <a:chOff x="5671221" y="5337754"/>
            <a:chExt cx="449300" cy="153348"/>
          </a:xfrm>
        </p:grpSpPr>
        <p:grpSp>
          <p:nvGrpSpPr>
            <p:cNvPr id="627" name="그룹 626">
              <a:extLst>
                <a:ext uri="{FF2B5EF4-FFF2-40B4-BE49-F238E27FC236}">
                  <a16:creationId xmlns:a16="http://schemas.microsoft.com/office/drawing/2014/main" id="{DC6A5F39-DE1F-FAD0-A70B-2250C567E9E0}"/>
                </a:ext>
              </a:extLst>
            </p:cNvPr>
            <p:cNvGrpSpPr/>
            <p:nvPr/>
          </p:nvGrpSpPr>
          <p:grpSpPr>
            <a:xfrm>
              <a:off x="5694058" y="5343182"/>
              <a:ext cx="426463" cy="142494"/>
              <a:chOff x="5645144" y="3140870"/>
              <a:chExt cx="249768" cy="110534"/>
            </a:xfrm>
          </p:grpSpPr>
          <p:sp>
            <p:nvSpPr>
              <p:cNvPr id="629" name="사각형: 둥근 모서리 628">
                <a:extLst>
                  <a:ext uri="{FF2B5EF4-FFF2-40B4-BE49-F238E27FC236}">
                    <a16:creationId xmlns:a16="http://schemas.microsoft.com/office/drawing/2014/main" id="{35D3F957-0D85-EBC2-4AA0-BACF5054ACF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30" name="사각형: 둥근 모서리 629">
                <a:extLst>
                  <a:ext uri="{FF2B5EF4-FFF2-40B4-BE49-F238E27FC236}">
                    <a16:creationId xmlns:a16="http://schemas.microsoft.com/office/drawing/2014/main" id="{4046F72C-FC46-FF4F-D6C4-A1A13A97DEB9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8" name="그림 627">
              <a:extLst>
                <a:ext uri="{FF2B5EF4-FFF2-40B4-BE49-F238E27FC236}">
                  <a16:creationId xmlns:a16="http://schemas.microsoft.com/office/drawing/2014/main" id="{B6E59BA9-5D81-8159-28D3-5DBBF4F1F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122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1" name="그룹 600">
            <a:extLst>
              <a:ext uri="{FF2B5EF4-FFF2-40B4-BE49-F238E27FC236}">
                <a16:creationId xmlns:a16="http://schemas.microsoft.com/office/drawing/2014/main" id="{1C381BC2-D006-F740-3A54-CEBD1F6691DF}"/>
              </a:ext>
            </a:extLst>
          </p:cNvPr>
          <p:cNvGrpSpPr/>
          <p:nvPr/>
        </p:nvGrpSpPr>
        <p:grpSpPr>
          <a:xfrm>
            <a:off x="1466369" y="5327739"/>
            <a:ext cx="449300" cy="153348"/>
            <a:chOff x="6136251" y="5337754"/>
            <a:chExt cx="449300" cy="153348"/>
          </a:xfrm>
        </p:grpSpPr>
        <p:grpSp>
          <p:nvGrpSpPr>
            <p:cNvPr id="623" name="그룹 622">
              <a:extLst>
                <a:ext uri="{FF2B5EF4-FFF2-40B4-BE49-F238E27FC236}">
                  <a16:creationId xmlns:a16="http://schemas.microsoft.com/office/drawing/2014/main" id="{0EF9329F-14E0-4CEF-82ED-D19C56E037C4}"/>
                </a:ext>
              </a:extLst>
            </p:cNvPr>
            <p:cNvGrpSpPr/>
            <p:nvPr/>
          </p:nvGrpSpPr>
          <p:grpSpPr>
            <a:xfrm>
              <a:off x="6159088" y="5343182"/>
              <a:ext cx="426463" cy="142494"/>
              <a:chOff x="5645144" y="3140870"/>
              <a:chExt cx="249768" cy="110534"/>
            </a:xfrm>
          </p:grpSpPr>
          <p:sp>
            <p:nvSpPr>
              <p:cNvPr id="625" name="사각형: 둥근 모서리 624">
                <a:extLst>
                  <a:ext uri="{FF2B5EF4-FFF2-40B4-BE49-F238E27FC236}">
                    <a16:creationId xmlns:a16="http://schemas.microsoft.com/office/drawing/2014/main" id="{084CF385-9D04-C20C-5552-E7BC6C0658AC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6" name="사각형: 둥근 모서리 625">
                <a:extLst>
                  <a:ext uri="{FF2B5EF4-FFF2-40B4-BE49-F238E27FC236}">
                    <a16:creationId xmlns:a16="http://schemas.microsoft.com/office/drawing/2014/main" id="{76A16AFB-C033-B177-9D45-771325218EA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4" name="그림 623">
              <a:extLst>
                <a:ext uri="{FF2B5EF4-FFF2-40B4-BE49-F238E27FC236}">
                  <a16:creationId xmlns:a16="http://schemas.microsoft.com/office/drawing/2014/main" id="{CE588951-ADD2-68D9-D096-36A467B8D9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625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B6A1EDCA-0EA0-9221-21A7-7DB6883478EB}"/>
              </a:ext>
            </a:extLst>
          </p:cNvPr>
          <p:cNvGrpSpPr/>
          <p:nvPr/>
        </p:nvGrpSpPr>
        <p:grpSpPr>
          <a:xfrm>
            <a:off x="1953719" y="5327739"/>
            <a:ext cx="449300" cy="153348"/>
            <a:chOff x="6601281" y="5337754"/>
            <a:chExt cx="449300" cy="153348"/>
          </a:xfrm>
        </p:grpSpPr>
        <p:grpSp>
          <p:nvGrpSpPr>
            <p:cNvPr id="619" name="그룹 618">
              <a:extLst>
                <a:ext uri="{FF2B5EF4-FFF2-40B4-BE49-F238E27FC236}">
                  <a16:creationId xmlns:a16="http://schemas.microsoft.com/office/drawing/2014/main" id="{501A2A47-2615-6FB1-74B7-3847B2861D29}"/>
                </a:ext>
              </a:extLst>
            </p:cNvPr>
            <p:cNvGrpSpPr/>
            <p:nvPr/>
          </p:nvGrpSpPr>
          <p:grpSpPr>
            <a:xfrm>
              <a:off x="6624118" y="5343182"/>
              <a:ext cx="426463" cy="142494"/>
              <a:chOff x="5645144" y="3140870"/>
              <a:chExt cx="249768" cy="110534"/>
            </a:xfrm>
          </p:grpSpPr>
          <p:sp>
            <p:nvSpPr>
              <p:cNvPr id="621" name="사각형: 둥근 모서리 620">
                <a:extLst>
                  <a:ext uri="{FF2B5EF4-FFF2-40B4-BE49-F238E27FC236}">
                    <a16:creationId xmlns:a16="http://schemas.microsoft.com/office/drawing/2014/main" id="{DE0A7AA7-A4F9-9050-92AF-33245D5A91EF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2" name="사각형: 둥근 모서리 621">
                <a:extLst>
                  <a:ext uri="{FF2B5EF4-FFF2-40B4-BE49-F238E27FC236}">
                    <a16:creationId xmlns:a16="http://schemas.microsoft.com/office/drawing/2014/main" id="{FE54677E-7BEA-95BF-2AFD-74F7F3BB5E49}"/>
                  </a:ext>
                </a:extLst>
              </p:cNvPr>
              <p:cNvSpPr/>
              <p:nvPr/>
            </p:nvSpPr>
            <p:spPr>
              <a:xfrm>
                <a:off x="5645145" y="3140870"/>
                <a:ext cx="100989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0" name="그림 619">
              <a:extLst>
                <a:ext uri="{FF2B5EF4-FFF2-40B4-BE49-F238E27FC236}">
                  <a16:creationId xmlns:a16="http://schemas.microsoft.com/office/drawing/2014/main" id="{89537D4F-BA7F-E157-83BE-586ECEF8CC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128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3" name="그룹 602">
            <a:extLst>
              <a:ext uri="{FF2B5EF4-FFF2-40B4-BE49-F238E27FC236}">
                <a16:creationId xmlns:a16="http://schemas.microsoft.com/office/drawing/2014/main" id="{6D897065-BEDE-E5A0-5A3D-A0089CAFFFA1}"/>
              </a:ext>
            </a:extLst>
          </p:cNvPr>
          <p:cNvGrpSpPr/>
          <p:nvPr/>
        </p:nvGrpSpPr>
        <p:grpSpPr>
          <a:xfrm>
            <a:off x="2441069" y="5327739"/>
            <a:ext cx="449302" cy="153348"/>
            <a:chOff x="7066312" y="5337754"/>
            <a:chExt cx="449302" cy="153348"/>
          </a:xfrm>
        </p:grpSpPr>
        <p:grpSp>
          <p:nvGrpSpPr>
            <p:cNvPr id="615" name="그룹 614">
              <a:extLst>
                <a:ext uri="{FF2B5EF4-FFF2-40B4-BE49-F238E27FC236}">
                  <a16:creationId xmlns:a16="http://schemas.microsoft.com/office/drawing/2014/main" id="{465722E4-6621-1584-8716-DE5C965B82B5}"/>
                </a:ext>
              </a:extLst>
            </p:cNvPr>
            <p:cNvGrpSpPr/>
            <p:nvPr/>
          </p:nvGrpSpPr>
          <p:grpSpPr>
            <a:xfrm>
              <a:off x="7089150" y="5343182"/>
              <a:ext cx="426464" cy="142494"/>
              <a:chOff x="5645143" y="3140870"/>
              <a:chExt cx="249769" cy="110534"/>
            </a:xfrm>
          </p:grpSpPr>
          <p:sp>
            <p:nvSpPr>
              <p:cNvPr id="617" name="사각형: 둥근 모서리 616">
                <a:extLst>
                  <a:ext uri="{FF2B5EF4-FFF2-40B4-BE49-F238E27FC236}">
                    <a16:creationId xmlns:a16="http://schemas.microsoft.com/office/drawing/2014/main" id="{C9DF1A39-4AFF-F919-6FC4-29C5592BFAC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8" name="사각형: 둥근 모서리 617">
                <a:extLst>
                  <a:ext uri="{FF2B5EF4-FFF2-40B4-BE49-F238E27FC236}">
                    <a16:creationId xmlns:a16="http://schemas.microsoft.com/office/drawing/2014/main" id="{233A1B8F-EE4B-1E48-EFA5-B67D4893C8AB}"/>
                  </a:ext>
                </a:extLst>
              </p:cNvPr>
              <p:cNvSpPr/>
              <p:nvPr/>
            </p:nvSpPr>
            <p:spPr>
              <a:xfrm>
                <a:off x="5645143" y="3140870"/>
                <a:ext cx="247306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6" name="그림 615">
              <a:extLst>
                <a:ext uri="{FF2B5EF4-FFF2-40B4-BE49-F238E27FC236}">
                  <a16:creationId xmlns:a16="http://schemas.microsoft.com/office/drawing/2014/main" id="{7CCC701C-9D3F-4F63-C236-FAD5196FB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6312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4" name="그룹 603">
            <a:extLst>
              <a:ext uri="{FF2B5EF4-FFF2-40B4-BE49-F238E27FC236}">
                <a16:creationId xmlns:a16="http://schemas.microsoft.com/office/drawing/2014/main" id="{4EE6B4B3-773C-4DF0-A166-5F9364E8F4EB}"/>
              </a:ext>
            </a:extLst>
          </p:cNvPr>
          <p:cNvGrpSpPr/>
          <p:nvPr/>
        </p:nvGrpSpPr>
        <p:grpSpPr>
          <a:xfrm>
            <a:off x="2928420" y="5327739"/>
            <a:ext cx="449299" cy="153348"/>
            <a:chOff x="7531343" y="5337754"/>
            <a:chExt cx="449299" cy="153348"/>
          </a:xfrm>
        </p:grpSpPr>
        <p:grpSp>
          <p:nvGrpSpPr>
            <p:cNvPr id="611" name="그룹 610">
              <a:extLst>
                <a:ext uri="{FF2B5EF4-FFF2-40B4-BE49-F238E27FC236}">
                  <a16:creationId xmlns:a16="http://schemas.microsoft.com/office/drawing/2014/main" id="{58270948-DE66-9C7E-BBB3-00CEAEAB46CF}"/>
                </a:ext>
              </a:extLst>
            </p:cNvPr>
            <p:cNvGrpSpPr/>
            <p:nvPr/>
          </p:nvGrpSpPr>
          <p:grpSpPr>
            <a:xfrm>
              <a:off x="7554179" y="5343182"/>
              <a:ext cx="426463" cy="142494"/>
              <a:chOff x="5645144" y="3140870"/>
              <a:chExt cx="249768" cy="110534"/>
            </a:xfrm>
          </p:grpSpPr>
          <p:sp>
            <p:nvSpPr>
              <p:cNvPr id="613" name="사각형: 둥근 모서리 612">
                <a:extLst>
                  <a:ext uri="{FF2B5EF4-FFF2-40B4-BE49-F238E27FC236}">
                    <a16:creationId xmlns:a16="http://schemas.microsoft.com/office/drawing/2014/main" id="{0D26E017-9995-B031-9B02-4B4CDA376393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4" name="사각형: 둥근 모서리 613">
                <a:extLst>
                  <a:ext uri="{FF2B5EF4-FFF2-40B4-BE49-F238E27FC236}">
                    <a16:creationId xmlns:a16="http://schemas.microsoft.com/office/drawing/2014/main" id="{CE8A35A3-AD38-84C3-E441-A3359418EDB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2" name="그림 611">
              <a:extLst>
                <a:ext uri="{FF2B5EF4-FFF2-40B4-BE49-F238E27FC236}">
                  <a16:creationId xmlns:a16="http://schemas.microsoft.com/office/drawing/2014/main" id="{BA385298-E05D-B570-74B6-86D72EEAAC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1343" y="5337754"/>
              <a:ext cx="174868" cy="153348"/>
            </a:xfrm>
            <a:prstGeom prst="rect">
              <a:avLst/>
            </a:prstGeom>
          </p:spPr>
        </p:pic>
      </p:grpSp>
      <p:pic>
        <p:nvPicPr>
          <p:cNvPr id="605" name="그림 604">
            <a:extLst>
              <a:ext uri="{FF2B5EF4-FFF2-40B4-BE49-F238E27FC236}">
                <a16:creationId xmlns:a16="http://schemas.microsoft.com/office/drawing/2014/main" id="{9C25B1D7-EF9B-EC1D-D1C0-BE32CE3590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06" name="TextBox 605">
            <a:extLst>
              <a:ext uri="{FF2B5EF4-FFF2-40B4-BE49-F238E27FC236}">
                <a16:creationId xmlns:a16="http://schemas.microsoft.com/office/drawing/2014/main" id="{BF68F9DE-8DEC-1663-7228-BC146FC3ABFD}"/>
              </a:ext>
            </a:extLst>
          </p:cNvPr>
          <p:cNvSpPr txBox="1"/>
          <p:nvPr/>
        </p:nvSpPr>
        <p:spPr>
          <a:xfrm>
            <a:off x="2581720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7" name="TextBox 606">
            <a:extLst>
              <a:ext uri="{FF2B5EF4-FFF2-40B4-BE49-F238E27FC236}">
                <a16:creationId xmlns:a16="http://schemas.microsoft.com/office/drawing/2014/main" id="{6418E1CD-B27A-3B67-1CB7-A4FA968EDC80}"/>
              </a:ext>
            </a:extLst>
          </p:cNvPr>
          <p:cNvSpPr txBox="1"/>
          <p:nvPr/>
        </p:nvSpPr>
        <p:spPr>
          <a:xfrm>
            <a:off x="3076662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240%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8" name="TextBox 607">
            <a:extLst>
              <a:ext uri="{FF2B5EF4-FFF2-40B4-BE49-F238E27FC236}">
                <a16:creationId xmlns:a16="http://schemas.microsoft.com/office/drawing/2014/main" id="{28AC9464-4E10-25DE-52E7-2259FF105635}"/>
              </a:ext>
            </a:extLst>
          </p:cNvPr>
          <p:cNvSpPr txBox="1"/>
          <p:nvPr/>
        </p:nvSpPr>
        <p:spPr>
          <a:xfrm>
            <a:off x="1177913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9" name="TextBox 608">
            <a:extLst>
              <a:ext uri="{FF2B5EF4-FFF2-40B4-BE49-F238E27FC236}">
                <a16:creationId xmlns:a16="http://schemas.microsoft.com/office/drawing/2014/main" id="{DEB78D5A-204D-E80A-36A9-648581B01B56}"/>
              </a:ext>
            </a:extLst>
          </p:cNvPr>
          <p:cNvSpPr txBox="1"/>
          <p:nvPr/>
        </p:nvSpPr>
        <p:spPr>
          <a:xfrm>
            <a:off x="166402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10" name="TextBox 609">
            <a:extLst>
              <a:ext uri="{FF2B5EF4-FFF2-40B4-BE49-F238E27FC236}">
                <a16:creationId xmlns:a16="http://schemas.microsoft.com/office/drawing/2014/main" id="{BDA7650F-1D9F-5BAE-B367-6E4260CE0A34}"/>
              </a:ext>
            </a:extLst>
          </p:cNvPr>
          <p:cNvSpPr txBox="1"/>
          <p:nvPr/>
        </p:nvSpPr>
        <p:spPr>
          <a:xfrm>
            <a:off x="212839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7910DF87-A06D-4E72-94E1-F8EECAD5EEC3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8D0F919E-5D8E-4314-BF92-F6DF5C37D9E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3DE494D1-A902-4F77-B413-6A40F3D89DCF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25A2A644-2890-4253-BE06-EAADE00C8E18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42" name="Picture 2" descr="돋보기 - 무료 도구 및기구개 아이콘">
            <a:extLst>
              <a:ext uri="{FF2B5EF4-FFF2-40B4-BE49-F238E27FC236}">
                <a16:creationId xmlns:a16="http://schemas.microsoft.com/office/drawing/2014/main" id="{5246130F-CB67-4A2A-A80A-628DE89C6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FBCD24EB-4A1D-4CAE-83C3-BFB6EA09EE0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7AF7A5-9634-4B7D-88A1-2B5571BB132A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576E81C1-1099-45B2-A8A4-56056B24F16B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263DB26-156C-49DA-BABF-50F106C37D7F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620F4479-AE91-48D1-9161-62216903BA1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CF8E5-A378-4A3F-8F6A-96063B779549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10AA640F-A62F-4FFE-9578-ACDCCA60C2E3}"/>
              </a:ext>
            </a:extLst>
          </p:cNvPr>
          <p:cNvSpPr/>
          <p:nvPr/>
        </p:nvSpPr>
        <p:spPr>
          <a:xfrm>
            <a:off x="871892" y="1604744"/>
            <a:ext cx="2642833" cy="3700424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FF00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5910606A-E981-4D38-8CA4-5402E5107786}"/>
              </a:ext>
            </a:extLst>
          </p:cNvPr>
          <p:cNvSpPr/>
          <p:nvPr/>
        </p:nvSpPr>
        <p:spPr>
          <a:xfrm>
            <a:off x="755436" y="1491680"/>
            <a:ext cx="220980" cy="22098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8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FC32214-AC1E-4275-8B8E-EC201717A75E}"/>
              </a:ext>
            </a:extLst>
          </p:cNvPr>
          <p:cNvSpPr txBox="1"/>
          <p:nvPr/>
        </p:nvSpPr>
        <p:spPr>
          <a:xfrm>
            <a:off x="840746" y="513168"/>
            <a:ext cx="11881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3.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기능 점검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92D17CD-900C-4A25-860B-4DA8958A8D48}"/>
              </a:ext>
            </a:extLst>
          </p:cNvPr>
          <p:cNvSpPr txBox="1"/>
          <p:nvPr/>
        </p:nvSpPr>
        <p:spPr>
          <a:xfrm>
            <a:off x="745699" y="755794"/>
            <a:ext cx="3938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기능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-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빌드업 웨이브</a:t>
            </a:r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AF86B76-F478-43C6-9CDD-3516D8B12A48}"/>
              </a:ext>
            </a:extLst>
          </p:cNvPr>
          <p:cNvGrpSpPr/>
          <p:nvPr/>
        </p:nvGrpSpPr>
        <p:grpSpPr>
          <a:xfrm>
            <a:off x="4118713" y="1542838"/>
            <a:ext cx="3651899" cy="1331070"/>
            <a:chOff x="4423716" y="2019804"/>
            <a:chExt cx="3651899" cy="1331070"/>
          </a:xfrm>
        </p:grpSpPr>
        <p:sp>
          <p:nvSpPr>
            <p:cNvPr id="80" name="타원 79">
              <a:extLst>
                <a:ext uri="{FF2B5EF4-FFF2-40B4-BE49-F238E27FC236}">
                  <a16:creationId xmlns:a16="http://schemas.microsoft.com/office/drawing/2014/main" id="{187B76EB-F3A1-4B76-A272-7DB05B7D209D}"/>
                </a:ext>
              </a:extLst>
            </p:cNvPr>
            <p:cNvSpPr/>
            <p:nvPr/>
          </p:nvSpPr>
          <p:spPr>
            <a:xfrm>
              <a:off x="4423716" y="2094161"/>
              <a:ext cx="220980" cy="22098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8</a:t>
              </a:r>
              <a:endParaRPr lang="ko-KR" altLang="en-US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E554FD34-8B8A-4059-B92D-574F0E89D043}"/>
                </a:ext>
              </a:extLst>
            </p:cNvPr>
            <p:cNvSpPr txBox="1"/>
            <p:nvPr/>
          </p:nvSpPr>
          <p:spPr>
            <a:xfrm>
              <a:off x="4604793" y="2019804"/>
              <a:ext cx="3470822" cy="13310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180000">
                <a:lnSpc>
                  <a:spcPct val="120000"/>
                </a:lnSpc>
              </a:pPr>
              <a:r>
                <a:rPr lang="ko-KR" alt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카메라 처리</a:t>
              </a:r>
              <a:endParaRPr lang="en-US" altLang="ko-KR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 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빌드업 웨이브에서는 카메라가 트럭을 따라다님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트럭은 필드의 지정된 영역을 돌아다닐 수 있음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트럭은 필드의 지정된 영역 밖으로 나갈 수 없음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다음 페이지에 예시 첨부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89378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FC32214-AC1E-4275-8B8E-EC201717A75E}"/>
              </a:ext>
            </a:extLst>
          </p:cNvPr>
          <p:cNvSpPr txBox="1"/>
          <p:nvPr/>
        </p:nvSpPr>
        <p:spPr>
          <a:xfrm>
            <a:off x="840746" y="513168"/>
            <a:ext cx="11881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3.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기능 점검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92D17CD-900C-4A25-860B-4DA8958A8D48}"/>
              </a:ext>
            </a:extLst>
          </p:cNvPr>
          <p:cNvSpPr txBox="1"/>
          <p:nvPr/>
        </p:nvSpPr>
        <p:spPr>
          <a:xfrm>
            <a:off x="745699" y="755794"/>
            <a:ext cx="39388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기능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-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빌드업 웨이브</a:t>
            </a:r>
          </a:p>
        </p:txBody>
      </p:sp>
      <p:sp>
        <p:nvSpPr>
          <p:cNvPr id="292" name="직사각형 291">
            <a:extLst>
              <a:ext uri="{FF2B5EF4-FFF2-40B4-BE49-F238E27FC236}">
                <a16:creationId xmlns:a16="http://schemas.microsoft.com/office/drawing/2014/main" id="{60773D19-5677-4A23-8930-278F06AA97BD}"/>
              </a:ext>
            </a:extLst>
          </p:cNvPr>
          <p:cNvSpPr/>
          <p:nvPr/>
        </p:nvSpPr>
        <p:spPr>
          <a:xfrm>
            <a:off x="10945351" y="1076198"/>
            <a:ext cx="148465" cy="148465"/>
          </a:xfrm>
          <a:prstGeom prst="rect">
            <a:avLst/>
          </a:prstGeom>
          <a:solidFill>
            <a:srgbClr val="9CECB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A0BD8D43-6DD1-4D3B-B986-A0EA7B3953BD}"/>
              </a:ext>
            </a:extLst>
          </p:cNvPr>
          <p:cNvSpPr txBox="1"/>
          <p:nvPr/>
        </p:nvSpPr>
        <p:spPr>
          <a:xfrm>
            <a:off x="8542710" y="1025980"/>
            <a:ext cx="244435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유저가 돌아다닐 수 있는 영역</a:t>
            </a:r>
          </a:p>
        </p:txBody>
      </p:sp>
      <p:sp>
        <p:nvSpPr>
          <p:cNvPr id="294" name="직사각형 293">
            <a:extLst>
              <a:ext uri="{FF2B5EF4-FFF2-40B4-BE49-F238E27FC236}">
                <a16:creationId xmlns:a16="http://schemas.microsoft.com/office/drawing/2014/main" id="{84387EC1-F8A9-4B36-B8C3-F87AC26BAD8C}"/>
              </a:ext>
            </a:extLst>
          </p:cNvPr>
          <p:cNvSpPr/>
          <p:nvPr/>
        </p:nvSpPr>
        <p:spPr>
          <a:xfrm>
            <a:off x="10945351" y="1267676"/>
            <a:ext cx="148465" cy="148465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3B8ACA97-90DF-4BE0-B5BE-BB095F63CAB5}"/>
              </a:ext>
            </a:extLst>
          </p:cNvPr>
          <p:cNvSpPr txBox="1"/>
          <p:nvPr/>
        </p:nvSpPr>
        <p:spPr>
          <a:xfrm>
            <a:off x="8542710" y="1217459"/>
            <a:ext cx="2444356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유저가 지나갈 수 없는 영역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grpSp>
        <p:nvGrpSpPr>
          <p:cNvPr id="644" name="그룹 643">
            <a:extLst>
              <a:ext uri="{FF2B5EF4-FFF2-40B4-BE49-F238E27FC236}">
                <a16:creationId xmlns:a16="http://schemas.microsoft.com/office/drawing/2014/main" id="{392980E9-9C33-4757-8919-6BCBA6B7A1CC}"/>
              </a:ext>
            </a:extLst>
          </p:cNvPr>
          <p:cNvGrpSpPr/>
          <p:nvPr/>
        </p:nvGrpSpPr>
        <p:grpSpPr>
          <a:xfrm>
            <a:off x="901481" y="1586204"/>
            <a:ext cx="1710249" cy="3122927"/>
            <a:chOff x="1303286" y="2750228"/>
            <a:chExt cx="1710249" cy="3122927"/>
          </a:xfrm>
        </p:grpSpPr>
        <p:sp>
          <p:nvSpPr>
            <p:cNvPr id="646" name="사각형: 둥근 모서리 645">
              <a:extLst>
                <a:ext uri="{FF2B5EF4-FFF2-40B4-BE49-F238E27FC236}">
                  <a16:creationId xmlns:a16="http://schemas.microsoft.com/office/drawing/2014/main" id="{E477C6D5-9FAF-47A8-8898-B14FCD3681B2}"/>
                </a:ext>
              </a:extLst>
            </p:cNvPr>
            <p:cNvSpPr/>
            <p:nvPr/>
          </p:nvSpPr>
          <p:spPr>
            <a:xfrm>
              <a:off x="1365976" y="2831283"/>
              <a:ext cx="285894" cy="335480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647" name="사각형: 둥근 모서리 646">
              <a:extLst>
                <a:ext uri="{FF2B5EF4-FFF2-40B4-BE49-F238E27FC236}">
                  <a16:creationId xmlns:a16="http://schemas.microsoft.com/office/drawing/2014/main" id="{BC043DB6-BEFF-44B2-BD63-80FEEC0C5A01}"/>
                </a:ext>
              </a:extLst>
            </p:cNvPr>
            <p:cNvSpPr/>
            <p:nvPr/>
          </p:nvSpPr>
          <p:spPr>
            <a:xfrm>
              <a:off x="1362868" y="3200658"/>
              <a:ext cx="285894" cy="363147"/>
            </a:xfrm>
            <a:prstGeom prst="roundRect">
              <a:avLst/>
            </a:prstGeom>
            <a:solidFill>
              <a:srgbClr val="EE770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648" name="사각형: 둥근 모서리 647">
              <a:extLst>
                <a:ext uri="{FF2B5EF4-FFF2-40B4-BE49-F238E27FC236}">
                  <a16:creationId xmlns:a16="http://schemas.microsoft.com/office/drawing/2014/main" id="{0FE8B190-C791-41AC-A247-2151C97654D0}"/>
                </a:ext>
              </a:extLst>
            </p:cNvPr>
            <p:cNvSpPr/>
            <p:nvPr/>
          </p:nvSpPr>
          <p:spPr>
            <a:xfrm>
              <a:off x="2644614" y="2831283"/>
              <a:ext cx="285894" cy="149495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649" name="사각형: 둥근 모서리 648">
              <a:extLst>
                <a:ext uri="{FF2B5EF4-FFF2-40B4-BE49-F238E27FC236}">
                  <a16:creationId xmlns:a16="http://schemas.microsoft.com/office/drawing/2014/main" id="{BEEB8FB3-CD61-4B1A-ADB0-A1A60E92E09E}"/>
                </a:ext>
              </a:extLst>
            </p:cNvPr>
            <p:cNvSpPr/>
            <p:nvPr/>
          </p:nvSpPr>
          <p:spPr>
            <a:xfrm>
              <a:off x="2005000" y="2831283"/>
              <a:ext cx="285894" cy="149495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650" name="사각형: 둥근 모서리 649">
              <a:extLst>
                <a:ext uri="{FF2B5EF4-FFF2-40B4-BE49-F238E27FC236}">
                  <a16:creationId xmlns:a16="http://schemas.microsoft.com/office/drawing/2014/main" id="{96C9D3AE-460B-4339-A0DA-2F056F4654F0}"/>
                </a:ext>
              </a:extLst>
            </p:cNvPr>
            <p:cNvSpPr/>
            <p:nvPr/>
          </p:nvSpPr>
          <p:spPr>
            <a:xfrm>
              <a:off x="1327412" y="5342790"/>
              <a:ext cx="1641072" cy="494087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/>
            </a:p>
          </p:txBody>
        </p:sp>
        <p:pic>
          <p:nvPicPr>
            <p:cNvPr id="651" name="그림 650">
              <a:extLst>
                <a:ext uri="{FF2B5EF4-FFF2-40B4-BE49-F238E27FC236}">
                  <a16:creationId xmlns:a16="http://schemas.microsoft.com/office/drawing/2014/main" id="{24583A97-EA79-4670-8CA2-3F4BD62B20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1198" y="2836596"/>
              <a:ext cx="198024" cy="237716"/>
            </a:xfrm>
            <a:prstGeom prst="rect">
              <a:avLst/>
            </a:prstGeom>
          </p:spPr>
        </p:pic>
        <p:sp>
          <p:nvSpPr>
            <p:cNvPr id="652" name="사각형: 둥근 모서리 651">
              <a:extLst>
                <a:ext uri="{FF2B5EF4-FFF2-40B4-BE49-F238E27FC236}">
                  <a16:creationId xmlns:a16="http://schemas.microsoft.com/office/drawing/2014/main" id="{C2841F09-69CD-4E0B-BF71-1D8722BE6F1D}"/>
                </a:ext>
              </a:extLst>
            </p:cNvPr>
            <p:cNvSpPr/>
            <p:nvPr/>
          </p:nvSpPr>
          <p:spPr>
            <a:xfrm>
              <a:off x="1327412" y="5337837"/>
              <a:ext cx="1641072" cy="137325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/>
            </a:p>
          </p:txBody>
        </p:sp>
        <p:grpSp>
          <p:nvGrpSpPr>
            <p:cNvPr id="653" name="그룹 652">
              <a:extLst>
                <a:ext uri="{FF2B5EF4-FFF2-40B4-BE49-F238E27FC236}">
                  <a16:creationId xmlns:a16="http://schemas.microsoft.com/office/drawing/2014/main" id="{1CE459C5-FAB8-432B-ABB1-FA3C67B8070B}"/>
                </a:ext>
              </a:extLst>
            </p:cNvPr>
            <p:cNvGrpSpPr/>
            <p:nvPr/>
          </p:nvGrpSpPr>
          <p:grpSpPr>
            <a:xfrm>
              <a:off x="1350492" y="5354332"/>
              <a:ext cx="298271" cy="104335"/>
              <a:chOff x="5671221" y="5337754"/>
              <a:chExt cx="449300" cy="153348"/>
            </a:xfrm>
          </p:grpSpPr>
          <p:grpSp>
            <p:nvGrpSpPr>
              <p:cNvPr id="686" name="그룹 685">
                <a:extLst>
                  <a:ext uri="{FF2B5EF4-FFF2-40B4-BE49-F238E27FC236}">
                    <a16:creationId xmlns:a16="http://schemas.microsoft.com/office/drawing/2014/main" id="{D5932693-86E4-4507-A0F7-11020E3CE2E0}"/>
                  </a:ext>
                </a:extLst>
              </p:cNvPr>
              <p:cNvGrpSpPr/>
              <p:nvPr/>
            </p:nvGrpSpPr>
            <p:grpSpPr>
              <a:xfrm>
                <a:off x="5694058" y="5343182"/>
                <a:ext cx="426463" cy="142494"/>
                <a:chOff x="5645144" y="3140870"/>
                <a:chExt cx="249768" cy="110534"/>
              </a:xfrm>
            </p:grpSpPr>
            <p:sp>
              <p:nvSpPr>
                <p:cNvPr id="688" name="사각형: 둥근 모서리 687">
                  <a:extLst>
                    <a:ext uri="{FF2B5EF4-FFF2-40B4-BE49-F238E27FC236}">
                      <a16:creationId xmlns:a16="http://schemas.microsoft.com/office/drawing/2014/main" id="{C70F7AAD-E8C1-411C-AE09-C838D1031979}"/>
                    </a:ext>
                  </a:extLst>
                </p:cNvPr>
                <p:cNvSpPr/>
                <p:nvPr/>
              </p:nvSpPr>
              <p:spPr>
                <a:xfrm>
                  <a:off x="5645144" y="3140870"/>
                  <a:ext cx="249768" cy="110534"/>
                </a:xfrm>
                <a:prstGeom prst="roundRect">
                  <a:avLst/>
                </a:prstGeom>
                <a:solidFill>
                  <a:srgbClr val="1A0C2F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  <p:sp>
              <p:nvSpPr>
                <p:cNvPr id="689" name="사각형: 둥근 모서리 688">
                  <a:extLst>
                    <a:ext uri="{FF2B5EF4-FFF2-40B4-BE49-F238E27FC236}">
                      <a16:creationId xmlns:a16="http://schemas.microsoft.com/office/drawing/2014/main" id="{EDD74F72-71A2-41EF-B0F8-DDF10078CE37}"/>
                    </a:ext>
                  </a:extLst>
                </p:cNvPr>
                <p:cNvSpPr/>
                <p:nvPr/>
              </p:nvSpPr>
              <p:spPr>
                <a:xfrm>
                  <a:off x="5645144" y="3140870"/>
                  <a:ext cx="170235" cy="110534"/>
                </a:xfrm>
                <a:prstGeom prst="roundRect">
                  <a:avLst/>
                </a:prstGeom>
                <a:solidFill>
                  <a:srgbClr val="00B0F0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</p:grpSp>
          <p:pic>
            <p:nvPicPr>
              <p:cNvPr id="687" name="그림 686">
                <a:extLst>
                  <a:ext uri="{FF2B5EF4-FFF2-40B4-BE49-F238E27FC236}">
                    <a16:creationId xmlns:a16="http://schemas.microsoft.com/office/drawing/2014/main" id="{CC583006-A68D-4602-843A-CFF248C794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671221" y="5337754"/>
                <a:ext cx="174868" cy="153348"/>
              </a:xfrm>
              <a:prstGeom prst="rect">
                <a:avLst/>
              </a:prstGeom>
            </p:spPr>
          </p:pic>
        </p:grpSp>
        <p:grpSp>
          <p:nvGrpSpPr>
            <p:cNvPr id="654" name="그룹 653">
              <a:extLst>
                <a:ext uri="{FF2B5EF4-FFF2-40B4-BE49-F238E27FC236}">
                  <a16:creationId xmlns:a16="http://schemas.microsoft.com/office/drawing/2014/main" id="{228AF35A-1691-4B1C-9493-209185631D41}"/>
                </a:ext>
              </a:extLst>
            </p:cNvPr>
            <p:cNvGrpSpPr/>
            <p:nvPr/>
          </p:nvGrpSpPr>
          <p:grpSpPr>
            <a:xfrm>
              <a:off x="1674022" y="5354332"/>
              <a:ext cx="298271" cy="104335"/>
              <a:chOff x="6136251" y="5337754"/>
              <a:chExt cx="449300" cy="153348"/>
            </a:xfrm>
          </p:grpSpPr>
          <p:grpSp>
            <p:nvGrpSpPr>
              <p:cNvPr id="682" name="그룹 681">
                <a:extLst>
                  <a:ext uri="{FF2B5EF4-FFF2-40B4-BE49-F238E27FC236}">
                    <a16:creationId xmlns:a16="http://schemas.microsoft.com/office/drawing/2014/main" id="{BCC4DA42-0F3C-4EA2-A498-2B36E3EC61DE}"/>
                  </a:ext>
                </a:extLst>
              </p:cNvPr>
              <p:cNvGrpSpPr/>
              <p:nvPr/>
            </p:nvGrpSpPr>
            <p:grpSpPr>
              <a:xfrm>
                <a:off x="6159088" y="5343182"/>
                <a:ext cx="426463" cy="142494"/>
                <a:chOff x="5645144" y="3140870"/>
                <a:chExt cx="249768" cy="110534"/>
              </a:xfrm>
            </p:grpSpPr>
            <p:sp>
              <p:nvSpPr>
                <p:cNvPr id="684" name="사각형: 둥근 모서리 683">
                  <a:extLst>
                    <a:ext uri="{FF2B5EF4-FFF2-40B4-BE49-F238E27FC236}">
                      <a16:creationId xmlns:a16="http://schemas.microsoft.com/office/drawing/2014/main" id="{9FF0B8FD-808D-4CC6-97FB-669C54679579}"/>
                    </a:ext>
                  </a:extLst>
                </p:cNvPr>
                <p:cNvSpPr/>
                <p:nvPr/>
              </p:nvSpPr>
              <p:spPr>
                <a:xfrm>
                  <a:off x="5645144" y="3140870"/>
                  <a:ext cx="249768" cy="110534"/>
                </a:xfrm>
                <a:prstGeom prst="roundRect">
                  <a:avLst/>
                </a:prstGeom>
                <a:solidFill>
                  <a:srgbClr val="1A0C2F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  <p:sp>
              <p:nvSpPr>
                <p:cNvPr id="685" name="사각형: 둥근 모서리 684">
                  <a:extLst>
                    <a:ext uri="{FF2B5EF4-FFF2-40B4-BE49-F238E27FC236}">
                      <a16:creationId xmlns:a16="http://schemas.microsoft.com/office/drawing/2014/main" id="{6EAD7EE5-ED3A-484D-B643-CAFBA7132CCF}"/>
                    </a:ext>
                  </a:extLst>
                </p:cNvPr>
                <p:cNvSpPr/>
                <p:nvPr/>
              </p:nvSpPr>
              <p:spPr>
                <a:xfrm>
                  <a:off x="5645144" y="3140870"/>
                  <a:ext cx="170235" cy="110534"/>
                </a:xfrm>
                <a:prstGeom prst="roundRect">
                  <a:avLst/>
                </a:prstGeom>
                <a:solidFill>
                  <a:srgbClr val="00B0F0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</p:grpSp>
          <p:pic>
            <p:nvPicPr>
              <p:cNvPr id="683" name="그림 682">
                <a:extLst>
                  <a:ext uri="{FF2B5EF4-FFF2-40B4-BE49-F238E27FC236}">
                    <a16:creationId xmlns:a16="http://schemas.microsoft.com/office/drawing/2014/main" id="{C9F70191-C7D6-48EE-AB8E-474212FA02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36251" y="5337754"/>
                <a:ext cx="174868" cy="153348"/>
              </a:xfrm>
              <a:prstGeom prst="rect">
                <a:avLst/>
              </a:prstGeom>
            </p:spPr>
          </p:pic>
        </p:grpSp>
        <p:grpSp>
          <p:nvGrpSpPr>
            <p:cNvPr id="655" name="그룹 654">
              <a:extLst>
                <a:ext uri="{FF2B5EF4-FFF2-40B4-BE49-F238E27FC236}">
                  <a16:creationId xmlns:a16="http://schemas.microsoft.com/office/drawing/2014/main" id="{65453150-6DEF-4C4C-8952-4EFFE34280A9}"/>
                </a:ext>
              </a:extLst>
            </p:cNvPr>
            <p:cNvGrpSpPr/>
            <p:nvPr/>
          </p:nvGrpSpPr>
          <p:grpSpPr>
            <a:xfrm>
              <a:off x="1997553" y="5354332"/>
              <a:ext cx="298271" cy="104335"/>
              <a:chOff x="6601281" y="5337754"/>
              <a:chExt cx="449300" cy="153348"/>
            </a:xfrm>
          </p:grpSpPr>
          <p:grpSp>
            <p:nvGrpSpPr>
              <p:cNvPr id="678" name="그룹 677">
                <a:extLst>
                  <a:ext uri="{FF2B5EF4-FFF2-40B4-BE49-F238E27FC236}">
                    <a16:creationId xmlns:a16="http://schemas.microsoft.com/office/drawing/2014/main" id="{83985DFB-A294-47FF-92C5-9EB39E399DB0}"/>
                  </a:ext>
                </a:extLst>
              </p:cNvPr>
              <p:cNvGrpSpPr/>
              <p:nvPr/>
            </p:nvGrpSpPr>
            <p:grpSpPr>
              <a:xfrm>
                <a:off x="6624118" y="5343182"/>
                <a:ext cx="426463" cy="142494"/>
                <a:chOff x="5645144" y="3140870"/>
                <a:chExt cx="249768" cy="110534"/>
              </a:xfrm>
            </p:grpSpPr>
            <p:sp>
              <p:nvSpPr>
                <p:cNvPr id="680" name="사각형: 둥근 모서리 679">
                  <a:extLst>
                    <a:ext uri="{FF2B5EF4-FFF2-40B4-BE49-F238E27FC236}">
                      <a16:creationId xmlns:a16="http://schemas.microsoft.com/office/drawing/2014/main" id="{96C38C46-A0CC-4BDC-80A7-86AC1A7FF6C1}"/>
                    </a:ext>
                  </a:extLst>
                </p:cNvPr>
                <p:cNvSpPr/>
                <p:nvPr/>
              </p:nvSpPr>
              <p:spPr>
                <a:xfrm>
                  <a:off x="5645144" y="3140870"/>
                  <a:ext cx="249768" cy="110534"/>
                </a:xfrm>
                <a:prstGeom prst="roundRect">
                  <a:avLst/>
                </a:prstGeom>
                <a:solidFill>
                  <a:srgbClr val="1A0C2F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  <p:sp>
              <p:nvSpPr>
                <p:cNvPr id="681" name="사각형: 둥근 모서리 680">
                  <a:extLst>
                    <a:ext uri="{FF2B5EF4-FFF2-40B4-BE49-F238E27FC236}">
                      <a16:creationId xmlns:a16="http://schemas.microsoft.com/office/drawing/2014/main" id="{6A0627E5-FA4A-47E8-917A-3731B0138A95}"/>
                    </a:ext>
                  </a:extLst>
                </p:cNvPr>
                <p:cNvSpPr/>
                <p:nvPr/>
              </p:nvSpPr>
              <p:spPr>
                <a:xfrm>
                  <a:off x="5645145" y="3140870"/>
                  <a:ext cx="100989" cy="110534"/>
                </a:xfrm>
                <a:prstGeom prst="roundRect">
                  <a:avLst/>
                </a:prstGeom>
                <a:solidFill>
                  <a:srgbClr val="00B0F0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</p:grpSp>
          <p:pic>
            <p:nvPicPr>
              <p:cNvPr id="679" name="그림 678">
                <a:extLst>
                  <a:ext uri="{FF2B5EF4-FFF2-40B4-BE49-F238E27FC236}">
                    <a16:creationId xmlns:a16="http://schemas.microsoft.com/office/drawing/2014/main" id="{0582D3A7-8D50-4BA1-8657-8D46584485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601281" y="5337754"/>
                <a:ext cx="174868" cy="153348"/>
              </a:xfrm>
              <a:prstGeom prst="rect">
                <a:avLst/>
              </a:prstGeom>
            </p:spPr>
          </p:pic>
        </p:grpSp>
        <p:grpSp>
          <p:nvGrpSpPr>
            <p:cNvPr id="656" name="그룹 655">
              <a:extLst>
                <a:ext uri="{FF2B5EF4-FFF2-40B4-BE49-F238E27FC236}">
                  <a16:creationId xmlns:a16="http://schemas.microsoft.com/office/drawing/2014/main" id="{C6510E04-3A37-47A4-AC2E-365D668164FC}"/>
                </a:ext>
              </a:extLst>
            </p:cNvPr>
            <p:cNvGrpSpPr/>
            <p:nvPr/>
          </p:nvGrpSpPr>
          <p:grpSpPr>
            <a:xfrm>
              <a:off x="2321083" y="5354332"/>
              <a:ext cx="298272" cy="104335"/>
              <a:chOff x="7066312" y="5337754"/>
              <a:chExt cx="449302" cy="153348"/>
            </a:xfrm>
          </p:grpSpPr>
          <p:grpSp>
            <p:nvGrpSpPr>
              <p:cNvPr id="674" name="그룹 673">
                <a:extLst>
                  <a:ext uri="{FF2B5EF4-FFF2-40B4-BE49-F238E27FC236}">
                    <a16:creationId xmlns:a16="http://schemas.microsoft.com/office/drawing/2014/main" id="{497E6632-EDAD-4DDF-B977-93D45CE76B01}"/>
                  </a:ext>
                </a:extLst>
              </p:cNvPr>
              <p:cNvGrpSpPr/>
              <p:nvPr/>
            </p:nvGrpSpPr>
            <p:grpSpPr>
              <a:xfrm>
                <a:off x="7089150" y="5343182"/>
                <a:ext cx="426464" cy="142494"/>
                <a:chOff x="5645143" y="3140870"/>
                <a:chExt cx="249769" cy="110534"/>
              </a:xfrm>
            </p:grpSpPr>
            <p:sp>
              <p:nvSpPr>
                <p:cNvPr id="676" name="사각형: 둥근 모서리 675">
                  <a:extLst>
                    <a:ext uri="{FF2B5EF4-FFF2-40B4-BE49-F238E27FC236}">
                      <a16:creationId xmlns:a16="http://schemas.microsoft.com/office/drawing/2014/main" id="{580E350C-640B-4AC0-AAE9-B169CB5138A2}"/>
                    </a:ext>
                  </a:extLst>
                </p:cNvPr>
                <p:cNvSpPr/>
                <p:nvPr/>
              </p:nvSpPr>
              <p:spPr>
                <a:xfrm>
                  <a:off x="5645144" y="3140870"/>
                  <a:ext cx="249768" cy="110534"/>
                </a:xfrm>
                <a:prstGeom prst="roundRect">
                  <a:avLst/>
                </a:prstGeom>
                <a:solidFill>
                  <a:srgbClr val="1A0C2F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  <p:sp>
              <p:nvSpPr>
                <p:cNvPr id="677" name="사각형: 둥근 모서리 676">
                  <a:extLst>
                    <a:ext uri="{FF2B5EF4-FFF2-40B4-BE49-F238E27FC236}">
                      <a16:creationId xmlns:a16="http://schemas.microsoft.com/office/drawing/2014/main" id="{142CCA09-6EA7-4137-AB23-E39C6266BEE5}"/>
                    </a:ext>
                  </a:extLst>
                </p:cNvPr>
                <p:cNvSpPr/>
                <p:nvPr/>
              </p:nvSpPr>
              <p:spPr>
                <a:xfrm>
                  <a:off x="5645143" y="3140870"/>
                  <a:ext cx="247306" cy="110534"/>
                </a:xfrm>
                <a:prstGeom prst="roundRect">
                  <a:avLst/>
                </a:prstGeom>
                <a:solidFill>
                  <a:srgbClr val="00B0F0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</p:grpSp>
          <p:pic>
            <p:nvPicPr>
              <p:cNvPr id="675" name="그림 674">
                <a:extLst>
                  <a:ext uri="{FF2B5EF4-FFF2-40B4-BE49-F238E27FC236}">
                    <a16:creationId xmlns:a16="http://schemas.microsoft.com/office/drawing/2014/main" id="{498FE03C-4AC6-4521-BD46-542E6DA4B9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066312" y="5337754"/>
                <a:ext cx="174868" cy="153348"/>
              </a:xfrm>
              <a:prstGeom prst="rect">
                <a:avLst/>
              </a:prstGeom>
            </p:spPr>
          </p:pic>
        </p:grpSp>
        <p:grpSp>
          <p:nvGrpSpPr>
            <p:cNvPr id="657" name="그룹 656">
              <a:extLst>
                <a:ext uri="{FF2B5EF4-FFF2-40B4-BE49-F238E27FC236}">
                  <a16:creationId xmlns:a16="http://schemas.microsoft.com/office/drawing/2014/main" id="{DC5EE4A6-1902-4F9A-BD3C-483E58DD916C}"/>
                </a:ext>
              </a:extLst>
            </p:cNvPr>
            <p:cNvGrpSpPr/>
            <p:nvPr/>
          </p:nvGrpSpPr>
          <p:grpSpPr>
            <a:xfrm>
              <a:off x="2644614" y="5354332"/>
              <a:ext cx="298270" cy="104335"/>
              <a:chOff x="7531343" y="5337754"/>
              <a:chExt cx="449299" cy="153348"/>
            </a:xfrm>
          </p:grpSpPr>
          <p:grpSp>
            <p:nvGrpSpPr>
              <p:cNvPr id="670" name="그룹 669">
                <a:extLst>
                  <a:ext uri="{FF2B5EF4-FFF2-40B4-BE49-F238E27FC236}">
                    <a16:creationId xmlns:a16="http://schemas.microsoft.com/office/drawing/2014/main" id="{C74F4FC6-4019-4503-B9CB-31411BA305EC}"/>
                  </a:ext>
                </a:extLst>
              </p:cNvPr>
              <p:cNvGrpSpPr/>
              <p:nvPr/>
            </p:nvGrpSpPr>
            <p:grpSpPr>
              <a:xfrm>
                <a:off x="7554179" y="5343182"/>
                <a:ext cx="426463" cy="142494"/>
                <a:chOff x="5645144" y="3140870"/>
                <a:chExt cx="249768" cy="110534"/>
              </a:xfrm>
            </p:grpSpPr>
            <p:sp>
              <p:nvSpPr>
                <p:cNvPr id="672" name="사각형: 둥근 모서리 671">
                  <a:extLst>
                    <a:ext uri="{FF2B5EF4-FFF2-40B4-BE49-F238E27FC236}">
                      <a16:creationId xmlns:a16="http://schemas.microsoft.com/office/drawing/2014/main" id="{D0B400D5-E1BE-4A05-A869-0FCFF325DE00}"/>
                    </a:ext>
                  </a:extLst>
                </p:cNvPr>
                <p:cNvSpPr/>
                <p:nvPr/>
              </p:nvSpPr>
              <p:spPr>
                <a:xfrm>
                  <a:off x="5645144" y="3140870"/>
                  <a:ext cx="249768" cy="110534"/>
                </a:xfrm>
                <a:prstGeom prst="roundRect">
                  <a:avLst/>
                </a:prstGeom>
                <a:solidFill>
                  <a:srgbClr val="1A0C2F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  <p:sp>
              <p:nvSpPr>
                <p:cNvPr id="673" name="사각형: 둥근 모서리 672">
                  <a:extLst>
                    <a:ext uri="{FF2B5EF4-FFF2-40B4-BE49-F238E27FC236}">
                      <a16:creationId xmlns:a16="http://schemas.microsoft.com/office/drawing/2014/main" id="{264DA3CF-E6DA-489B-B460-3C4E2EE3F0A2}"/>
                    </a:ext>
                  </a:extLst>
                </p:cNvPr>
                <p:cNvSpPr/>
                <p:nvPr/>
              </p:nvSpPr>
              <p:spPr>
                <a:xfrm>
                  <a:off x="5645144" y="3140870"/>
                  <a:ext cx="249768" cy="110534"/>
                </a:xfrm>
                <a:prstGeom prst="roundRect">
                  <a:avLst/>
                </a:prstGeom>
                <a:solidFill>
                  <a:srgbClr val="00B0F0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</p:grpSp>
          <p:pic>
            <p:nvPicPr>
              <p:cNvPr id="671" name="그림 670">
                <a:extLst>
                  <a:ext uri="{FF2B5EF4-FFF2-40B4-BE49-F238E27FC236}">
                    <a16:creationId xmlns:a16="http://schemas.microsoft.com/office/drawing/2014/main" id="{D6C40E14-BDFD-4C6A-9A6A-56541D30FA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531343" y="5337754"/>
                <a:ext cx="174868" cy="153348"/>
              </a:xfrm>
              <a:prstGeom prst="rect">
                <a:avLst/>
              </a:prstGeom>
            </p:spPr>
          </p:pic>
        </p:grpSp>
        <p:pic>
          <p:nvPicPr>
            <p:cNvPr id="658" name="그림 657">
              <a:extLst>
                <a:ext uri="{FF2B5EF4-FFF2-40B4-BE49-F238E27FC236}">
                  <a16:creationId xmlns:a16="http://schemas.microsoft.com/office/drawing/2014/main" id="{4B8D393D-5425-4D54-9F19-B6AFB812B5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69424" y="4056245"/>
              <a:ext cx="255605" cy="306837"/>
            </a:xfrm>
            <a:prstGeom prst="rect">
              <a:avLst/>
            </a:prstGeom>
          </p:spPr>
        </p:pic>
        <p:sp>
          <p:nvSpPr>
            <p:cNvPr id="659" name="TextBox 658">
              <a:extLst>
                <a:ext uri="{FF2B5EF4-FFF2-40B4-BE49-F238E27FC236}">
                  <a16:creationId xmlns:a16="http://schemas.microsoft.com/office/drawing/2014/main" id="{1181D78E-788E-4C7F-B2DA-114F0F11F6CF}"/>
                </a:ext>
              </a:extLst>
            </p:cNvPr>
            <p:cNvSpPr txBox="1"/>
            <p:nvPr/>
          </p:nvSpPr>
          <p:spPr>
            <a:xfrm>
              <a:off x="2349617" y="5352719"/>
              <a:ext cx="335348" cy="15388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r"/>
              <a:r>
                <a:rPr lang="en-US" altLang="ko-KR" sz="4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100%</a:t>
              </a:r>
              <a:endParaRPr lang="ko-KR" altLang="en-US" sz="4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660" name="TextBox 659">
              <a:extLst>
                <a:ext uri="{FF2B5EF4-FFF2-40B4-BE49-F238E27FC236}">
                  <a16:creationId xmlns:a16="http://schemas.microsoft.com/office/drawing/2014/main" id="{11C7A8B9-41C0-46A9-A053-4529C22233C3}"/>
                </a:ext>
              </a:extLst>
            </p:cNvPr>
            <p:cNvSpPr txBox="1"/>
            <p:nvPr/>
          </p:nvSpPr>
          <p:spPr>
            <a:xfrm>
              <a:off x="2678187" y="5352719"/>
              <a:ext cx="335348" cy="15388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r"/>
              <a:r>
                <a:rPr lang="en-US" altLang="ko-KR" sz="4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240%</a:t>
              </a:r>
              <a:endParaRPr lang="ko-KR" altLang="en-US" sz="4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661" name="TextBox 660">
              <a:extLst>
                <a:ext uri="{FF2B5EF4-FFF2-40B4-BE49-F238E27FC236}">
                  <a16:creationId xmlns:a16="http://schemas.microsoft.com/office/drawing/2014/main" id="{6F2056BE-4A24-4B59-9F26-756045E15181}"/>
                </a:ext>
              </a:extLst>
            </p:cNvPr>
            <p:cNvSpPr txBox="1"/>
            <p:nvPr/>
          </p:nvSpPr>
          <p:spPr>
            <a:xfrm>
              <a:off x="1418366" y="5366842"/>
              <a:ext cx="301685" cy="1538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4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55%</a:t>
              </a:r>
              <a:endParaRPr lang="ko-KR" altLang="en-US" sz="4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662" name="TextBox 661">
              <a:extLst>
                <a:ext uri="{FF2B5EF4-FFF2-40B4-BE49-F238E27FC236}">
                  <a16:creationId xmlns:a16="http://schemas.microsoft.com/office/drawing/2014/main" id="{43D9190D-F626-4820-9979-C8F1C3C29E60}"/>
                </a:ext>
              </a:extLst>
            </p:cNvPr>
            <p:cNvSpPr txBox="1"/>
            <p:nvPr/>
          </p:nvSpPr>
          <p:spPr>
            <a:xfrm>
              <a:off x="1741071" y="5366842"/>
              <a:ext cx="301685" cy="1538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4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55%</a:t>
              </a:r>
              <a:endParaRPr lang="ko-KR" altLang="en-US" sz="4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663" name="TextBox 662">
              <a:extLst>
                <a:ext uri="{FF2B5EF4-FFF2-40B4-BE49-F238E27FC236}">
                  <a16:creationId xmlns:a16="http://schemas.microsoft.com/office/drawing/2014/main" id="{DE02BE86-D6A9-4B6A-9133-D725F904068D}"/>
                </a:ext>
              </a:extLst>
            </p:cNvPr>
            <p:cNvSpPr txBox="1"/>
            <p:nvPr/>
          </p:nvSpPr>
          <p:spPr>
            <a:xfrm>
              <a:off x="2049346" y="5366842"/>
              <a:ext cx="301685" cy="1538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4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10%</a:t>
              </a:r>
              <a:endParaRPr lang="ko-KR" altLang="en-US" sz="4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664" name="그룹 663">
              <a:extLst>
                <a:ext uri="{FF2B5EF4-FFF2-40B4-BE49-F238E27FC236}">
                  <a16:creationId xmlns:a16="http://schemas.microsoft.com/office/drawing/2014/main" id="{64A8084D-94FF-47E1-A4B6-1ED0DFEA31BA}"/>
                </a:ext>
              </a:extLst>
            </p:cNvPr>
            <p:cNvGrpSpPr/>
            <p:nvPr/>
          </p:nvGrpSpPr>
          <p:grpSpPr>
            <a:xfrm>
              <a:off x="1303286" y="2777124"/>
              <a:ext cx="1697861" cy="40422"/>
              <a:chOff x="5645144" y="3140870"/>
              <a:chExt cx="249768" cy="110534"/>
            </a:xfrm>
          </p:grpSpPr>
          <p:sp>
            <p:nvSpPr>
              <p:cNvPr id="668" name="사각형: 둥근 모서리 667">
                <a:extLst>
                  <a:ext uri="{FF2B5EF4-FFF2-40B4-BE49-F238E27FC236}">
                    <a16:creationId xmlns:a16="http://schemas.microsoft.com/office/drawing/2014/main" id="{CE698847-D928-462B-ADB2-C1BEC4B7244C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700" dirty="0"/>
              </a:p>
            </p:txBody>
          </p:sp>
          <p:sp>
            <p:nvSpPr>
              <p:cNvPr id="669" name="사각형: 둥근 모서리 668">
                <a:extLst>
                  <a:ext uri="{FF2B5EF4-FFF2-40B4-BE49-F238E27FC236}">
                    <a16:creationId xmlns:a16="http://schemas.microsoft.com/office/drawing/2014/main" id="{DB20C4A8-D0D0-413B-BB8E-F798BD018461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700" dirty="0"/>
              </a:p>
            </p:txBody>
          </p:sp>
        </p:grpSp>
        <p:sp>
          <p:nvSpPr>
            <p:cNvPr id="665" name="TextBox 664">
              <a:extLst>
                <a:ext uri="{FF2B5EF4-FFF2-40B4-BE49-F238E27FC236}">
                  <a16:creationId xmlns:a16="http://schemas.microsoft.com/office/drawing/2014/main" id="{5548D0AE-929A-4098-9C70-14210C778279}"/>
                </a:ext>
              </a:extLst>
            </p:cNvPr>
            <p:cNvSpPr txBox="1"/>
            <p:nvPr/>
          </p:nvSpPr>
          <p:spPr>
            <a:xfrm>
              <a:off x="1359250" y="3027704"/>
              <a:ext cx="344966" cy="169277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r"/>
              <a:r>
                <a:rPr lang="en-US" altLang="ko-KR" sz="5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Lv. 1</a:t>
              </a:r>
              <a:endParaRPr lang="ko-KR" altLang="en-US" sz="5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pic>
          <p:nvPicPr>
            <p:cNvPr id="666" name="Picture 2" descr="돋보기 - 무료 도구 및기구개 아이콘">
              <a:extLst>
                <a:ext uri="{FF2B5EF4-FFF2-40B4-BE49-F238E27FC236}">
                  <a16:creationId xmlns:a16="http://schemas.microsoft.com/office/drawing/2014/main" id="{8A95331A-513D-4B8A-9342-EA059DE721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49832" y="3045270"/>
              <a:ext cx="121023" cy="124035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67" name="직사각형 666">
              <a:extLst>
                <a:ext uri="{FF2B5EF4-FFF2-40B4-BE49-F238E27FC236}">
                  <a16:creationId xmlns:a16="http://schemas.microsoft.com/office/drawing/2014/main" id="{493A3AB7-1943-4E48-BE4B-B94948C15370}"/>
                </a:ext>
              </a:extLst>
            </p:cNvPr>
            <p:cNvSpPr/>
            <p:nvPr/>
          </p:nvSpPr>
          <p:spPr>
            <a:xfrm>
              <a:off x="1303286" y="2750228"/>
              <a:ext cx="1697862" cy="3122927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</p:grpSp>
      <p:sp>
        <p:nvSpPr>
          <p:cNvPr id="645" name="TextBox 644">
            <a:extLst>
              <a:ext uri="{FF2B5EF4-FFF2-40B4-BE49-F238E27FC236}">
                <a16:creationId xmlns:a16="http://schemas.microsoft.com/office/drawing/2014/main" id="{A7C7B7C2-C92C-4833-87DE-7622F17AA7DF}"/>
              </a:ext>
            </a:extLst>
          </p:cNvPr>
          <p:cNvSpPr txBox="1"/>
          <p:nvPr/>
        </p:nvSpPr>
        <p:spPr>
          <a:xfrm>
            <a:off x="1139905" y="4824253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UI</a:t>
            </a:r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521" name="직사각형 520">
            <a:extLst>
              <a:ext uri="{FF2B5EF4-FFF2-40B4-BE49-F238E27FC236}">
                <a16:creationId xmlns:a16="http://schemas.microsoft.com/office/drawing/2014/main" id="{BAD9F640-F534-449E-AD25-4BD7DE9FF3CE}"/>
              </a:ext>
            </a:extLst>
          </p:cNvPr>
          <p:cNvSpPr/>
          <p:nvPr/>
        </p:nvSpPr>
        <p:spPr>
          <a:xfrm>
            <a:off x="3456066" y="1586204"/>
            <a:ext cx="3622068" cy="437464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522" name="직사각형 521">
            <a:extLst>
              <a:ext uri="{FF2B5EF4-FFF2-40B4-BE49-F238E27FC236}">
                <a16:creationId xmlns:a16="http://schemas.microsoft.com/office/drawing/2014/main" id="{53F86248-CCD8-465A-A4B1-573D246468CF}"/>
              </a:ext>
            </a:extLst>
          </p:cNvPr>
          <p:cNvSpPr/>
          <p:nvPr/>
        </p:nvSpPr>
        <p:spPr>
          <a:xfrm>
            <a:off x="4051435" y="2026006"/>
            <a:ext cx="2431331" cy="3495039"/>
          </a:xfrm>
          <a:prstGeom prst="rect">
            <a:avLst/>
          </a:prstGeom>
          <a:solidFill>
            <a:srgbClr val="9CECB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pic>
        <p:nvPicPr>
          <p:cNvPr id="523" name="그림 522">
            <a:extLst>
              <a:ext uri="{FF2B5EF4-FFF2-40B4-BE49-F238E27FC236}">
                <a16:creationId xmlns:a16="http://schemas.microsoft.com/office/drawing/2014/main" id="{0393CF92-C389-4FFF-AB96-59486C8D1D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866485" y="2239476"/>
            <a:ext cx="151961" cy="133259"/>
          </a:xfrm>
          <a:prstGeom prst="rect">
            <a:avLst/>
          </a:prstGeom>
        </p:spPr>
      </p:pic>
      <p:pic>
        <p:nvPicPr>
          <p:cNvPr id="524" name="그림 523">
            <a:extLst>
              <a:ext uri="{FF2B5EF4-FFF2-40B4-BE49-F238E27FC236}">
                <a16:creationId xmlns:a16="http://schemas.microsoft.com/office/drawing/2014/main" id="{E572C8AA-097D-4AD0-A361-B3E7C63EFD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4850" y="3321009"/>
            <a:ext cx="151961" cy="133259"/>
          </a:xfrm>
          <a:prstGeom prst="rect">
            <a:avLst/>
          </a:prstGeom>
        </p:spPr>
      </p:pic>
      <p:pic>
        <p:nvPicPr>
          <p:cNvPr id="525" name="그림 524">
            <a:extLst>
              <a:ext uri="{FF2B5EF4-FFF2-40B4-BE49-F238E27FC236}">
                <a16:creationId xmlns:a16="http://schemas.microsoft.com/office/drawing/2014/main" id="{1F5F9655-7CB2-48C9-BD5E-194CD5BDDC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213" y="4042033"/>
            <a:ext cx="168502" cy="147763"/>
          </a:xfrm>
          <a:prstGeom prst="rect">
            <a:avLst/>
          </a:prstGeom>
        </p:spPr>
      </p:pic>
      <p:pic>
        <p:nvPicPr>
          <p:cNvPr id="526" name="그림 525">
            <a:extLst>
              <a:ext uri="{FF2B5EF4-FFF2-40B4-BE49-F238E27FC236}">
                <a16:creationId xmlns:a16="http://schemas.microsoft.com/office/drawing/2014/main" id="{93AB8DF5-4B56-48A4-B650-D6D28673B7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082" y="2177161"/>
            <a:ext cx="168502" cy="147763"/>
          </a:xfrm>
          <a:prstGeom prst="rect">
            <a:avLst/>
          </a:prstGeom>
        </p:spPr>
      </p:pic>
      <p:pic>
        <p:nvPicPr>
          <p:cNvPr id="527" name="그림 526">
            <a:extLst>
              <a:ext uri="{FF2B5EF4-FFF2-40B4-BE49-F238E27FC236}">
                <a16:creationId xmlns:a16="http://schemas.microsoft.com/office/drawing/2014/main" id="{E2296A35-9AE1-472E-B446-C0BDC63F44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7100" y="3758521"/>
            <a:ext cx="168502" cy="147763"/>
          </a:xfrm>
          <a:prstGeom prst="rect">
            <a:avLst/>
          </a:prstGeom>
        </p:spPr>
      </p:pic>
      <p:pic>
        <p:nvPicPr>
          <p:cNvPr id="528" name="그림 527">
            <a:extLst>
              <a:ext uri="{FF2B5EF4-FFF2-40B4-BE49-F238E27FC236}">
                <a16:creationId xmlns:a16="http://schemas.microsoft.com/office/drawing/2014/main" id="{72B07077-B7CF-4DE6-8F0E-4A81C77617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609202" y="4236140"/>
            <a:ext cx="186387" cy="163447"/>
          </a:xfrm>
          <a:prstGeom prst="rect">
            <a:avLst/>
          </a:prstGeom>
        </p:spPr>
      </p:pic>
      <p:pic>
        <p:nvPicPr>
          <p:cNvPr id="529" name="그림 528">
            <a:extLst>
              <a:ext uri="{FF2B5EF4-FFF2-40B4-BE49-F238E27FC236}">
                <a16:creationId xmlns:a16="http://schemas.microsoft.com/office/drawing/2014/main" id="{11E212AA-C7C5-4EFA-8604-CC25F56233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8435" y="2784045"/>
            <a:ext cx="168502" cy="147763"/>
          </a:xfrm>
          <a:prstGeom prst="rect">
            <a:avLst/>
          </a:prstGeom>
        </p:spPr>
      </p:pic>
      <p:pic>
        <p:nvPicPr>
          <p:cNvPr id="530" name="그림 529">
            <a:extLst>
              <a:ext uri="{FF2B5EF4-FFF2-40B4-BE49-F238E27FC236}">
                <a16:creationId xmlns:a16="http://schemas.microsoft.com/office/drawing/2014/main" id="{C5622B9F-4571-4D0C-9BAB-97FEA25244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5839" y="4561336"/>
            <a:ext cx="168502" cy="147763"/>
          </a:xfrm>
          <a:prstGeom prst="rect">
            <a:avLst/>
          </a:prstGeom>
        </p:spPr>
      </p:pic>
      <p:pic>
        <p:nvPicPr>
          <p:cNvPr id="531" name="그림 530">
            <a:extLst>
              <a:ext uri="{FF2B5EF4-FFF2-40B4-BE49-F238E27FC236}">
                <a16:creationId xmlns:a16="http://schemas.microsoft.com/office/drawing/2014/main" id="{3C75F47F-3E2D-4DF3-A0D2-06AD3398B4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6283" y="3053686"/>
            <a:ext cx="168502" cy="147763"/>
          </a:xfrm>
          <a:prstGeom prst="rect">
            <a:avLst/>
          </a:prstGeom>
        </p:spPr>
      </p:pic>
      <p:pic>
        <p:nvPicPr>
          <p:cNvPr id="532" name="그림 531">
            <a:extLst>
              <a:ext uri="{FF2B5EF4-FFF2-40B4-BE49-F238E27FC236}">
                <a16:creationId xmlns:a16="http://schemas.microsoft.com/office/drawing/2014/main" id="{449E2E13-E2B9-4F62-B9AC-DDB109D87F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0730" y="2506043"/>
            <a:ext cx="151961" cy="133259"/>
          </a:xfrm>
          <a:prstGeom prst="rect">
            <a:avLst/>
          </a:prstGeom>
        </p:spPr>
      </p:pic>
      <p:pic>
        <p:nvPicPr>
          <p:cNvPr id="533" name="그림 532">
            <a:extLst>
              <a:ext uri="{FF2B5EF4-FFF2-40B4-BE49-F238E27FC236}">
                <a16:creationId xmlns:a16="http://schemas.microsoft.com/office/drawing/2014/main" id="{3BD34234-07B3-4B0E-9115-73877F4D93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2163" y="2238721"/>
            <a:ext cx="168502" cy="147763"/>
          </a:xfrm>
          <a:prstGeom prst="rect">
            <a:avLst/>
          </a:prstGeom>
        </p:spPr>
      </p:pic>
      <p:pic>
        <p:nvPicPr>
          <p:cNvPr id="534" name="그림 533">
            <a:extLst>
              <a:ext uri="{FF2B5EF4-FFF2-40B4-BE49-F238E27FC236}">
                <a16:creationId xmlns:a16="http://schemas.microsoft.com/office/drawing/2014/main" id="{471DF34B-CC2A-435C-B27E-99D43AA86C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1024" y="4337810"/>
            <a:ext cx="151961" cy="133259"/>
          </a:xfrm>
          <a:prstGeom prst="rect">
            <a:avLst/>
          </a:prstGeom>
        </p:spPr>
      </p:pic>
      <p:pic>
        <p:nvPicPr>
          <p:cNvPr id="535" name="그림 534">
            <a:extLst>
              <a:ext uri="{FF2B5EF4-FFF2-40B4-BE49-F238E27FC236}">
                <a16:creationId xmlns:a16="http://schemas.microsoft.com/office/drawing/2014/main" id="{6E267CCE-5E31-456F-947A-00BC50106A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4387" y="5058835"/>
            <a:ext cx="168502" cy="147763"/>
          </a:xfrm>
          <a:prstGeom prst="rect">
            <a:avLst/>
          </a:prstGeom>
        </p:spPr>
      </p:pic>
      <p:pic>
        <p:nvPicPr>
          <p:cNvPr id="536" name="그림 535">
            <a:extLst>
              <a:ext uri="{FF2B5EF4-FFF2-40B4-BE49-F238E27FC236}">
                <a16:creationId xmlns:a16="http://schemas.microsoft.com/office/drawing/2014/main" id="{8049F910-828B-4246-AA4C-F9AB9FFF45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3275" y="4775322"/>
            <a:ext cx="168502" cy="147763"/>
          </a:xfrm>
          <a:prstGeom prst="rect">
            <a:avLst/>
          </a:prstGeom>
        </p:spPr>
      </p:pic>
      <p:pic>
        <p:nvPicPr>
          <p:cNvPr id="537" name="그림 536">
            <a:extLst>
              <a:ext uri="{FF2B5EF4-FFF2-40B4-BE49-F238E27FC236}">
                <a16:creationId xmlns:a16="http://schemas.microsoft.com/office/drawing/2014/main" id="{07905E0C-595F-4763-813E-005F57A109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6904" y="3522845"/>
            <a:ext cx="151961" cy="133259"/>
          </a:xfrm>
          <a:prstGeom prst="rect">
            <a:avLst/>
          </a:prstGeom>
        </p:spPr>
      </p:pic>
      <p:pic>
        <p:nvPicPr>
          <p:cNvPr id="538" name="그림 537">
            <a:extLst>
              <a:ext uri="{FF2B5EF4-FFF2-40B4-BE49-F238E27FC236}">
                <a16:creationId xmlns:a16="http://schemas.microsoft.com/office/drawing/2014/main" id="{E0EB8DFF-0678-4745-BC58-FA4224498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8337" y="3255522"/>
            <a:ext cx="168502" cy="147763"/>
          </a:xfrm>
          <a:prstGeom prst="rect">
            <a:avLst/>
          </a:prstGeom>
        </p:spPr>
      </p:pic>
      <p:pic>
        <p:nvPicPr>
          <p:cNvPr id="539" name="그림 538">
            <a:extLst>
              <a:ext uri="{FF2B5EF4-FFF2-40B4-BE49-F238E27FC236}">
                <a16:creationId xmlns:a16="http://schemas.microsoft.com/office/drawing/2014/main" id="{EF4C5BCB-9F89-4DBC-8523-14C0546A37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6857" y="3237528"/>
            <a:ext cx="151961" cy="133259"/>
          </a:xfrm>
          <a:prstGeom prst="rect">
            <a:avLst/>
          </a:prstGeom>
        </p:spPr>
      </p:pic>
      <p:pic>
        <p:nvPicPr>
          <p:cNvPr id="540" name="그림 539">
            <a:extLst>
              <a:ext uri="{FF2B5EF4-FFF2-40B4-BE49-F238E27FC236}">
                <a16:creationId xmlns:a16="http://schemas.microsoft.com/office/drawing/2014/main" id="{6A75FC90-6C0A-4BCF-B827-26344A978F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8392" y="2832605"/>
            <a:ext cx="168502" cy="147763"/>
          </a:xfrm>
          <a:prstGeom prst="rect">
            <a:avLst/>
          </a:prstGeom>
        </p:spPr>
      </p:pic>
      <p:pic>
        <p:nvPicPr>
          <p:cNvPr id="541" name="그림 540">
            <a:extLst>
              <a:ext uri="{FF2B5EF4-FFF2-40B4-BE49-F238E27FC236}">
                <a16:creationId xmlns:a16="http://schemas.microsoft.com/office/drawing/2014/main" id="{8C1B0BBF-EC41-49CF-9A3A-60889A971A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9313" y="2242148"/>
            <a:ext cx="168502" cy="147763"/>
          </a:xfrm>
          <a:prstGeom prst="rect">
            <a:avLst/>
          </a:prstGeom>
        </p:spPr>
      </p:pic>
      <p:pic>
        <p:nvPicPr>
          <p:cNvPr id="542" name="그림 541">
            <a:extLst>
              <a:ext uri="{FF2B5EF4-FFF2-40B4-BE49-F238E27FC236}">
                <a16:creationId xmlns:a16="http://schemas.microsoft.com/office/drawing/2014/main" id="{E054577A-9D24-4306-A2A7-4B3D97E161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2737" y="2422563"/>
            <a:ext cx="151961" cy="133259"/>
          </a:xfrm>
          <a:prstGeom prst="rect">
            <a:avLst/>
          </a:prstGeom>
        </p:spPr>
      </p:pic>
      <p:pic>
        <p:nvPicPr>
          <p:cNvPr id="543" name="그림 542">
            <a:extLst>
              <a:ext uri="{FF2B5EF4-FFF2-40B4-BE49-F238E27FC236}">
                <a16:creationId xmlns:a16="http://schemas.microsoft.com/office/drawing/2014/main" id="{3D614D94-5531-4718-BFF1-8511678E95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4170" y="2155240"/>
            <a:ext cx="168502" cy="147763"/>
          </a:xfrm>
          <a:prstGeom prst="rect">
            <a:avLst/>
          </a:prstGeom>
        </p:spPr>
      </p:pic>
      <p:pic>
        <p:nvPicPr>
          <p:cNvPr id="544" name="그림 543">
            <a:extLst>
              <a:ext uri="{FF2B5EF4-FFF2-40B4-BE49-F238E27FC236}">
                <a16:creationId xmlns:a16="http://schemas.microsoft.com/office/drawing/2014/main" id="{5514FD39-2789-4D0B-AC3B-1784DD8F0E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957" y="3758712"/>
            <a:ext cx="168502" cy="147763"/>
          </a:xfrm>
          <a:prstGeom prst="rect">
            <a:avLst/>
          </a:prstGeom>
        </p:spPr>
      </p:pic>
      <p:pic>
        <p:nvPicPr>
          <p:cNvPr id="545" name="그림 544">
            <a:extLst>
              <a:ext uri="{FF2B5EF4-FFF2-40B4-BE49-F238E27FC236}">
                <a16:creationId xmlns:a16="http://schemas.microsoft.com/office/drawing/2014/main" id="{71730B3B-037C-42DA-A78F-519B82EBFE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189" y="3823698"/>
            <a:ext cx="168502" cy="147763"/>
          </a:xfrm>
          <a:prstGeom prst="rect">
            <a:avLst/>
          </a:prstGeom>
        </p:spPr>
      </p:pic>
      <p:pic>
        <p:nvPicPr>
          <p:cNvPr id="546" name="그림 545">
            <a:extLst>
              <a:ext uri="{FF2B5EF4-FFF2-40B4-BE49-F238E27FC236}">
                <a16:creationId xmlns:a16="http://schemas.microsoft.com/office/drawing/2014/main" id="{0091D6AD-FE18-4352-8460-3332ED7E82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5498" y="5037913"/>
            <a:ext cx="168502" cy="147763"/>
          </a:xfrm>
          <a:prstGeom prst="rect">
            <a:avLst/>
          </a:prstGeom>
        </p:spPr>
      </p:pic>
      <p:pic>
        <p:nvPicPr>
          <p:cNvPr id="547" name="그림 546">
            <a:extLst>
              <a:ext uri="{FF2B5EF4-FFF2-40B4-BE49-F238E27FC236}">
                <a16:creationId xmlns:a16="http://schemas.microsoft.com/office/drawing/2014/main" id="{5822418C-B6B5-448A-9E4F-5414F1DBFE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0730" y="5102899"/>
            <a:ext cx="168502" cy="147763"/>
          </a:xfrm>
          <a:prstGeom prst="rect">
            <a:avLst/>
          </a:prstGeom>
        </p:spPr>
      </p:pic>
      <p:grpSp>
        <p:nvGrpSpPr>
          <p:cNvPr id="548" name="그룹 547">
            <a:extLst>
              <a:ext uri="{FF2B5EF4-FFF2-40B4-BE49-F238E27FC236}">
                <a16:creationId xmlns:a16="http://schemas.microsoft.com/office/drawing/2014/main" id="{02C9A264-1DAE-4B8E-8B88-869DA1967B78}"/>
              </a:ext>
            </a:extLst>
          </p:cNvPr>
          <p:cNvGrpSpPr/>
          <p:nvPr/>
        </p:nvGrpSpPr>
        <p:grpSpPr>
          <a:xfrm>
            <a:off x="4990428" y="2812537"/>
            <a:ext cx="1443813" cy="2636413"/>
            <a:chOff x="1303286" y="2750228"/>
            <a:chExt cx="1710249" cy="3122927"/>
          </a:xfrm>
        </p:grpSpPr>
        <p:sp>
          <p:nvSpPr>
            <p:cNvPr id="549" name="사각형: 둥근 모서리 548">
              <a:extLst>
                <a:ext uri="{FF2B5EF4-FFF2-40B4-BE49-F238E27FC236}">
                  <a16:creationId xmlns:a16="http://schemas.microsoft.com/office/drawing/2014/main" id="{3FB8E18A-7B71-46C8-99D4-CEF28C1B028D}"/>
                </a:ext>
              </a:extLst>
            </p:cNvPr>
            <p:cNvSpPr/>
            <p:nvPr/>
          </p:nvSpPr>
          <p:spPr>
            <a:xfrm>
              <a:off x="1365976" y="2831283"/>
              <a:ext cx="285894" cy="335480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550" name="사각형: 둥근 모서리 549">
              <a:extLst>
                <a:ext uri="{FF2B5EF4-FFF2-40B4-BE49-F238E27FC236}">
                  <a16:creationId xmlns:a16="http://schemas.microsoft.com/office/drawing/2014/main" id="{D6F0BB07-43BD-453D-BC34-7D4E778BF43C}"/>
                </a:ext>
              </a:extLst>
            </p:cNvPr>
            <p:cNvSpPr/>
            <p:nvPr/>
          </p:nvSpPr>
          <p:spPr>
            <a:xfrm>
              <a:off x="1362868" y="3200658"/>
              <a:ext cx="285894" cy="363147"/>
            </a:xfrm>
            <a:prstGeom prst="roundRect">
              <a:avLst/>
            </a:prstGeom>
            <a:solidFill>
              <a:srgbClr val="EE770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551" name="사각형: 둥근 모서리 550">
              <a:extLst>
                <a:ext uri="{FF2B5EF4-FFF2-40B4-BE49-F238E27FC236}">
                  <a16:creationId xmlns:a16="http://schemas.microsoft.com/office/drawing/2014/main" id="{28B6ED4E-C18F-40C6-9111-90A88656C55C}"/>
                </a:ext>
              </a:extLst>
            </p:cNvPr>
            <p:cNvSpPr/>
            <p:nvPr/>
          </p:nvSpPr>
          <p:spPr>
            <a:xfrm>
              <a:off x="2644614" y="2831283"/>
              <a:ext cx="285894" cy="149495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552" name="사각형: 둥근 모서리 551">
              <a:extLst>
                <a:ext uri="{FF2B5EF4-FFF2-40B4-BE49-F238E27FC236}">
                  <a16:creationId xmlns:a16="http://schemas.microsoft.com/office/drawing/2014/main" id="{AF2EDD57-4BE5-46ED-BBBC-B7329BC8AA28}"/>
                </a:ext>
              </a:extLst>
            </p:cNvPr>
            <p:cNvSpPr/>
            <p:nvPr/>
          </p:nvSpPr>
          <p:spPr>
            <a:xfrm>
              <a:off x="2005000" y="2831283"/>
              <a:ext cx="285894" cy="149495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553" name="사각형: 둥근 모서리 552">
              <a:extLst>
                <a:ext uri="{FF2B5EF4-FFF2-40B4-BE49-F238E27FC236}">
                  <a16:creationId xmlns:a16="http://schemas.microsoft.com/office/drawing/2014/main" id="{79AD58B8-824A-4E23-A300-C7EC426498DE}"/>
                </a:ext>
              </a:extLst>
            </p:cNvPr>
            <p:cNvSpPr/>
            <p:nvPr/>
          </p:nvSpPr>
          <p:spPr>
            <a:xfrm>
              <a:off x="1327412" y="5342790"/>
              <a:ext cx="1641072" cy="494087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/>
            </a:p>
          </p:txBody>
        </p:sp>
        <p:pic>
          <p:nvPicPr>
            <p:cNvPr id="554" name="그림 553">
              <a:extLst>
                <a:ext uri="{FF2B5EF4-FFF2-40B4-BE49-F238E27FC236}">
                  <a16:creationId xmlns:a16="http://schemas.microsoft.com/office/drawing/2014/main" id="{0AD891E4-545F-473B-97AE-C1720F345B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1198" y="2836596"/>
              <a:ext cx="198024" cy="237716"/>
            </a:xfrm>
            <a:prstGeom prst="rect">
              <a:avLst/>
            </a:prstGeom>
          </p:spPr>
        </p:pic>
        <p:sp>
          <p:nvSpPr>
            <p:cNvPr id="555" name="사각형: 둥근 모서리 554">
              <a:extLst>
                <a:ext uri="{FF2B5EF4-FFF2-40B4-BE49-F238E27FC236}">
                  <a16:creationId xmlns:a16="http://schemas.microsoft.com/office/drawing/2014/main" id="{15D772CF-83C9-484A-916C-30C0E3948B43}"/>
                </a:ext>
              </a:extLst>
            </p:cNvPr>
            <p:cNvSpPr/>
            <p:nvPr/>
          </p:nvSpPr>
          <p:spPr>
            <a:xfrm>
              <a:off x="1327412" y="5337837"/>
              <a:ext cx="1641072" cy="137325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/>
            </a:p>
          </p:txBody>
        </p:sp>
        <p:grpSp>
          <p:nvGrpSpPr>
            <p:cNvPr id="556" name="그룹 555">
              <a:extLst>
                <a:ext uri="{FF2B5EF4-FFF2-40B4-BE49-F238E27FC236}">
                  <a16:creationId xmlns:a16="http://schemas.microsoft.com/office/drawing/2014/main" id="{2773D611-B3A3-4725-9328-46DB6B79D2F0}"/>
                </a:ext>
              </a:extLst>
            </p:cNvPr>
            <p:cNvGrpSpPr/>
            <p:nvPr/>
          </p:nvGrpSpPr>
          <p:grpSpPr>
            <a:xfrm>
              <a:off x="1350492" y="5354332"/>
              <a:ext cx="298271" cy="104335"/>
              <a:chOff x="5671221" y="5337754"/>
              <a:chExt cx="449300" cy="153348"/>
            </a:xfrm>
          </p:grpSpPr>
          <p:grpSp>
            <p:nvGrpSpPr>
              <p:cNvPr id="636" name="그룹 635">
                <a:extLst>
                  <a:ext uri="{FF2B5EF4-FFF2-40B4-BE49-F238E27FC236}">
                    <a16:creationId xmlns:a16="http://schemas.microsoft.com/office/drawing/2014/main" id="{0B058D01-E37A-48CB-BE14-5A99BF87DCFC}"/>
                  </a:ext>
                </a:extLst>
              </p:cNvPr>
              <p:cNvGrpSpPr/>
              <p:nvPr/>
            </p:nvGrpSpPr>
            <p:grpSpPr>
              <a:xfrm>
                <a:off x="5694058" y="5343182"/>
                <a:ext cx="426463" cy="142494"/>
                <a:chOff x="5645144" y="3140870"/>
                <a:chExt cx="249768" cy="110534"/>
              </a:xfrm>
            </p:grpSpPr>
            <p:sp>
              <p:nvSpPr>
                <p:cNvPr id="638" name="사각형: 둥근 모서리 637">
                  <a:extLst>
                    <a:ext uri="{FF2B5EF4-FFF2-40B4-BE49-F238E27FC236}">
                      <a16:creationId xmlns:a16="http://schemas.microsoft.com/office/drawing/2014/main" id="{FCC4ECB4-F7E4-47DE-986A-0A4DEB3D10BD}"/>
                    </a:ext>
                  </a:extLst>
                </p:cNvPr>
                <p:cNvSpPr/>
                <p:nvPr/>
              </p:nvSpPr>
              <p:spPr>
                <a:xfrm>
                  <a:off x="5645144" y="3140870"/>
                  <a:ext cx="249768" cy="110534"/>
                </a:xfrm>
                <a:prstGeom prst="roundRect">
                  <a:avLst/>
                </a:prstGeom>
                <a:solidFill>
                  <a:srgbClr val="1A0C2F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  <p:sp>
              <p:nvSpPr>
                <p:cNvPr id="639" name="사각형: 둥근 모서리 638">
                  <a:extLst>
                    <a:ext uri="{FF2B5EF4-FFF2-40B4-BE49-F238E27FC236}">
                      <a16:creationId xmlns:a16="http://schemas.microsoft.com/office/drawing/2014/main" id="{32B3CC26-7B53-4587-88C0-80C4B7D96173}"/>
                    </a:ext>
                  </a:extLst>
                </p:cNvPr>
                <p:cNvSpPr/>
                <p:nvPr/>
              </p:nvSpPr>
              <p:spPr>
                <a:xfrm>
                  <a:off x="5645144" y="3140870"/>
                  <a:ext cx="170235" cy="110534"/>
                </a:xfrm>
                <a:prstGeom prst="roundRect">
                  <a:avLst/>
                </a:prstGeom>
                <a:solidFill>
                  <a:srgbClr val="00B0F0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</p:grpSp>
          <p:pic>
            <p:nvPicPr>
              <p:cNvPr id="637" name="그림 636">
                <a:extLst>
                  <a:ext uri="{FF2B5EF4-FFF2-40B4-BE49-F238E27FC236}">
                    <a16:creationId xmlns:a16="http://schemas.microsoft.com/office/drawing/2014/main" id="{F53ED61F-CD60-462F-87E7-948EAFB7A3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671221" y="5337754"/>
                <a:ext cx="174868" cy="153348"/>
              </a:xfrm>
              <a:prstGeom prst="rect">
                <a:avLst/>
              </a:prstGeom>
            </p:spPr>
          </p:pic>
        </p:grpSp>
        <p:grpSp>
          <p:nvGrpSpPr>
            <p:cNvPr id="557" name="그룹 556">
              <a:extLst>
                <a:ext uri="{FF2B5EF4-FFF2-40B4-BE49-F238E27FC236}">
                  <a16:creationId xmlns:a16="http://schemas.microsoft.com/office/drawing/2014/main" id="{AB3C4C0A-1D1B-46F9-8F61-7A7740A617DF}"/>
                </a:ext>
              </a:extLst>
            </p:cNvPr>
            <p:cNvGrpSpPr/>
            <p:nvPr/>
          </p:nvGrpSpPr>
          <p:grpSpPr>
            <a:xfrm>
              <a:off x="1674022" y="5354332"/>
              <a:ext cx="298271" cy="104335"/>
              <a:chOff x="6136251" y="5337754"/>
              <a:chExt cx="449300" cy="153348"/>
            </a:xfrm>
          </p:grpSpPr>
          <p:grpSp>
            <p:nvGrpSpPr>
              <p:cNvPr id="592" name="그룹 591">
                <a:extLst>
                  <a:ext uri="{FF2B5EF4-FFF2-40B4-BE49-F238E27FC236}">
                    <a16:creationId xmlns:a16="http://schemas.microsoft.com/office/drawing/2014/main" id="{1C50962E-7396-4C89-B8DD-04E2F488C1F7}"/>
                  </a:ext>
                </a:extLst>
              </p:cNvPr>
              <p:cNvGrpSpPr/>
              <p:nvPr/>
            </p:nvGrpSpPr>
            <p:grpSpPr>
              <a:xfrm>
                <a:off x="6159088" y="5343182"/>
                <a:ext cx="426463" cy="142494"/>
                <a:chOff x="5645144" y="3140870"/>
                <a:chExt cx="249768" cy="110534"/>
              </a:xfrm>
            </p:grpSpPr>
            <p:sp>
              <p:nvSpPr>
                <p:cNvPr id="632" name="사각형: 둥근 모서리 631">
                  <a:extLst>
                    <a:ext uri="{FF2B5EF4-FFF2-40B4-BE49-F238E27FC236}">
                      <a16:creationId xmlns:a16="http://schemas.microsoft.com/office/drawing/2014/main" id="{DB50025E-7220-441C-BE48-7DA590716641}"/>
                    </a:ext>
                  </a:extLst>
                </p:cNvPr>
                <p:cNvSpPr/>
                <p:nvPr/>
              </p:nvSpPr>
              <p:spPr>
                <a:xfrm>
                  <a:off x="5645144" y="3140870"/>
                  <a:ext cx="249768" cy="110534"/>
                </a:xfrm>
                <a:prstGeom prst="roundRect">
                  <a:avLst/>
                </a:prstGeom>
                <a:solidFill>
                  <a:srgbClr val="1A0C2F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  <p:sp>
              <p:nvSpPr>
                <p:cNvPr id="633" name="사각형: 둥근 모서리 632">
                  <a:extLst>
                    <a:ext uri="{FF2B5EF4-FFF2-40B4-BE49-F238E27FC236}">
                      <a16:creationId xmlns:a16="http://schemas.microsoft.com/office/drawing/2014/main" id="{43A44BB9-C14F-4F2E-8BFD-50DEC0EC932F}"/>
                    </a:ext>
                  </a:extLst>
                </p:cNvPr>
                <p:cNvSpPr/>
                <p:nvPr/>
              </p:nvSpPr>
              <p:spPr>
                <a:xfrm>
                  <a:off x="5645144" y="3140870"/>
                  <a:ext cx="170235" cy="110534"/>
                </a:xfrm>
                <a:prstGeom prst="roundRect">
                  <a:avLst/>
                </a:prstGeom>
                <a:solidFill>
                  <a:srgbClr val="00B0F0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</p:grpSp>
          <p:pic>
            <p:nvPicPr>
              <p:cNvPr id="631" name="그림 630">
                <a:extLst>
                  <a:ext uri="{FF2B5EF4-FFF2-40B4-BE49-F238E27FC236}">
                    <a16:creationId xmlns:a16="http://schemas.microsoft.com/office/drawing/2014/main" id="{08B9A407-204A-4145-92FF-8636EE9230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36251" y="5337754"/>
                <a:ext cx="174868" cy="153348"/>
              </a:xfrm>
              <a:prstGeom prst="rect">
                <a:avLst/>
              </a:prstGeom>
            </p:spPr>
          </p:pic>
        </p:grpSp>
        <p:grpSp>
          <p:nvGrpSpPr>
            <p:cNvPr id="558" name="그룹 557">
              <a:extLst>
                <a:ext uri="{FF2B5EF4-FFF2-40B4-BE49-F238E27FC236}">
                  <a16:creationId xmlns:a16="http://schemas.microsoft.com/office/drawing/2014/main" id="{8DBF9287-DF8A-40A9-8FCB-0D7CB1BCA3D2}"/>
                </a:ext>
              </a:extLst>
            </p:cNvPr>
            <p:cNvGrpSpPr/>
            <p:nvPr/>
          </p:nvGrpSpPr>
          <p:grpSpPr>
            <a:xfrm>
              <a:off x="1997553" y="5354332"/>
              <a:ext cx="298271" cy="104335"/>
              <a:chOff x="6601281" y="5337754"/>
              <a:chExt cx="449300" cy="153348"/>
            </a:xfrm>
          </p:grpSpPr>
          <p:grpSp>
            <p:nvGrpSpPr>
              <p:cNvPr id="581" name="그룹 580">
                <a:extLst>
                  <a:ext uri="{FF2B5EF4-FFF2-40B4-BE49-F238E27FC236}">
                    <a16:creationId xmlns:a16="http://schemas.microsoft.com/office/drawing/2014/main" id="{4C2D7EA8-BFFB-481D-81D1-29731FB41CC1}"/>
                  </a:ext>
                </a:extLst>
              </p:cNvPr>
              <p:cNvGrpSpPr/>
              <p:nvPr/>
            </p:nvGrpSpPr>
            <p:grpSpPr>
              <a:xfrm>
                <a:off x="6624118" y="5343182"/>
                <a:ext cx="426463" cy="142494"/>
                <a:chOff x="5645144" y="3140870"/>
                <a:chExt cx="249768" cy="110534"/>
              </a:xfrm>
            </p:grpSpPr>
            <p:sp>
              <p:nvSpPr>
                <p:cNvPr id="583" name="사각형: 둥근 모서리 582">
                  <a:extLst>
                    <a:ext uri="{FF2B5EF4-FFF2-40B4-BE49-F238E27FC236}">
                      <a16:creationId xmlns:a16="http://schemas.microsoft.com/office/drawing/2014/main" id="{212CC8AB-204A-4F3C-A702-965E8AFC5669}"/>
                    </a:ext>
                  </a:extLst>
                </p:cNvPr>
                <p:cNvSpPr/>
                <p:nvPr/>
              </p:nvSpPr>
              <p:spPr>
                <a:xfrm>
                  <a:off x="5645144" y="3140870"/>
                  <a:ext cx="249768" cy="110534"/>
                </a:xfrm>
                <a:prstGeom prst="roundRect">
                  <a:avLst/>
                </a:prstGeom>
                <a:solidFill>
                  <a:srgbClr val="1A0C2F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  <p:sp>
              <p:nvSpPr>
                <p:cNvPr id="584" name="사각형: 둥근 모서리 583">
                  <a:extLst>
                    <a:ext uri="{FF2B5EF4-FFF2-40B4-BE49-F238E27FC236}">
                      <a16:creationId xmlns:a16="http://schemas.microsoft.com/office/drawing/2014/main" id="{7A90DC2F-8ED8-4C19-AB7B-4A0F36B0AC7D}"/>
                    </a:ext>
                  </a:extLst>
                </p:cNvPr>
                <p:cNvSpPr/>
                <p:nvPr/>
              </p:nvSpPr>
              <p:spPr>
                <a:xfrm>
                  <a:off x="5645145" y="3140870"/>
                  <a:ext cx="100989" cy="110534"/>
                </a:xfrm>
                <a:prstGeom prst="roundRect">
                  <a:avLst/>
                </a:prstGeom>
                <a:solidFill>
                  <a:srgbClr val="00B0F0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</p:grpSp>
          <p:pic>
            <p:nvPicPr>
              <p:cNvPr id="582" name="그림 581">
                <a:extLst>
                  <a:ext uri="{FF2B5EF4-FFF2-40B4-BE49-F238E27FC236}">
                    <a16:creationId xmlns:a16="http://schemas.microsoft.com/office/drawing/2014/main" id="{1BAC9F84-B02F-4943-85F4-BA91EC0892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601281" y="5337754"/>
                <a:ext cx="174868" cy="153348"/>
              </a:xfrm>
              <a:prstGeom prst="rect">
                <a:avLst/>
              </a:prstGeom>
            </p:spPr>
          </p:pic>
        </p:grpSp>
        <p:grpSp>
          <p:nvGrpSpPr>
            <p:cNvPr id="559" name="그룹 558">
              <a:extLst>
                <a:ext uri="{FF2B5EF4-FFF2-40B4-BE49-F238E27FC236}">
                  <a16:creationId xmlns:a16="http://schemas.microsoft.com/office/drawing/2014/main" id="{48E034A2-3CFF-480B-9629-E963C97F5D10}"/>
                </a:ext>
              </a:extLst>
            </p:cNvPr>
            <p:cNvGrpSpPr/>
            <p:nvPr/>
          </p:nvGrpSpPr>
          <p:grpSpPr>
            <a:xfrm>
              <a:off x="2321083" y="5354332"/>
              <a:ext cx="298272" cy="104335"/>
              <a:chOff x="7066312" y="5337754"/>
              <a:chExt cx="449302" cy="153348"/>
            </a:xfrm>
          </p:grpSpPr>
          <p:grpSp>
            <p:nvGrpSpPr>
              <p:cNvPr id="577" name="그룹 576">
                <a:extLst>
                  <a:ext uri="{FF2B5EF4-FFF2-40B4-BE49-F238E27FC236}">
                    <a16:creationId xmlns:a16="http://schemas.microsoft.com/office/drawing/2014/main" id="{C54221D1-B3A6-41A5-A0C8-6A9FDE8D6D7D}"/>
                  </a:ext>
                </a:extLst>
              </p:cNvPr>
              <p:cNvGrpSpPr/>
              <p:nvPr/>
            </p:nvGrpSpPr>
            <p:grpSpPr>
              <a:xfrm>
                <a:off x="7089150" y="5343182"/>
                <a:ext cx="426464" cy="142494"/>
                <a:chOff x="5645143" y="3140870"/>
                <a:chExt cx="249769" cy="110534"/>
              </a:xfrm>
            </p:grpSpPr>
            <p:sp>
              <p:nvSpPr>
                <p:cNvPr id="579" name="사각형: 둥근 모서리 578">
                  <a:extLst>
                    <a:ext uri="{FF2B5EF4-FFF2-40B4-BE49-F238E27FC236}">
                      <a16:creationId xmlns:a16="http://schemas.microsoft.com/office/drawing/2014/main" id="{E97385C2-3133-493B-AAA3-FB8F39C55F25}"/>
                    </a:ext>
                  </a:extLst>
                </p:cNvPr>
                <p:cNvSpPr/>
                <p:nvPr/>
              </p:nvSpPr>
              <p:spPr>
                <a:xfrm>
                  <a:off x="5645144" y="3140870"/>
                  <a:ext cx="249768" cy="110534"/>
                </a:xfrm>
                <a:prstGeom prst="roundRect">
                  <a:avLst/>
                </a:prstGeom>
                <a:solidFill>
                  <a:srgbClr val="1A0C2F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  <p:sp>
              <p:nvSpPr>
                <p:cNvPr id="580" name="사각형: 둥근 모서리 579">
                  <a:extLst>
                    <a:ext uri="{FF2B5EF4-FFF2-40B4-BE49-F238E27FC236}">
                      <a16:creationId xmlns:a16="http://schemas.microsoft.com/office/drawing/2014/main" id="{D8972F83-1F66-4A37-A28A-A0EE0069C241}"/>
                    </a:ext>
                  </a:extLst>
                </p:cNvPr>
                <p:cNvSpPr/>
                <p:nvPr/>
              </p:nvSpPr>
              <p:spPr>
                <a:xfrm>
                  <a:off x="5645143" y="3140870"/>
                  <a:ext cx="247306" cy="110534"/>
                </a:xfrm>
                <a:prstGeom prst="roundRect">
                  <a:avLst/>
                </a:prstGeom>
                <a:solidFill>
                  <a:srgbClr val="00B0F0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</p:grpSp>
          <p:pic>
            <p:nvPicPr>
              <p:cNvPr id="578" name="그림 577">
                <a:extLst>
                  <a:ext uri="{FF2B5EF4-FFF2-40B4-BE49-F238E27FC236}">
                    <a16:creationId xmlns:a16="http://schemas.microsoft.com/office/drawing/2014/main" id="{4A1E5907-AFF6-4E59-A04F-DF030A6E1A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066312" y="5337754"/>
                <a:ext cx="174868" cy="153348"/>
              </a:xfrm>
              <a:prstGeom prst="rect">
                <a:avLst/>
              </a:prstGeom>
            </p:spPr>
          </p:pic>
        </p:grpSp>
        <p:grpSp>
          <p:nvGrpSpPr>
            <p:cNvPr id="560" name="그룹 559">
              <a:extLst>
                <a:ext uri="{FF2B5EF4-FFF2-40B4-BE49-F238E27FC236}">
                  <a16:creationId xmlns:a16="http://schemas.microsoft.com/office/drawing/2014/main" id="{0EBA9B2E-CFB5-496E-8C0E-B430CD5DA47F}"/>
                </a:ext>
              </a:extLst>
            </p:cNvPr>
            <p:cNvGrpSpPr/>
            <p:nvPr/>
          </p:nvGrpSpPr>
          <p:grpSpPr>
            <a:xfrm>
              <a:off x="2644614" y="5354332"/>
              <a:ext cx="298270" cy="104335"/>
              <a:chOff x="7531343" y="5337754"/>
              <a:chExt cx="449299" cy="153348"/>
            </a:xfrm>
          </p:grpSpPr>
          <p:grpSp>
            <p:nvGrpSpPr>
              <p:cNvPr id="573" name="그룹 572">
                <a:extLst>
                  <a:ext uri="{FF2B5EF4-FFF2-40B4-BE49-F238E27FC236}">
                    <a16:creationId xmlns:a16="http://schemas.microsoft.com/office/drawing/2014/main" id="{3C41A98F-361E-4F49-96DD-B089D6318705}"/>
                  </a:ext>
                </a:extLst>
              </p:cNvPr>
              <p:cNvGrpSpPr/>
              <p:nvPr/>
            </p:nvGrpSpPr>
            <p:grpSpPr>
              <a:xfrm>
                <a:off x="7554179" y="5343182"/>
                <a:ext cx="426463" cy="142494"/>
                <a:chOff x="5645144" y="3140870"/>
                <a:chExt cx="249768" cy="110534"/>
              </a:xfrm>
            </p:grpSpPr>
            <p:sp>
              <p:nvSpPr>
                <p:cNvPr id="575" name="사각형: 둥근 모서리 574">
                  <a:extLst>
                    <a:ext uri="{FF2B5EF4-FFF2-40B4-BE49-F238E27FC236}">
                      <a16:creationId xmlns:a16="http://schemas.microsoft.com/office/drawing/2014/main" id="{D11B300F-1C74-4443-82D4-31E2C6FF41D9}"/>
                    </a:ext>
                  </a:extLst>
                </p:cNvPr>
                <p:cNvSpPr/>
                <p:nvPr/>
              </p:nvSpPr>
              <p:spPr>
                <a:xfrm>
                  <a:off x="5645144" y="3140870"/>
                  <a:ext cx="249768" cy="110534"/>
                </a:xfrm>
                <a:prstGeom prst="roundRect">
                  <a:avLst/>
                </a:prstGeom>
                <a:solidFill>
                  <a:srgbClr val="1A0C2F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  <p:sp>
              <p:nvSpPr>
                <p:cNvPr id="576" name="사각형: 둥근 모서리 575">
                  <a:extLst>
                    <a:ext uri="{FF2B5EF4-FFF2-40B4-BE49-F238E27FC236}">
                      <a16:creationId xmlns:a16="http://schemas.microsoft.com/office/drawing/2014/main" id="{BA6F3002-2134-45A0-AED3-9FFD0D47264E}"/>
                    </a:ext>
                  </a:extLst>
                </p:cNvPr>
                <p:cNvSpPr/>
                <p:nvPr/>
              </p:nvSpPr>
              <p:spPr>
                <a:xfrm>
                  <a:off x="5645144" y="3140870"/>
                  <a:ext cx="249768" cy="110534"/>
                </a:xfrm>
                <a:prstGeom prst="roundRect">
                  <a:avLst/>
                </a:prstGeom>
                <a:solidFill>
                  <a:srgbClr val="00B0F0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</p:grpSp>
          <p:pic>
            <p:nvPicPr>
              <p:cNvPr id="574" name="그림 573">
                <a:extLst>
                  <a:ext uri="{FF2B5EF4-FFF2-40B4-BE49-F238E27FC236}">
                    <a16:creationId xmlns:a16="http://schemas.microsoft.com/office/drawing/2014/main" id="{02621CD9-2628-45DF-AE8D-C9CAEEF83A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531343" y="5337754"/>
                <a:ext cx="174868" cy="153348"/>
              </a:xfrm>
              <a:prstGeom prst="rect">
                <a:avLst/>
              </a:prstGeom>
            </p:spPr>
          </p:pic>
        </p:grpSp>
        <p:pic>
          <p:nvPicPr>
            <p:cNvPr id="561" name="그림 560">
              <a:extLst>
                <a:ext uri="{FF2B5EF4-FFF2-40B4-BE49-F238E27FC236}">
                  <a16:creationId xmlns:a16="http://schemas.microsoft.com/office/drawing/2014/main" id="{CA91F42B-BA7C-4CC1-977A-56B3C05001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69424" y="4056245"/>
              <a:ext cx="255605" cy="306837"/>
            </a:xfrm>
            <a:prstGeom prst="rect">
              <a:avLst/>
            </a:prstGeom>
          </p:spPr>
        </p:pic>
        <p:sp>
          <p:nvSpPr>
            <p:cNvPr id="562" name="TextBox 561">
              <a:extLst>
                <a:ext uri="{FF2B5EF4-FFF2-40B4-BE49-F238E27FC236}">
                  <a16:creationId xmlns:a16="http://schemas.microsoft.com/office/drawing/2014/main" id="{2C87064C-3D50-4B18-97B3-0B5BC86690FB}"/>
                </a:ext>
              </a:extLst>
            </p:cNvPr>
            <p:cNvSpPr txBox="1"/>
            <p:nvPr/>
          </p:nvSpPr>
          <p:spPr>
            <a:xfrm>
              <a:off x="2349617" y="5352719"/>
              <a:ext cx="335348" cy="15388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r"/>
              <a:r>
                <a:rPr lang="en-US" altLang="ko-KR" sz="4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100%</a:t>
              </a:r>
              <a:endParaRPr lang="ko-KR" altLang="en-US" sz="4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563" name="TextBox 562">
              <a:extLst>
                <a:ext uri="{FF2B5EF4-FFF2-40B4-BE49-F238E27FC236}">
                  <a16:creationId xmlns:a16="http://schemas.microsoft.com/office/drawing/2014/main" id="{A78D841C-1698-4F7F-A2D3-0A63562D4344}"/>
                </a:ext>
              </a:extLst>
            </p:cNvPr>
            <p:cNvSpPr txBox="1"/>
            <p:nvPr/>
          </p:nvSpPr>
          <p:spPr>
            <a:xfrm>
              <a:off x="2678187" y="5352719"/>
              <a:ext cx="335348" cy="15388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r"/>
              <a:r>
                <a:rPr lang="en-US" altLang="ko-KR" sz="4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240%</a:t>
              </a:r>
              <a:endParaRPr lang="ko-KR" altLang="en-US" sz="4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564" name="TextBox 563">
              <a:extLst>
                <a:ext uri="{FF2B5EF4-FFF2-40B4-BE49-F238E27FC236}">
                  <a16:creationId xmlns:a16="http://schemas.microsoft.com/office/drawing/2014/main" id="{445A91A9-FF37-4FA2-9C09-20E8609E6F30}"/>
                </a:ext>
              </a:extLst>
            </p:cNvPr>
            <p:cNvSpPr txBox="1"/>
            <p:nvPr/>
          </p:nvSpPr>
          <p:spPr>
            <a:xfrm>
              <a:off x="1418366" y="5366842"/>
              <a:ext cx="301685" cy="1538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4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55%</a:t>
              </a:r>
              <a:endParaRPr lang="ko-KR" altLang="en-US" sz="4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565" name="TextBox 564">
              <a:extLst>
                <a:ext uri="{FF2B5EF4-FFF2-40B4-BE49-F238E27FC236}">
                  <a16:creationId xmlns:a16="http://schemas.microsoft.com/office/drawing/2014/main" id="{86F5BCFD-121B-4C7F-A5EB-6333CC3CDC2A}"/>
                </a:ext>
              </a:extLst>
            </p:cNvPr>
            <p:cNvSpPr txBox="1"/>
            <p:nvPr/>
          </p:nvSpPr>
          <p:spPr>
            <a:xfrm>
              <a:off x="1741071" y="5366842"/>
              <a:ext cx="301685" cy="1538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4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55%</a:t>
              </a:r>
              <a:endParaRPr lang="ko-KR" altLang="en-US" sz="4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566" name="TextBox 565">
              <a:extLst>
                <a:ext uri="{FF2B5EF4-FFF2-40B4-BE49-F238E27FC236}">
                  <a16:creationId xmlns:a16="http://schemas.microsoft.com/office/drawing/2014/main" id="{97946C07-A5E5-4A5D-B2DB-F67FF75AA0A1}"/>
                </a:ext>
              </a:extLst>
            </p:cNvPr>
            <p:cNvSpPr txBox="1"/>
            <p:nvPr/>
          </p:nvSpPr>
          <p:spPr>
            <a:xfrm>
              <a:off x="2049346" y="5366842"/>
              <a:ext cx="301685" cy="1538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4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10%</a:t>
              </a:r>
              <a:endParaRPr lang="ko-KR" altLang="en-US" sz="4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567" name="그룹 566">
              <a:extLst>
                <a:ext uri="{FF2B5EF4-FFF2-40B4-BE49-F238E27FC236}">
                  <a16:creationId xmlns:a16="http://schemas.microsoft.com/office/drawing/2014/main" id="{420B9EAC-E8D3-43E3-B2D5-FA5C35F321DF}"/>
                </a:ext>
              </a:extLst>
            </p:cNvPr>
            <p:cNvGrpSpPr/>
            <p:nvPr/>
          </p:nvGrpSpPr>
          <p:grpSpPr>
            <a:xfrm>
              <a:off x="1303286" y="2777124"/>
              <a:ext cx="1697861" cy="40422"/>
              <a:chOff x="5645144" y="3140870"/>
              <a:chExt cx="249768" cy="110534"/>
            </a:xfrm>
          </p:grpSpPr>
          <p:sp>
            <p:nvSpPr>
              <p:cNvPr id="571" name="사각형: 둥근 모서리 570">
                <a:extLst>
                  <a:ext uri="{FF2B5EF4-FFF2-40B4-BE49-F238E27FC236}">
                    <a16:creationId xmlns:a16="http://schemas.microsoft.com/office/drawing/2014/main" id="{692D4482-6B2C-48DA-AD15-97BA508ABE17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700" dirty="0"/>
              </a:p>
            </p:txBody>
          </p:sp>
          <p:sp>
            <p:nvSpPr>
              <p:cNvPr id="572" name="사각형: 둥근 모서리 571">
                <a:extLst>
                  <a:ext uri="{FF2B5EF4-FFF2-40B4-BE49-F238E27FC236}">
                    <a16:creationId xmlns:a16="http://schemas.microsoft.com/office/drawing/2014/main" id="{3893B42C-42EF-4121-9417-BF0E5550E859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700" dirty="0"/>
              </a:p>
            </p:txBody>
          </p:sp>
        </p:grpSp>
        <p:sp>
          <p:nvSpPr>
            <p:cNvPr id="568" name="TextBox 567">
              <a:extLst>
                <a:ext uri="{FF2B5EF4-FFF2-40B4-BE49-F238E27FC236}">
                  <a16:creationId xmlns:a16="http://schemas.microsoft.com/office/drawing/2014/main" id="{2C18D63E-32F0-4BEE-B213-E62A7B534EE0}"/>
                </a:ext>
              </a:extLst>
            </p:cNvPr>
            <p:cNvSpPr txBox="1"/>
            <p:nvPr/>
          </p:nvSpPr>
          <p:spPr>
            <a:xfrm>
              <a:off x="1359250" y="3027704"/>
              <a:ext cx="344966" cy="169277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r"/>
              <a:r>
                <a:rPr lang="en-US" altLang="ko-KR" sz="5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Lv. 1</a:t>
              </a:r>
              <a:endParaRPr lang="ko-KR" altLang="en-US" sz="5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pic>
          <p:nvPicPr>
            <p:cNvPr id="569" name="Picture 2" descr="돋보기 - 무료 도구 및기구개 아이콘">
              <a:extLst>
                <a:ext uri="{FF2B5EF4-FFF2-40B4-BE49-F238E27FC236}">
                  <a16:creationId xmlns:a16="http://schemas.microsoft.com/office/drawing/2014/main" id="{5A82C6CF-D4FF-47D0-8128-BCC460FF360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49832" y="3045270"/>
              <a:ext cx="121023" cy="124035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70" name="직사각형 569">
              <a:extLst>
                <a:ext uri="{FF2B5EF4-FFF2-40B4-BE49-F238E27FC236}">
                  <a16:creationId xmlns:a16="http://schemas.microsoft.com/office/drawing/2014/main" id="{E9576C53-2B1C-4EA1-A073-335A14888323}"/>
                </a:ext>
              </a:extLst>
            </p:cNvPr>
            <p:cNvSpPr/>
            <p:nvPr/>
          </p:nvSpPr>
          <p:spPr>
            <a:xfrm>
              <a:off x="1303286" y="2750228"/>
              <a:ext cx="1697862" cy="3122927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</p:grpSp>
      <p:sp>
        <p:nvSpPr>
          <p:cNvPr id="690" name="직사각형 689">
            <a:extLst>
              <a:ext uri="{FF2B5EF4-FFF2-40B4-BE49-F238E27FC236}">
                <a16:creationId xmlns:a16="http://schemas.microsoft.com/office/drawing/2014/main" id="{49283F5A-2D68-4BE1-875C-396A2A760975}"/>
              </a:ext>
            </a:extLst>
          </p:cNvPr>
          <p:cNvSpPr/>
          <p:nvPr/>
        </p:nvSpPr>
        <p:spPr>
          <a:xfrm>
            <a:off x="7471748" y="1586204"/>
            <a:ext cx="3622068" cy="437464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691" name="직사각형 690">
            <a:extLst>
              <a:ext uri="{FF2B5EF4-FFF2-40B4-BE49-F238E27FC236}">
                <a16:creationId xmlns:a16="http://schemas.microsoft.com/office/drawing/2014/main" id="{D48B4241-0A97-4DFD-BAD8-10ACE29E4FD9}"/>
              </a:ext>
            </a:extLst>
          </p:cNvPr>
          <p:cNvSpPr/>
          <p:nvPr/>
        </p:nvSpPr>
        <p:spPr>
          <a:xfrm>
            <a:off x="8067117" y="2026006"/>
            <a:ext cx="2431331" cy="3495039"/>
          </a:xfrm>
          <a:prstGeom prst="rect">
            <a:avLst/>
          </a:prstGeom>
          <a:solidFill>
            <a:srgbClr val="9CECB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pic>
        <p:nvPicPr>
          <p:cNvPr id="692" name="그림 691">
            <a:extLst>
              <a:ext uri="{FF2B5EF4-FFF2-40B4-BE49-F238E27FC236}">
                <a16:creationId xmlns:a16="http://schemas.microsoft.com/office/drawing/2014/main" id="{8DE58DB0-E2BA-447B-B260-8ED15A1532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882167" y="2239476"/>
            <a:ext cx="151961" cy="133259"/>
          </a:xfrm>
          <a:prstGeom prst="rect">
            <a:avLst/>
          </a:prstGeom>
        </p:spPr>
      </p:pic>
      <p:pic>
        <p:nvPicPr>
          <p:cNvPr id="693" name="그림 692">
            <a:extLst>
              <a:ext uri="{FF2B5EF4-FFF2-40B4-BE49-F238E27FC236}">
                <a16:creationId xmlns:a16="http://schemas.microsoft.com/office/drawing/2014/main" id="{FBD928F4-2541-43C9-B9E5-FD53826AA0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0532" y="3321009"/>
            <a:ext cx="151961" cy="133259"/>
          </a:xfrm>
          <a:prstGeom prst="rect">
            <a:avLst/>
          </a:prstGeom>
        </p:spPr>
      </p:pic>
      <p:pic>
        <p:nvPicPr>
          <p:cNvPr id="694" name="그림 693">
            <a:extLst>
              <a:ext uri="{FF2B5EF4-FFF2-40B4-BE49-F238E27FC236}">
                <a16:creationId xmlns:a16="http://schemas.microsoft.com/office/drawing/2014/main" id="{480C5F86-8683-4B7E-8CDD-9416F3C888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3895" y="4042033"/>
            <a:ext cx="168502" cy="147763"/>
          </a:xfrm>
          <a:prstGeom prst="rect">
            <a:avLst/>
          </a:prstGeom>
        </p:spPr>
      </p:pic>
      <p:pic>
        <p:nvPicPr>
          <p:cNvPr id="695" name="그림 694">
            <a:extLst>
              <a:ext uri="{FF2B5EF4-FFF2-40B4-BE49-F238E27FC236}">
                <a16:creationId xmlns:a16="http://schemas.microsoft.com/office/drawing/2014/main" id="{FABCDA5F-AEB5-4008-8E6D-89F715943B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9764" y="2177161"/>
            <a:ext cx="168502" cy="147763"/>
          </a:xfrm>
          <a:prstGeom prst="rect">
            <a:avLst/>
          </a:prstGeom>
        </p:spPr>
      </p:pic>
      <p:pic>
        <p:nvPicPr>
          <p:cNvPr id="696" name="그림 695">
            <a:extLst>
              <a:ext uri="{FF2B5EF4-FFF2-40B4-BE49-F238E27FC236}">
                <a16:creationId xmlns:a16="http://schemas.microsoft.com/office/drawing/2014/main" id="{00DD118A-EDED-4F24-A5E5-5480D39D27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2782" y="3758521"/>
            <a:ext cx="168502" cy="147763"/>
          </a:xfrm>
          <a:prstGeom prst="rect">
            <a:avLst/>
          </a:prstGeom>
        </p:spPr>
      </p:pic>
      <p:pic>
        <p:nvPicPr>
          <p:cNvPr id="697" name="그림 696">
            <a:extLst>
              <a:ext uri="{FF2B5EF4-FFF2-40B4-BE49-F238E27FC236}">
                <a16:creationId xmlns:a16="http://schemas.microsoft.com/office/drawing/2014/main" id="{6ADFB48D-25FB-48D1-932C-C0C7754EB5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624885" y="4236140"/>
            <a:ext cx="186387" cy="163447"/>
          </a:xfrm>
          <a:prstGeom prst="rect">
            <a:avLst/>
          </a:prstGeom>
        </p:spPr>
      </p:pic>
      <p:pic>
        <p:nvPicPr>
          <p:cNvPr id="698" name="그림 697">
            <a:extLst>
              <a:ext uri="{FF2B5EF4-FFF2-40B4-BE49-F238E27FC236}">
                <a16:creationId xmlns:a16="http://schemas.microsoft.com/office/drawing/2014/main" id="{DB75E049-26F2-4231-A281-2337B623A2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4117" y="2784045"/>
            <a:ext cx="168502" cy="147763"/>
          </a:xfrm>
          <a:prstGeom prst="rect">
            <a:avLst/>
          </a:prstGeom>
        </p:spPr>
      </p:pic>
      <p:pic>
        <p:nvPicPr>
          <p:cNvPr id="699" name="그림 698">
            <a:extLst>
              <a:ext uri="{FF2B5EF4-FFF2-40B4-BE49-F238E27FC236}">
                <a16:creationId xmlns:a16="http://schemas.microsoft.com/office/drawing/2014/main" id="{DB08B67E-E810-4782-BFE5-58BFC4F824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1521" y="4561336"/>
            <a:ext cx="168502" cy="147763"/>
          </a:xfrm>
          <a:prstGeom prst="rect">
            <a:avLst/>
          </a:prstGeom>
        </p:spPr>
      </p:pic>
      <p:pic>
        <p:nvPicPr>
          <p:cNvPr id="700" name="그림 699">
            <a:extLst>
              <a:ext uri="{FF2B5EF4-FFF2-40B4-BE49-F238E27FC236}">
                <a16:creationId xmlns:a16="http://schemas.microsoft.com/office/drawing/2014/main" id="{84ECB385-20F7-40A5-8D12-297F27F5D5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1965" y="3053686"/>
            <a:ext cx="168502" cy="147763"/>
          </a:xfrm>
          <a:prstGeom prst="rect">
            <a:avLst/>
          </a:prstGeom>
        </p:spPr>
      </p:pic>
      <p:pic>
        <p:nvPicPr>
          <p:cNvPr id="701" name="그림 700">
            <a:extLst>
              <a:ext uri="{FF2B5EF4-FFF2-40B4-BE49-F238E27FC236}">
                <a16:creationId xmlns:a16="http://schemas.microsoft.com/office/drawing/2014/main" id="{D513767E-C8F3-4784-9CF1-C1CB920611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6412" y="2506043"/>
            <a:ext cx="151961" cy="133259"/>
          </a:xfrm>
          <a:prstGeom prst="rect">
            <a:avLst/>
          </a:prstGeom>
        </p:spPr>
      </p:pic>
      <p:pic>
        <p:nvPicPr>
          <p:cNvPr id="702" name="그림 701">
            <a:extLst>
              <a:ext uri="{FF2B5EF4-FFF2-40B4-BE49-F238E27FC236}">
                <a16:creationId xmlns:a16="http://schemas.microsoft.com/office/drawing/2014/main" id="{01DF969E-C34F-43E4-A4E3-88221AE2DE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845" y="2238721"/>
            <a:ext cx="168502" cy="147763"/>
          </a:xfrm>
          <a:prstGeom prst="rect">
            <a:avLst/>
          </a:prstGeom>
        </p:spPr>
      </p:pic>
      <p:pic>
        <p:nvPicPr>
          <p:cNvPr id="703" name="그림 702">
            <a:extLst>
              <a:ext uri="{FF2B5EF4-FFF2-40B4-BE49-F238E27FC236}">
                <a16:creationId xmlns:a16="http://schemas.microsoft.com/office/drawing/2014/main" id="{1EC03D4E-9A8F-4C85-B05B-4C91159799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6706" y="4337810"/>
            <a:ext cx="151961" cy="133259"/>
          </a:xfrm>
          <a:prstGeom prst="rect">
            <a:avLst/>
          </a:prstGeom>
        </p:spPr>
      </p:pic>
      <p:pic>
        <p:nvPicPr>
          <p:cNvPr id="704" name="그림 703">
            <a:extLst>
              <a:ext uri="{FF2B5EF4-FFF2-40B4-BE49-F238E27FC236}">
                <a16:creationId xmlns:a16="http://schemas.microsoft.com/office/drawing/2014/main" id="{ABB0D2C0-2E7E-43E6-8C03-9689DA48BA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069" y="5058835"/>
            <a:ext cx="168502" cy="147763"/>
          </a:xfrm>
          <a:prstGeom prst="rect">
            <a:avLst/>
          </a:prstGeom>
        </p:spPr>
      </p:pic>
      <p:pic>
        <p:nvPicPr>
          <p:cNvPr id="705" name="그림 704">
            <a:extLst>
              <a:ext uri="{FF2B5EF4-FFF2-40B4-BE49-F238E27FC236}">
                <a16:creationId xmlns:a16="http://schemas.microsoft.com/office/drawing/2014/main" id="{105E90E4-FD06-4CA7-BF41-1FF11230BA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8957" y="4775322"/>
            <a:ext cx="168502" cy="147763"/>
          </a:xfrm>
          <a:prstGeom prst="rect">
            <a:avLst/>
          </a:prstGeom>
        </p:spPr>
      </p:pic>
      <p:pic>
        <p:nvPicPr>
          <p:cNvPr id="706" name="그림 705">
            <a:extLst>
              <a:ext uri="{FF2B5EF4-FFF2-40B4-BE49-F238E27FC236}">
                <a16:creationId xmlns:a16="http://schemas.microsoft.com/office/drawing/2014/main" id="{4059BF4C-EF5C-44E4-8251-81638B9922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2586" y="3522845"/>
            <a:ext cx="151961" cy="133259"/>
          </a:xfrm>
          <a:prstGeom prst="rect">
            <a:avLst/>
          </a:prstGeom>
        </p:spPr>
      </p:pic>
      <p:pic>
        <p:nvPicPr>
          <p:cNvPr id="707" name="그림 706">
            <a:extLst>
              <a:ext uri="{FF2B5EF4-FFF2-40B4-BE49-F238E27FC236}">
                <a16:creationId xmlns:a16="http://schemas.microsoft.com/office/drawing/2014/main" id="{6CA155D9-6895-4857-8E42-45631D4C01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4019" y="3255522"/>
            <a:ext cx="168502" cy="147763"/>
          </a:xfrm>
          <a:prstGeom prst="rect">
            <a:avLst/>
          </a:prstGeom>
        </p:spPr>
      </p:pic>
      <p:pic>
        <p:nvPicPr>
          <p:cNvPr id="708" name="그림 707">
            <a:extLst>
              <a:ext uri="{FF2B5EF4-FFF2-40B4-BE49-F238E27FC236}">
                <a16:creationId xmlns:a16="http://schemas.microsoft.com/office/drawing/2014/main" id="{EA0150DB-FBF8-4FA3-AFC6-F3556ECDA0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2539" y="3237528"/>
            <a:ext cx="151961" cy="133259"/>
          </a:xfrm>
          <a:prstGeom prst="rect">
            <a:avLst/>
          </a:prstGeom>
        </p:spPr>
      </p:pic>
      <p:pic>
        <p:nvPicPr>
          <p:cNvPr id="709" name="그림 708">
            <a:extLst>
              <a:ext uri="{FF2B5EF4-FFF2-40B4-BE49-F238E27FC236}">
                <a16:creationId xmlns:a16="http://schemas.microsoft.com/office/drawing/2014/main" id="{5D46323F-BBBB-4E19-B27E-9AB83F47C9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4074" y="2832605"/>
            <a:ext cx="168502" cy="147763"/>
          </a:xfrm>
          <a:prstGeom prst="rect">
            <a:avLst/>
          </a:prstGeom>
        </p:spPr>
      </p:pic>
      <p:pic>
        <p:nvPicPr>
          <p:cNvPr id="710" name="그림 709">
            <a:extLst>
              <a:ext uri="{FF2B5EF4-FFF2-40B4-BE49-F238E27FC236}">
                <a16:creationId xmlns:a16="http://schemas.microsoft.com/office/drawing/2014/main" id="{E86F6CD7-E2F1-45E0-BED9-43AA8FB1C7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995" y="2242148"/>
            <a:ext cx="168502" cy="147763"/>
          </a:xfrm>
          <a:prstGeom prst="rect">
            <a:avLst/>
          </a:prstGeom>
        </p:spPr>
      </p:pic>
      <p:pic>
        <p:nvPicPr>
          <p:cNvPr id="711" name="그림 710">
            <a:extLst>
              <a:ext uri="{FF2B5EF4-FFF2-40B4-BE49-F238E27FC236}">
                <a16:creationId xmlns:a16="http://schemas.microsoft.com/office/drawing/2014/main" id="{8694CFB3-85F9-4F74-AF6E-CD6810A5A4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8419" y="2422563"/>
            <a:ext cx="151961" cy="133259"/>
          </a:xfrm>
          <a:prstGeom prst="rect">
            <a:avLst/>
          </a:prstGeom>
        </p:spPr>
      </p:pic>
      <p:pic>
        <p:nvPicPr>
          <p:cNvPr id="712" name="그림 711">
            <a:extLst>
              <a:ext uri="{FF2B5EF4-FFF2-40B4-BE49-F238E27FC236}">
                <a16:creationId xmlns:a16="http://schemas.microsoft.com/office/drawing/2014/main" id="{4E868C51-FE82-4D4D-917E-15D4C79BC0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9852" y="2155240"/>
            <a:ext cx="168502" cy="147763"/>
          </a:xfrm>
          <a:prstGeom prst="rect">
            <a:avLst/>
          </a:prstGeom>
        </p:spPr>
      </p:pic>
      <p:pic>
        <p:nvPicPr>
          <p:cNvPr id="713" name="그림 712">
            <a:extLst>
              <a:ext uri="{FF2B5EF4-FFF2-40B4-BE49-F238E27FC236}">
                <a16:creationId xmlns:a16="http://schemas.microsoft.com/office/drawing/2014/main" id="{DF2EE3FB-FC13-4692-8DE9-9324921458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9640" y="3758712"/>
            <a:ext cx="168502" cy="147763"/>
          </a:xfrm>
          <a:prstGeom prst="rect">
            <a:avLst/>
          </a:prstGeom>
        </p:spPr>
      </p:pic>
      <p:pic>
        <p:nvPicPr>
          <p:cNvPr id="714" name="그림 713">
            <a:extLst>
              <a:ext uri="{FF2B5EF4-FFF2-40B4-BE49-F238E27FC236}">
                <a16:creationId xmlns:a16="http://schemas.microsoft.com/office/drawing/2014/main" id="{82477C66-2FF2-41A7-AD36-E073209A03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4871" y="3823698"/>
            <a:ext cx="168502" cy="147763"/>
          </a:xfrm>
          <a:prstGeom prst="rect">
            <a:avLst/>
          </a:prstGeom>
        </p:spPr>
      </p:pic>
      <p:pic>
        <p:nvPicPr>
          <p:cNvPr id="715" name="그림 714">
            <a:extLst>
              <a:ext uri="{FF2B5EF4-FFF2-40B4-BE49-F238E27FC236}">
                <a16:creationId xmlns:a16="http://schemas.microsoft.com/office/drawing/2014/main" id="{7BF543C5-4B8C-4632-A776-CE49715BC8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1180" y="5037913"/>
            <a:ext cx="168502" cy="147763"/>
          </a:xfrm>
          <a:prstGeom prst="rect">
            <a:avLst/>
          </a:prstGeom>
        </p:spPr>
      </p:pic>
      <p:pic>
        <p:nvPicPr>
          <p:cNvPr id="716" name="그림 715">
            <a:extLst>
              <a:ext uri="{FF2B5EF4-FFF2-40B4-BE49-F238E27FC236}">
                <a16:creationId xmlns:a16="http://schemas.microsoft.com/office/drawing/2014/main" id="{D35B68C4-3338-44ED-A531-9638095CA0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6412" y="5102899"/>
            <a:ext cx="168502" cy="147763"/>
          </a:xfrm>
          <a:prstGeom prst="rect">
            <a:avLst/>
          </a:prstGeom>
        </p:spPr>
      </p:pic>
      <p:grpSp>
        <p:nvGrpSpPr>
          <p:cNvPr id="717" name="그룹 716">
            <a:extLst>
              <a:ext uri="{FF2B5EF4-FFF2-40B4-BE49-F238E27FC236}">
                <a16:creationId xmlns:a16="http://schemas.microsoft.com/office/drawing/2014/main" id="{F5367196-95DF-45ED-83C3-A40630A0AED1}"/>
              </a:ext>
            </a:extLst>
          </p:cNvPr>
          <p:cNvGrpSpPr/>
          <p:nvPr/>
        </p:nvGrpSpPr>
        <p:grpSpPr>
          <a:xfrm>
            <a:off x="7461293" y="1922008"/>
            <a:ext cx="1443813" cy="2636413"/>
            <a:chOff x="1303286" y="2750228"/>
            <a:chExt cx="1710249" cy="3122927"/>
          </a:xfrm>
        </p:grpSpPr>
        <p:sp>
          <p:nvSpPr>
            <p:cNvPr id="718" name="사각형: 둥근 모서리 717">
              <a:extLst>
                <a:ext uri="{FF2B5EF4-FFF2-40B4-BE49-F238E27FC236}">
                  <a16:creationId xmlns:a16="http://schemas.microsoft.com/office/drawing/2014/main" id="{B114FD36-2BCC-4619-BE5F-416F517A7EE0}"/>
                </a:ext>
              </a:extLst>
            </p:cNvPr>
            <p:cNvSpPr/>
            <p:nvPr/>
          </p:nvSpPr>
          <p:spPr>
            <a:xfrm>
              <a:off x="1365976" y="2831283"/>
              <a:ext cx="285894" cy="335480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719" name="사각형: 둥근 모서리 718">
              <a:extLst>
                <a:ext uri="{FF2B5EF4-FFF2-40B4-BE49-F238E27FC236}">
                  <a16:creationId xmlns:a16="http://schemas.microsoft.com/office/drawing/2014/main" id="{97CB0D94-86B3-46F0-BDB3-4CFB1CC46964}"/>
                </a:ext>
              </a:extLst>
            </p:cNvPr>
            <p:cNvSpPr/>
            <p:nvPr/>
          </p:nvSpPr>
          <p:spPr>
            <a:xfrm>
              <a:off x="1362868" y="3200658"/>
              <a:ext cx="285894" cy="363147"/>
            </a:xfrm>
            <a:prstGeom prst="roundRect">
              <a:avLst/>
            </a:prstGeom>
            <a:solidFill>
              <a:srgbClr val="EE770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720" name="사각형: 둥근 모서리 719">
              <a:extLst>
                <a:ext uri="{FF2B5EF4-FFF2-40B4-BE49-F238E27FC236}">
                  <a16:creationId xmlns:a16="http://schemas.microsoft.com/office/drawing/2014/main" id="{10467F16-F010-4900-8690-06B05E843844}"/>
                </a:ext>
              </a:extLst>
            </p:cNvPr>
            <p:cNvSpPr/>
            <p:nvPr/>
          </p:nvSpPr>
          <p:spPr>
            <a:xfrm>
              <a:off x="2644614" y="2831283"/>
              <a:ext cx="285894" cy="149495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721" name="사각형: 둥근 모서리 720">
              <a:extLst>
                <a:ext uri="{FF2B5EF4-FFF2-40B4-BE49-F238E27FC236}">
                  <a16:creationId xmlns:a16="http://schemas.microsoft.com/office/drawing/2014/main" id="{5F0446D4-CDEA-46F7-8BC4-C1788150C93B}"/>
                </a:ext>
              </a:extLst>
            </p:cNvPr>
            <p:cNvSpPr/>
            <p:nvPr/>
          </p:nvSpPr>
          <p:spPr>
            <a:xfrm>
              <a:off x="2005000" y="2831283"/>
              <a:ext cx="285894" cy="149495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722" name="사각형: 둥근 모서리 721">
              <a:extLst>
                <a:ext uri="{FF2B5EF4-FFF2-40B4-BE49-F238E27FC236}">
                  <a16:creationId xmlns:a16="http://schemas.microsoft.com/office/drawing/2014/main" id="{17734F84-5BBF-4D33-A095-45FB45D81390}"/>
                </a:ext>
              </a:extLst>
            </p:cNvPr>
            <p:cNvSpPr/>
            <p:nvPr/>
          </p:nvSpPr>
          <p:spPr>
            <a:xfrm>
              <a:off x="1327412" y="5342790"/>
              <a:ext cx="1641072" cy="494087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/>
            </a:p>
          </p:txBody>
        </p:sp>
        <p:pic>
          <p:nvPicPr>
            <p:cNvPr id="723" name="그림 722">
              <a:extLst>
                <a:ext uri="{FF2B5EF4-FFF2-40B4-BE49-F238E27FC236}">
                  <a16:creationId xmlns:a16="http://schemas.microsoft.com/office/drawing/2014/main" id="{659C3C44-4B48-45DF-8686-92BE14FD71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1198" y="2836596"/>
              <a:ext cx="198024" cy="237716"/>
            </a:xfrm>
            <a:prstGeom prst="rect">
              <a:avLst/>
            </a:prstGeom>
          </p:spPr>
        </p:pic>
        <p:sp>
          <p:nvSpPr>
            <p:cNvPr id="724" name="사각형: 둥근 모서리 723">
              <a:extLst>
                <a:ext uri="{FF2B5EF4-FFF2-40B4-BE49-F238E27FC236}">
                  <a16:creationId xmlns:a16="http://schemas.microsoft.com/office/drawing/2014/main" id="{43D9EC17-581E-4977-A878-6774EE36F0FD}"/>
                </a:ext>
              </a:extLst>
            </p:cNvPr>
            <p:cNvSpPr/>
            <p:nvPr/>
          </p:nvSpPr>
          <p:spPr>
            <a:xfrm>
              <a:off x="1327412" y="5337837"/>
              <a:ext cx="1641072" cy="137325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700" dirty="0"/>
            </a:p>
          </p:txBody>
        </p:sp>
        <p:grpSp>
          <p:nvGrpSpPr>
            <p:cNvPr id="725" name="그룹 724">
              <a:extLst>
                <a:ext uri="{FF2B5EF4-FFF2-40B4-BE49-F238E27FC236}">
                  <a16:creationId xmlns:a16="http://schemas.microsoft.com/office/drawing/2014/main" id="{BCA033EE-C50D-4386-8D0D-4BDB189A19AB}"/>
                </a:ext>
              </a:extLst>
            </p:cNvPr>
            <p:cNvGrpSpPr/>
            <p:nvPr/>
          </p:nvGrpSpPr>
          <p:grpSpPr>
            <a:xfrm>
              <a:off x="1350492" y="5354332"/>
              <a:ext cx="298271" cy="104335"/>
              <a:chOff x="5671221" y="5337754"/>
              <a:chExt cx="449300" cy="153348"/>
            </a:xfrm>
          </p:grpSpPr>
          <p:grpSp>
            <p:nvGrpSpPr>
              <p:cNvPr id="758" name="그룹 757">
                <a:extLst>
                  <a:ext uri="{FF2B5EF4-FFF2-40B4-BE49-F238E27FC236}">
                    <a16:creationId xmlns:a16="http://schemas.microsoft.com/office/drawing/2014/main" id="{348543E9-0110-4FAF-A956-0B0FD88C9403}"/>
                  </a:ext>
                </a:extLst>
              </p:cNvPr>
              <p:cNvGrpSpPr/>
              <p:nvPr/>
            </p:nvGrpSpPr>
            <p:grpSpPr>
              <a:xfrm>
                <a:off x="5694058" y="5343182"/>
                <a:ext cx="426463" cy="142494"/>
                <a:chOff x="5645144" y="3140870"/>
                <a:chExt cx="249768" cy="110534"/>
              </a:xfrm>
            </p:grpSpPr>
            <p:sp>
              <p:nvSpPr>
                <p:cNvPr id="760" name="사각형: 둥근 모서리 759">
                  <a:extLst>
                    <a:ext uri="{FF2B5EF4-FFF2-40B4-BE49-F238E27FC236}">
                      <a16:creationId xmlns:a16="http://schemas.microsoft.com/office/drawing/2014/main" id="{67186DA7-1DC1-4D3E-9A7C-B4B75B732D06}"/>
                    </a:ext>
                  </a:extLst>
                </p:cNvPr>
                <p:cNvSpPr/>
                <p:nvPr/>
              </p:nvSpPr>
              <p:spPr>
                <a:xfrm>
                  <a:off x="5645144" y="3140870"/>
                  <a:ext cx="249768" cy="110534"/>
                </a:xfrm>
                <a:prstGeom prst="roundRect">
                  <a:avLst/>
                </a:prstGeom>
                <a:solidFill>
                  <a:srgbClr val="1A0C2F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  <p:sp>
              <p:nvSpPr>
                <p:cNvPr id="761" name="사각형: 둥근 모서리 760">
                  <a:extLst>
                    <a:ext uri="{FF2B5EF4-FFF2-40B4-BE49-F238E27FC236}">
                      <a16:creationId xmlns:a16="http://schemas.microsoft.com/office/drawing/2014/main" id="{17E64FA0-FF70-431F-BF46-4FDA1D2E4992}"/>
                    </a:ext>
                  </a:extLst>
                </p:cNvPr>
                <p:cNvSpPr/>
                <p:nvPr/>
              </p:nvSpPr>
              <p:spPr>
                <a:xfrm>
                  <a:off x="5645144" y="3140870"/>
                  <a:ext cx="170235" cy="110534"/>
                </a:xfrm>
                <a:prstGeom prst="roundRect">
                  <a:avLst/>
                </a:prstGeom>
                <a:solidFill>
                  <a:srgbClr val="00B0F0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</p:grpSp>
          <p:pic>
            <p:nvPicPr>
              <p:cNvPr id="759" name="그림 758">
                <a:extLst>
                  <a:ext uri="{FF2B5EF4-FFF2-40B4-BE49-F238E27FC236}">
                    <a16:creationId xmlns:a16="http://schemas.microsoft.com/office/drawing/2014/main" id="{7D3282DA-A990-412E-BD79-CE93B69336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671221" y="5337754"/>
                <a:ext cx="174868" cy="153348"/>
              </a:xfrm>
              <a:prstGeom prst="rect">
                <a:avLst/>
              </a:prstGeom>
            </p:spPr>
          </p:pic>
        </p:grpSp>
        <p:grpSp>
          <p:nvGrpSpPr>
            <p:cNvPr id="726" name="그룹 725">
              <a:extLst>
                <a:ext uri="{FF2B5EF4-FFF2-40B4-BE49-F238E27FC236}">
                  <a16:creationId xmlns:a16="http://schemas.microsoft.com/office/drawing/2014/main" id="{19A0D7D0-0A02-4298-B3E4-806D22DE5967}"/>
                </a:ext>
              </a:extLst>
            </p:cNvPr>
            <p:cNvGrpSpPr/>
            <p:nvPr/>
          </p:nvGrpSpPr>
          <p:grpSpPr>
            <a:xfrm>
              <a:off x="1674022" y="5354332"/>
              <a:ext cx="298271" cy="104335"/>
              <a:chOff x="6136251" y="5337754"/>
              <a:chExt cx="449300" cy="153348"/>
            </a:xfrm>
          </p:grpSpPr>
          <p:grpSp>
            <p:nvGrpSpPr>
              <p:cNvPr id="754" name="그룹 753">
                <a:extLst>
                  <a:ext uri="{FF2B5EF4-FFF2-40B4-BE49-F238E27FC236}">
                    <a16:creationId xmlns:a16="http://schemas.microsoft.com/office/drawing/2014/main" id="{E9CD90AA-6C17-4090-B974-1EAE1397914E}"/>
                  </a:ext>
                </a:extLst>
              </p:cNvPr>
              <p:cNvGrpSpPr/>
              <p:nvPr/>
            </p:nvGrpSpPr>
            <p:grpSpPr>
              <a:xfrm>
                <a:off x="6159088" y="5343182"/>
                <a:ext cx="426463" cy="142494"/>
                <a:chOff x="5645144" y="3140870"/>
                <a:chExt cx="249768" cy="110534"/>
              </a:xfrm>
            </p:grpSpPr>
            <p:sp>
              <p:nvSpPr>
                <p:cNvPr id="756" name="사각형: 둥근 모서리 755">
                  <a:extLst>
                    <a:ext uri="{FF2B5EF4-FFF2-40B4-BE49-F238E27FC236}">
                      <a16:creationId xmlns:a16="http://schemas.microsoft.com/office/drawing/2014/main" id="{996B009F-6339-4F35-BA3C-E58E8E2F5693}"/>
                    </a:ext>
                  </a:extLst>
                </p:cNvPr>
                <p:cNvSpPr/>
                <p:nvPr/>
              </p:nvSpPr>
              <p:spPr>
                <a:xfrm>
                  <a:off x="5645144" y="3140870"/>
                  <a:ext cx="249768" cy="110534"/>
                </a:xfrm>
                <a:prstGeom prst="roundRect">
                  <a:avLst/>
                </a:prstGeom>
                <a:solidFill>
                  <a:srgbClr val="1A0C2F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  <p:sp>
              <p:nvSpPr>
                <p:cNvPr id="757" name="사각형: 둥근 모서리 756">
                  <a:extLst>
                    <a:ext uri="{FF2B5EF4-FFF2-40B4-BE49-F238E27FC236}">
                      <a16:creationId xmlns:a16="http://schemas.microsoft.com/office/drawing/2014/main" id="{16C1CDFF-83C3-47E6-887D-57804F5A43D0}"/>
                    </a:ext>
                  </a:extLst>
                </p:cNvPr>
                <p:cNvSpPr/>
                <p:nvPr/>
              </p:nvSpPr>
              <p:spPr>
                <a:xfrm>
                  <a:off x="5645144" y="3140870"/>
                  <a:ext cx="170235" cy="110534"/>
                </a:xfrm>
                <a:prstGeom prst="roundRect">
                  <a:avLst/>
                </a:prstGeom>
                <a:solidFill>
                  <a:srgbClr val="00B0F0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</p:grpSp>
          <p:pic>
            <p:nvPicPr>
              <p:cNvPr id="755" name="그림 754">
                <a:extLst>
                  <a:ext uri="{FF2B5EF4-FFF2-40B4-BE49-F238E27FC236}">
                    <a16:creationId xmlns:a16="http://schemas.microsoft.com/office/drawing/2014/main" id="{67811BCC-1456-406D-8707-2405884C5C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36251" y="5337754"/>
                <a:ext cx="174868" cy="153348"/>
              </a:xfrm>
              <a:prstGeom prst="rect">
                <a:avLst/>
              </a:prstGeom>
            </p:spPr>
          </p:pic>
        </p:grpSp>
        <p:grpSp>
          <p:nvGrpSpPr>
            <p:cNvPr id="727" name="그룹 726">
              <a:extLst>
                <a:ext uri="{FF2B5EF4-FFF2-40B4-BE49-F238E27FC236}">
                  <a16:creationId xmlns:a16="http://schemas.microsoft.com/office/drawing/2014/main" id="{690BDAC6-D015-4D4E-A6C0-F3C5B176B8BA}"/>
                </a:ext>
              </a:extLst>
            </p:cNvPr>
            <p:cNvGrpSpPr/>
            <p:nvPr/>
          </p:nvGrpSpPr>
          <p:grpSpPr>
            <a:xfrm>
              <a:off x="1997553" y="5354332"/>
              <a:ext cx="298271" cy="104335"/>
              <a:chOff x="6601281" y="5337754"/>
              <a:chExt cx="449300" cy="153348"/>
            </a:xfrm>
          </p:grpSpPr>
          <p:grpSp>
            <p:nvGrpSpPr>
              <p:cNvPr id="750" name="그룹 749">
                <a:extLst>
                  <a:ext uri="{FF2B5EF4-FFF2-40B4-BE49-F238E27FC236}">
                    <a16:creationId xmlns:a16="http://schemas.microsoft.com/office/drawing/2014/main" id="{DEF3407A-1327-4033-AC55-225A21076118}"/>
                  </a:ext>
                </a:extLst>
              </p:cNvPr>
              <p:cNvGrpSpPr/>
              <p:nvPr/>
            </p:nvGrpSpPr>
            <p:grpSpPr>
              <a:xfrm>
                <a:off x="6624118" y="5343182"/>
                <a:ext cx="426463" cy="142494"/>
                <a:chOff x="5645144" y="3140870"/>
                <a:chExt cx="249768" cy="110534"/>
              </a:xfrm>
            </p:grpSpPr>
            <p:sp>
              <p:nvSpPr>
                <p:cNvPr id="752" name="사각형: 둥근 모서리 751">
                  <a:extLst>
                    <a:ext uri="{FF2B5EF4-FFF2-40B4-BE49-F238E27FC236}">
                      <a16:creationId xmlns:a16="http://schemas.microsoft.com/office/drawing/2014/main" id="{91C37162-CF0C-45AC-84A4-AFAF4D2AC561}"/>
                    </a:ext>
                  </a:extLst>
                </p:cNvPr>
                <p:cNvSpPr/>
                <p:nvPr/>
              </p:nvSpPr>
              <p:spPr>
                <a:xfrm>
                  <a:off x="5645144" y="3140870"/>
                  <a:ext cx="249768" cy="110534"/>
                </a:xfrm>
                <a:prstGeom prst="roundRect">
                  <a:avLst/>
                </a:prstGeom>
                <a:solidFill>
                  <a:srgbClr val="1A0C2F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  <p:sp>
              <p:nvSpPr>
                <p:cNvPr id="753" name="사각형: 둥근 모서리 752">
                  <a:extLst>
                    <a:ext uri="{FF2B5EF4-FFF2-40B4-BE49-F238E27FC236}">
                      <a16:creationId xmlns:a16="http://schemas.microsoft.com/office/drawing/2014/main" id="{15A3B9A4-A4F6-4DF5-8958-594704CD5763}"/>
                    </a:ext>
                  </a:extLst>
                </p:cNvPr>
                <p:cNvSpPr/>
                <p:nvPr/>
              </p:nvSpPr>
              <p:spPr>
                <a:xfrm>
                  <a:off x="5645145" y="3140870"/>
                  <a:ext cx="100989" cy="110534"/>
                </a:xfrm>
                <a:prstGeom prst="roundRect">
                  <a:avLst/>
                </a:prstGeom>
                <a:solidFill>
                  <a:srgbClr val="00B0F0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</p:grpSp>
          <p:pic>
            <p:nvPicPr>
              <p:cNvPr id="751" name="그림 750">
                <a:extLst>
                  <a:ext uri="{FF2B5EF4-FFF2-40B4-BE49-F238E27FC236}">
                    <a16:creationId xmlns:a16="http://schemas.microsoft.com/office/drawing/2014/main" id="{27B501D8-82F8-40CB-AD08-5F4B7C5420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601281" y="5337754"/>
                <a:ext cx="174868" cy="153348"/>
              </a:xfrm>
              <a:prstGeom prst="rect">
                <a:avLst/>
              </a:prstGeom>
            </p:spPr>
          </p:pic>
        </p:grpSp>
        <p:grpSp>
          <p:nvGrpSpPr>
            <p:cNvPr id="728" name="그룹 727">
              <a:extLst>
                <a:ext uri="{FF2B5EF4-FFF2-40B4-BE49-F238E27FC236}">
                  <a16:creationId xmlns:a16="http://schemas.microsoft.com/office/drawing/2014/main" id="{C8BEBBBA-C307-4AEA-B152-8209BF821A76}"/>
                </a:ext>
              </a:extLst>
            </p:cNvPr>
            <p:cNvGrpSpPr/>
            <p:nvPr/>
          </p:nvGrpSpPr>
          <p:grpSpPr>
            <a:xfrm>
              <a:off x="2321083" y="5354332"/>
              <a:ext cx="298272" cy="104335"/>
              <a:chOff x="7066312" y="5337754"/>
              <a:chExt cx="449302" cy="153348"/>
            </a:xfrm>
          </p:grpSpPr>
          <p:grpSp>
            <p:nvGrpSpPr>
              <p:cNvPr id="746" name="그룹 745">
                <a:extLst>
                  <a:ext uri="{FF2B5EF4-FFF2-40B4-BE49-F238E27FC236}">
                    <a16:creationId xmlns:a16="http://schemas.microsoft.com/office/drawing/2014/main" id="{9669632A-902B-4230-90B8-8AF350DD22BC}"/>
                  </a:ext>
                </a:extLst>
              </p:cNvPr>
              <p:cNvGrpSpPr/>
              <p:nvPr/>
            </p:nvGrpSpPr>
            <p:grpSpPr>
              <a:xfrm>
                <a:off x="7089150" y="5343182"/>
                <a:ext cx="426464" cy="142494"/>
                <a:chOff x="5645143" y="3140870"/>
                <a:chExt cx="249769" cy="110534"/>
              </a:xfrm>
            </p:grpSpPr>
            <p:sp>
              <p:nvSpPr>
                <p:cNvPr id="748" name="사각형: 둥근 모서리 747">
                  <a:extLst>
                    <a:ext uri="{FF2B5EF4-FFF2-40B4-BE49-F238E27FC236}">
                      <a16:creationId xmlns:a16="http://schemas.microsoft.com/office/drawing/2014/main" id="{5BCDB431-148A-4472-9753-4F41E1F5FDA4}"/>
                    </a:ext>
                  </a:extLst>
                </p:cNvPr>
                <p:cNvSpPr/>
                <p:nvPr/>
              </p:nvSpPr>
              <p:spPr>
                <a:xfrm>
                  <a:off x="5645144" y="3140870"/>
                  <a:ext cx="249768" cy="110534"/>
                </a:xfrm>
                <a:prstGeom prst="roundRect">
                  <a:avLst/>
                </a:prstGeom>
                <a:solidFill>
                  <a:srgbClr val="1A0C2F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  <p:sp>
              <p:nvSpPr>
                <p:cNvPr id="749" name="사각형: 둥근 모서리 748">
                  <a:extLst>
                    <a:ext uri="{FF2B5EF4-FFF2-40B4-BE49-F238E27FC236}">
                      <a16:creationId xmlns:a16="http://schemas.microsoft.com/office/drawing/2014/main" id="{80C8815F-9394-42EE-B20C-44158B12644F}"/>
                    </a:ext>
                  </a:extLst>
                </p:cNvPr>
                <p:cNvSpPr/>
                <p:nvPr/>
              </p:nvSpPr>
              <p:spPr>
                <a:xfrm>
                  <a:off x="5645143" y="3140870"/>
                  <a:ext cx="247306" cy="110534"/>
                </a:xfrm>
                <a:prstGeom prst="roundRect">
                  <a:avLst/>
                </a:prstGeom>
                <a:solidFill>
                  <a:srgbClr val="00B0F0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</p:grpSp>
          <p:pic>
            <p:nvPicPr>
              <p:cNvPr id="747" name="그림 746">
                <a:extLst>
                  <a:ext uri="{FF2B5EF4-FFF2-40B4-BE49-F238E27FC236}">
                    <a16:creationId xmlns:a16="http://schemas.microsoft.com/office/drawing/2014/main" id="{9EA2D70C-9669-4604-AB20-83EF52F006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066312" y="5337754"/>
                <a:ext cx="174868" cy="153348"/>
              </a:xfrm>
              <a:prstGeom prst="rect">
                <a:avLst/>
              </a:prstGeom>
            </p:spPr>
          </p:pic>
        </p:grpSp>
        <p:grpSp>
          <p:nvGrpSpPr>
            <p:cNvPr id="729" name="그룹 728">
              <a:extLst>
                <a:ext uri="{FF2B5EF4-FFF2-40B4-BE49-F238E27FC236}">
                  <a16:creationId xmlns:a16="http://schemas.microsoft.com/office/drawing/2014/main" id="{D290FBFE-1006-4496-9522-8646C4C6F19B}"/>
                </a:ext>
              </a:extLst>
            </p:cNvPr>
            <p:cNvGrpSpPr/>
            <p:nvPr/>
          </p:nvGrpSpPr>
          <p:grpSpPr>
            <a:xfrm>
              <a:off x="2644614" y="5354332"/>
              <a:ext cx="298270" cy="104335"/>
              <a:chOff x="7531343" y="5337754"/>
              <a:chExt cx="449299" cy="153348"/>
            </a:xfrm>
          </p:grpSpPr>
          <p:grpSp>
            <p:nvGrpSpPr>
              <p:cNvPr id="742" name="그룹 741">
                <a:extLst>
                  <a:ext uri="{FF2B5EF4-FFF2-40B4-BE49-F238E27FC236}">
                    <a16:creationId xmlns:a16="http://schemas.microsoft.com/office/drawing/2014/main" id="{781054CB-A4F7-4924-9071-87EFCB7D46AD}"/>
                  </a:ext>
                </a:extLst>
              </p:cNvPr>
              <p:cNvGrpSpPr/>
              <p:nvPr/>
            </p:nvGrpSpPr>
            <p:grpSpPr>
              <a:xfrm>
                <a:off x="7554179" y="5343182"/>
                <a:ext cx="426463" cy="142494"/>
                <a:chOff x="5645144" y="3140870"/>
                <a:chExt cx="249768" cy="110534"/>
              </a:xfrm>
            </p:grpSpPr>
            <p:sp>
              <p:nvSpPr>
                <p:cNvPr id="744" name="사각형: 둥근 모서리 743">
                  <a:extLst>
                    <a:ext uri="{FF2B5EF4-FFF2-40B4-BE49-F238E27FC236}">
                      <a16:creationId xmlns:a16="http://schemas.microsoft.com/office/drawing/2014/main" id="{3B51E2CC-BD91-400E-B7ED-E426C673132B}"/>
                    </a:ext>
                  </a:extLst>
                </p:cNvPr>
                <p:cNvSpPr/>
                <p:nvPr/>
              </p:nvSpPr>
              <p:spPr>
                <a:xfrm>
                  <a:off x="5645144" y="3140870"/>
                  <a:ext cx="249768" cy="110534"/>
                </a:xfrm>
                <a:prstGeom prst="roundRect">
                  <a:avLst/>
                </a:prstGeom>
                <a:solidFill>
                  <a:srgbClr val="1A0C2F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  <p:sp>
              <p:nvSpPr>
                <p:cNvPr id="745" name="사각형: 둥근 모서리 744">
                  <a:extLst>
                    <a:ext uri="{FF2B5EF4-FFF2-40B4-BE49-F238E27FC236}">
                      <a16:creationId xmlns:a16="http://schemas.microsoft.com/office/drawing/2014/main" id="{74A9B1AE-FB9F-487F-BBCF-895D4732E95F}"/>
                    </a:ext>
                  </a:extLst>
                </p:cNvPr>
                <p:cNvSpPr/>
                <p:nvPr/>
              </p:nvSpPr>
              <p:spPr>
                <a:xfrm>
                  <a:off x="5645144" y="3140870"/>
                  <a:ext cx="249768" cy="110534"/>
                </a:xfrm>
                <a:prstGeom prst="roundRect">
                  <a:avLst/>
                </a:prstGeom>
                <a:solidFill>
                  <a:srgbClr val="00B0F0"/>
                </a:solidFill>
                <a:ln>
                  <a:solidFill>
                    <a:schemeClr val="accent1">
                      <a:shade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700" dirty="0"/>
                </a:p>
              </p:txBody>
            </p:sp>
          </p:grpSp>
          <p:pic>
            <p:nvPicPr>
              <p:cNvPr id="743" name="그림 742">
                <a:extLst>
                  <a:ext uri="{FF2B5EF4-FFF2-40B4-BE49-F238E27FC236}">
                    <a16:creationId xmlns:a16="http://schemas.microsoft.com/office/drawing/2014/main" id="{3BF9EFEE-B674-44B7-97A1-3978744B95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531343" y="5337754"/>
                <a:ext cx="174868" cy="153348"/>
              </a:xfrm>
              <a:prstGeom prst="rect">
                <a:avLst/>
              </a:prstGeom>
            </p:spPr>
          </p:pic>
        </p:grpSp>
        <p:pic>
          <p:nvPicPr>
            <p:cNvPr id="730" name="그림 729">
              <a:extLst>
                <a:ext uri="{FF2B5EF4-FFF2-40B4-BE49-F238E27FC236}">
                  <a16:creationId xmlns:a16="http://schemas.microsoft.com/office/drawing/2014/main" id="{B4A62EEF-2757-4509-88AD-B148A81D2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69424" y="4056245"/>
              <a:ext cx="255605" cy="306837"/>
            </a:xfrm>
            <a:prstGeom prst="rect">
              <a:avLst/>
            </a:prstGeom>
          </p:spPr>
        </p:pic>
        <p:sp>
          <p:nvSpPr>
            <p:cNvPr id="731" name="TextBox 730">
              <a:extLst>
                <a:ext uri="{FF2B5EF4-FFF2-40B4-BE49-F238E27FC236}">
                  <a16:creationId xmlns:a16="http://schemas.microsoft.com/office/drawing/2014/main" id="{835FD641-D718-4129-8585-4AAB40C6D84C}"/>
                </a:ext>
              </a:extLst>
            </p:cNvPr>
            <p:cNvSpPr txBox="1"/>
            <p:nvPr/>
          </p:nvSpPr>
          <p:spPr>
            <a:xfrm>
              <a:off x="2349617" y="5352719"/>
              <a:ext cx="335348" cy="15388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r"/>
              <a:r>
                <a:rPr lang="en-US" altLang="ko-KR" sz="4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100%</a:t>
              </a:r>
              <a:endParaRPr lang="ko-KR" altLang="en-US" sz="4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732" name="TextBox 731">
              <a:extLst>
                <a:ext uri="{FF2B5EF4-FFF2-40B4-BE49-F238E27FC236}">
                  <a16:creationId xmlns:a16="http://schemas.microsoft.com/office/drawing/2014/main" id="{C65C26CD-BE55-4BAA-9BE1-87B050114374}"/>
                </a:ext>
              </a:extLst>
            </p:cNvPr>
            <p:cNvSpPr txBox="1"/>
            <p:nvPr/>
          </p:nvSpPr>
          <p:spPr>
            <a:xfrm>
              <a:off x="2678187" y="5352719"/>
              <a:ext cx="335348" cy="153888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r"/>
              <a:r>
                <a:rPr lang="en-US" altLang="ko-KR" sz="4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240%</a:t>
              </a:r>
              <a:endParaRPr lang="ko-KR" altLang="en-US" sz="4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733" name="TextBox 732">
              <a:extLst>
                <a:ext uri="{FF2B5EF4-FFF2-40B4-BE49-F238E27FC236}">
                  <a16:creationId xmlns:a16="http://schemas.microsoft.com/office/drawing/2014/main" id="{7B0FBD9F-DDBD-4AB4-8EA9-8CC4DE64E3A0}"/>
                </a:ext>
              </a:extLst>
            </p:cNvPr>
            <p:cNvSpPr txBox="1"/>
            <p:nvPr/>
          </p:nvSpPr>
          <p:spPr>
            <a:xfrm>
              <a:off x="1418366" y="5366842"/>
              <a:ext cx="301685" cy="1538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4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55%</a:t>
              </a:r>
              <a:endParaRPr lang="ko-KR" altLang="en-US" sz="4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734" name="TextBox 733">
              <a:extLst>
                <a:ext uri="{FF2B5EF4-FFF2-40B4-BE49-F238E27FC236}">
                  <a16:creationId xmlns:a16="http://schemas.microsoft.com/office/drawing/2014/main" id="{E63C5320-960C-48B1-8923-E6F82D0779DC}"/>
                </a:ext>
              </a:extLst>
            </p:cNvPr>
            <p:cNvSpPr txBox="1"/>
            <p:nvPr/>
          </p:nvSpPr>
          <p:spPr>
            <a:xfrm>
              <a:off x="1741071" y="5366842"/>
              <a:ext cx="301685" cy="1538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4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55%</a:t>
              </a:r>
              <a:endParaRPr lang="ko-KR" altLang="en-US" sz="4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735" name="TextBox 734">
              <a:extLst>
                <a:ext uri="{FF2B5EF4-FFF2-40B4-BE49-F238E27FC236}">
                  <a16:creationId xmlns:a16="http://schemas.microsoft.com/office/drawing/2014/main" id="{2017760D-2F2D-43F8-A124-0558702E6CB8}"/>
                </a:ext>
              </a:extLst>
            </p:cNvPr>
            <p:cNvSpPr txBox="1"/>
            <p:nvPr/>
          </p:nvSpPr>
          <p:spPr>
            <a:xfrm>
              <a:off x="2049346" y="5366842"/>
              <a:ext cx="301685" cy="1538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4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10%</a:t>
              </a:r>
              <a:endParaRPr lang="ko-KR" altLang="en-US" sz="4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736" name="그룹 735">
              <a:extLst>
                <a:ext uri="{FF2B5EF4-FFF2-40B4-BE49-F238E27FC236}">
                  <a16:creationId xmlns:a16="http://schemas.microsoft.com/office/drawing/2014/main" id="{317799CF-B251-4627-AD12-8DF5AB69F782}"/>
                </a:ext>
              </a:extLst>
            </p:cNvPr>
            <p:cNvGrpSpPr/>
            <p:nvPr/>
          </p:nvGrpSpPr>
          <p:grpSpPr>
            <a:xfrm>
              <a:off x="1303286" y="2777124"/>
              <a:ext cx="1697861" cy="40422"/>
              <a:chOff x="5645144" y="3140870"/>
              <a:chExt cx="249768" cy="110534"/>
            </a:xfrm>
          </p:grpSpPr>
          <p:sp>
            <p:nvSpPr>
              <p:cNvPr id="740" name="사각형: 둥근 모서리 739">
                <a:extLst>
                  <a:ext uri="{FF2B5EF4-FFF2-40B4-BE49-F238E27FC236}">
                    <a16:creationId xmlns:a16="http://schemas.microsoft.com/office/drawing/2014/main" id="{CDBA122A-19D9-466F-9891-C21B76A8580D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700" dirty="0"/>
              </a:p>
            </p:txBody>
          </p:sp>
          <p:sp>
            <p:nvSpPr>
              <p:cNvPr id="741" name="사각형: 둥근 모서리 740">
                <a:extLst>
                  <a:ext uri="{FF2B5EF4-FFF2-40B4-BE49-F238E27FC236}">
                    <a16:creationId xmlns:a16="http://schemas.microsoft.com/office/drawing/2014/main" id="{5EE5BC21-C49F-40FC-98C6-0C99007B3343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700" dirty="0"/>
              </a:p>
            </p:txBody>
          </p:sp>
        </p:grpSp>
        <p:sp>
          <p:nvSpPr>
            <p:cNvPr id="737" name="TextBox 736">
              <a:extLst>
                <a:ext uri="{FF2B5EF4-FFF2-40B4-BE49-F238E27FC236}">
                  <a16:creationId xmlns:a16="http://schemas.microsoft.com/office/drawing/2014/main" id="{C94A19C6-4504-4A1A-8A3D-8100C5986B9C}"/>
                </a:ext>
              </a:extLst>
            </p:cNvPr>
            <p:cNvSpPr txBox="1"/>
            <p:nvPr/>
          </p:nvSpPr>
          <p:spPr>
            <a:xfrm>
              <a:off x="1359250" y="3027704"/>
              <a:ext cx="344966" cy="169277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r"/>
              <a:r>
                <a:rPr lang="en-US" altLang="ko-KR" sz="5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Lv. 1</a:t>
              </a:r>
              <a:endParaRPr lang="ko-KR" altLang="en-US" sz="5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pic>
          <p:nvPicPr>
            <p:cNvPr id="738" name="Picture 2" descr="돋보기 - 무료 도구 및기구개 아이콘">
              <a:extLst>
                <a:ext uri="{FF2B5EF4-FFF2-40B4-BE49-F238E27FC236}">
                  <a16:creationId xmlns:a16="http://schemas.microsoft.com/office/drawing/2014/main" id="{9E311C9F-4BBA-4848-966B-5B7441E40A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49832" y="3045270"/>
              <a:ext cx="121023" cy="124035"/>
            </a:xfrm>
            <a:prstGeom prst="rect">
              <a:avLst/>
            </a:prstGeom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39" name="직사각형 738">
              <a:extLst>
                <a:ext uri="{FF2B5EF4-FFF2-40B4-BE49-F238E27FC236}">
                  <a16:creationId xmlns:a16="http://schemas.microsoft.com/office/drawing/2014/main" id="{C96FD679-57DE-4B89-8B80-FD778EC99C42}"/>
                </a:ext>
              </a:extLst>
            </p:cNvPr>
            <p:cNvSpPr/>
            <p:nvPr/>
          </p:nvSpPr>
          <p:spPr>
            <a:xfrm>
              <a:off x="1303286" y="2750228"/>
              <a:ext cx="1697862" cy="3122927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</p:grpSp>
      <p:sp>
        <p:nvSpPr>
          <p:cNvPr id="762" name="TextBox 761">
            <a:extLst>
              <a:ext uri="{FF2B5EF4-FFF2-40B4-BE49-F238E27FC236}">
                <a16:creationId xmlns:a16="http://schemas.microsoft.com/office/drawing/2014/main" id="{196DE864-9CC7-4B9F-BF78-97B7DCF1CEA7}"/>
              </a:ext>
            </a:extLst>
          </p:cNvPr>
          <p:cNvSpPr txBox="1"/>
          <p:nvPr/>
        </p:nvSpPr>
        <p:spPr>
          <a:xfrm>
            <a:off x="3456066" y="6001307"/>
            <a:ext cx="3622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트럭은 지정된 영역 내에서 자유롭게 이동 가능</a:t>
            </a:r>
            <a:endParaRPr lang="en-US" altLang="ko-KR" sz="1200" b="1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algn="ct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 위치를 카메라가 따라다님</a:t>
            </a:r>
          </a:p>
        </p:txBody>
      </p:sp>
      <p:sp>
        <p:nvSpPr>
          <p:cNvPr id="763" name="TextBox 762">
            <a:extLst>
              <a:ext uri="{FF2B5EF4-FFF2-40B4-BE49-F238E27FC236}">
                <a16:creationId xmlns:a16="http://schemas.microsoft.com/office/drawing/2014/main" id="{F7A3AC6B-9D32-45D4-8D53-FFFBD2176638}"/>
              </a:ext>
            </a:extLst>
          </p:cNvPr>
          <p:cNvSpPr txBox="1"/>
          <p:nvPr/>
        </p:nvSpPr>
        <p:spPr>
          <a:xfrm>
            <a:off x="7406152" y="6001307"/>
            <a:ext cx="3753260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트럭은 지정된 영역 끝을 넘어갈 수는 없음</a:t>
            </a:r>
            <a:endParaRPr lang="en-US" altLang="ko-KR" sz="1200" b="1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algn="ctr"/>
            <a:endParaRPr lang="ko-KR" altLang="en-US" sz="1200" b="1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4179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AF1B28-0655-0853-5617-0E11EAE48EA6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7930057A-48BE-D194-D85C-30F4D13B8193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6F20E49F-AC39-F96E-93AE-3CEE442AECA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D155EF04-DDF9-AAED-9069-086CF50E021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4B515609-732D-A3B3-1460-03688B93EE71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7" name="사각형: 둥근 모서리 586">
            <a:extLst>
              <a:ext uri="{FF2B5EF4-FFF2-40B4-BE49-F238E27FC236}">
                <a16:creationId xmlns:a16="http://schemas.microsoft.com/office/drawing/2014/main" id="{604B057E-071C-A6F0-0F0C-578DA8A969CC}"/>
              </a:ext>
            </a:extLst>
          </p:cNvPr>
          <p:cNvSpPr/>
          <p:nvPr/>
        </p:nvSpPr>
        <p:spPr>
          <a:xfrm>
            <a:off x="944253" y="5310776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588" name="그림 587">
            <a:extLst>
              <a:ext uri="{FF2B5EF4-FFF2-40B4-BE49-F238E27FC236}">
                <a16:creationId xmlns:a16="http://schemas.microsoft.com/office/drawing/2014/main" id="{61293497-4E12-A7F6-10CE-43AE8729F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389340" y="4804595"/>
            <a:ext cx="223412" cy="195916"/>
          </a:xfrm>
          <a:prstGeom prst="rect">
            <a:avLst/>
          </a:prstGeom>
        </p:spPr>
      </p:pic>
      <p:pic>
        <p:nvPicPr>
          <p:cNvPr id="589" name="그림 588">
            <a:extLst>
              <a:ext uri="{FF2B5EF4-FFF2-40B4-BE49-F238E27FC236}">
                <a16:creationId xmlns:a16="http://schemas.microsoft.com/office/drawing/2014/main" id="{6E40E48E-B4E3-F34C-E0B7-D35A94FDBC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590" name="그림 589">
            <a:extLst>
              <a:ext uri="{FF2B5EF4-FFF2-40B4-BE49-F238E27FC236}">
                <a16:creationId xmlns:a16="http://schemas.microsoft.com/office/drawing/2014/main" id="{FD128118-4850-0402-1C54-C02ABE7E8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591" name="그림 590">
            <a:extLst>
              <a:ext uri="{FF2B5EF4-FFF2-40B4-BE49-F238E27FC236}">
                <a16:creationId xmlns:a16="http://schemas.microsoft.com/office/drawing/2014/main" id="{8305339C-9C72-A4E8-DE48-915D7C59EA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pic>
        <p:nvPicPr>
          <p:cNvPr id="593" name="그림 592">
            <a:extLst>
              <a:ext uri="{FF2B5EF4-FFF2-40B4-BE49-F238E27FC236}">
                <a16:creationId xmlns:a16="http://schemas.microsoft.com/office/drawing/2014/main" id="{4794037C-47E7-D62B-F814-8E7BD6877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23" y="3549696"/>
            <a:ext cx="247730" cy="217240"/>
          </a:xfrm>
          <a:prstGeom prst="rect">
            <a:avLst/>
          </a:prstGeom>
        </p:spPr>
      </p:pic>
      <p:pic>
        <p:nvPicPr>
          <p:cNvPr id="594" name="그림 593">
            <a:extLst>
              <a:ext uri="{FF2B5EF4-FFF2-40B4-BE49-F238E27FC236}">
                <a16:creationId xmlns:a16="http://schemas.microsoft.com/office/drawing/2014/main" id="{5E9507FB-C605-9643-1904-0174E4F83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7961" y="3789415"/>
            <a:ext cx="247730" cy="217240"/>
          </a:xfrm>
          <a:prstGeom prst="rect">
            <a:avLst/>
          </a:prstGeom>
        </p:spPr>
      </p:pic>
      <p:pic>
        <p:nvPicPr>
          <p:cNvPr id="595" name="그림 594">
            <a:extLst>
              <a:ext uri="{FF2B5EF4-FFF2-40B4-BE49-F238E27FC236}">
                <a16:creationId xmlns:a16="http://schemas.microsoft.com/office/drawing/2014/main" id="{25995823-2ECF-A751-49A2-E9F207F17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596" name="그림 595">
            <a:extLst>
              <a:ext uri="{FF2B5EF4-FFF2-40B4-BE49-F238E27FC236}">
                <a16:creationId xmlns:a16="http://schemas.microsoft.com/office/drawing/2014/main" id="{9CCEA169-3EBF-2255-9C56-97EA995EA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597" name="그림 596">
            <a:extLst>
              <a:ext uri="{FF2B5EF4-FFF2-40B4-BE49-F238E27FC236}">
                <a16:creationId xmlns:a16="http://schemas.microsoft.com/office/drawing/2014/main" id="{C6A7F366-23C1-E570-C348-FB1623C93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598" name="그림 597">
            <a:extLst>
              <a:ext uri="{FF2B5EF4-FFF2-40B4-BE49-F238E27FC236}">
                <a16:creationId xmlns:a16="http://schemas.microsoft.com/office/drawing/2014/main" id="{BF671C1F-1B1C-0A2C-16AD-990FA0963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sp>
        <p:nvSpPr>
          <p:cNvPr id="599" name="사각형: 둥근 모서리 598">
            <a:extLst>
              <a:ext uri="{FF2B5EF4-FFF2-40B4-BE49-F238E27FC236}">
                <a16:creationId xmlns:a16="http://schemas.microsoft.com/office/drawing/2014/main" id="{D8E5633C-B6C8-1C68-4B94-5F7FA4F91131}"/>
              </a:ext>
            </a:extLst>
          </p:cNvPr>
          <p:cNvSpPr/>
          <p:nvPr/>
        </p:nvSpPr>
        <p:spPr>
          <a:xfrm>
            <a:off x="944253" y="5303495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grpSp>
        <p:nvGrpSpPr>
          <p:cNvPr id="600" name="그룹 599">
            <a:extLst>
              <a:ext uri="{FF2B5EF4-FFF2-40B4-BE49-F238E27FC236}">
                <a16:creationId xmlns:a16="http://schemas.microsoft.com/office/drawing/2014/main" id="{946E8AA8-A7B5-367D-4C98-A465698419B9}"/>
              </a:ext>
            </a:extLst>
          </p:cNvPr>
          <p:cNvGrpSpPr/>
          <p:nvPr/>
        </p:nvGrpSpPr>
        <p:grpSpPr>
          <a:xfrm>
            <a:off x="979019" y="5327739"/>
            <a:ext cx="449300" cy="153348"/>
            <a:chOff x="5671221" y="5337754"/>
            <a:chExt cx="449300" cy="153348"/>
          </a:xfrm>
        </p:grpSpPr>
        <p:grpSp>
          <p:nvGrpSpPr>
            <p:cNvPr id="627" name="그룹 626">
              <a:extLst>
                <a:ext uri="{FF2B5EF4-FFF2-40B4-BE49-F238E27FC236}">
                  <a16:creationId xmlns:a16="http://schemas.microsoft.com/office/drawing/2014/main" id="{DC6A5F39-DE1F-FAD0-A70B-2250C567E9E0}"/>
                </a:ext>
              </a:extLst>
            </p:cNvPr>
            <p:cNvGrpSpPr/>
            <p:nvPr/>
          </p:nvGrpSpPr>
          <p:grpSpPr>
            <a:xfrm>
              <a:off x="5694058" y="5343182"/>
              <a:ext cx="426463" cy="142494"/>
              <a:chOff x="5645144" y="3140870"/>
              <a:chExt cx="249768" cy="110534"/>
            </a:xfrm>
          </p:grpSpPr>
          <p:sp>
            <p:nvSpPr>
              <p:cNvPr id="629" name="사각형: 둥근 모서리 628">
                <a:extLst>
                  <a:ext uri="{FF2B5EF4-FFF2-40B4-BE49-F238E27FC236}">
                    <a16:creationId xmlns:a16="http://schemas.microsoft.com/office/drawing/2014/main" id="{35D3F957-0D85-EBC2-4AA0-BACF5054ACF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30" name="사각형: 둥근 모서리 629">
                <a:extLst>
                  <a:ext uri="{FF2B5EF4-FFF2-40B4-BE49-F238E27FC236}">
                    <a16:creationId xmlns:a16="http://schemas.microsoft.com/office/drawing/2014/main" id="{4046F72C-FC46-FF4F-D6C4-A1A13A97DEB9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8" name="그림 627">
              <a:extLst>
                <a:ext uri="{FF2B5EF4-FFF2-40B4-BE49-F238E27FC236}">
                  <a16:creationId xmlns:a16="http://schemas.microsoft.com/office/drawing/2014/main" id="{B6E59BA9-5D81-8159-28D3-5DBBF4F1F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122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1" name="그룹 600">
            <a:extLst>
              <a:ext uri="{FF2B5EF4-FFF2-40B4-BE49-F238E27FC236}">
                <a16:creationId xmlns:a16="http://schemas.microsoft.com/office/drawing/2014/main" id="{1C381BC2-D006-F740-3A54-CEBD1F6691DF}"/>
              </a:ext>
            </a:extLst>
          </p:cNvPr>
          <p:cNvGrpSpPr/>
          <p:nvPr/>
        </p:nvGrpSpPr>
        <p:grpSpPr>
          <a:xfrm>
            <a:off x="1466369" y="5327739"/>
            <a:ext cx="449300" cy="153348"/>
            <a:chOff x="6136251" y="5337754"/>
            <a:chExt cx="449300" cy="153348"/>
          </a:xfrm>
        </p:grpSpPr>
        <p:grpSp>
          <p:nvGrpSpPr>
            <p:cNvPr id="623" name="그룹 622">
              <a:extLst>
                <a:ext uri="{FF2B5EF4-FFF2-40B4-BE49-F238E27FC236}">
                  <a16:creationId xmlns:a16="http://schemas.microsoft.com/office/drawing/2014/main" id="{0EF9329F-14E0-4CEF-82ED-D19C56E037C4}"/>
                </a:ext>
              </a:extLst>
            </p:cNvPr>
            <p:cNvGrpSpPr/>
            <p:nvPr/>
          </p:nvGrpSpPr>
          <p:grpSpPr>
            <a:xfrm>
              <a:off x="6159088" y="5343182"/>
              <a:ext cx="426463" cy="142494"/>
              <a:chOff x="5645144" y="3140870"/>
              <a:chExt cx="249768" cy="110534"/>
            </a:xfrm>
          </p:grpSpPr>
          <p:sp>
            <p:nvSpPr>
              <p:cNvPr id="625" name="사각형: 둥근 모서리 624">
                <a:extLst>
                  <a:ext uri="{FF2B5EF4-FFF2-40B4-BE49-F238E27FC236}">
                    <a16:creationId xmlns:a16="http://schemas.microsoft.com/office/drawing/2014/main" id="{084CF385-9D04-C20C-5552-E7BC6C0658AC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6" name="사각형: 둥근 모서리 625">
                <a:extLst>
                  <a:ext uri="{FF2B5EF4-FFF2-40B4-BE49-F238E27FC236}">
                    <a16:creationId xmlns:a16="http://schemas.microsoft.com/office/drawing/2014/main" id="{76A16AFB-C033-B177-9D45-771325218EA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4" name="그림 623">
              <a:extLst>
                <a:ext uri="{FF2B5EF4-FFF2-40B4-BE49-F238E27FC236}">
                  <a16:creationId xmlns:a16="http://schemas.microsoft.com/office/drawing/2014/main" id="{CE588951-ADD2-68D9-D096-36A467B8D9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625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B6A1EDCA-0EA0-9221-21A7-7DB6883478EB}"/>
              </a:ext>
            </a:extLst>
          </p:cNvPr>
          <p:cNvGrpSpPr/>
          <p:nvPr/>
        </p:nvGrpSpPr>
        <p:grpSpPr>
          <a:xfrm>
            <a:off x="1953719" y="5327739"/>
            <a:ext cx="449300" cy="153348"/>
            <a:chOff x="6601281" y="5337754"/>
            <a:chExt cx="449300" cy="153348"/>
          </a:xfrm>
        </p:grpSpPr>
        <p:grpSp>
          <p:nvGrpSpPr>
            <p:cNvPr id="619" name="그룹 618">
              <a:extLst>
                <a:ext uri="{FF2B5EF4-FFF2-40B4-BE49-F238E27FC236}">
                  <a16:creationId xmlns:a16="http://schemas.microsoft.com/office/drawing/2014/main" id="{501A2A47-2615-6FB1-74B7-3847B2861D29}"/>
                </a:ext>
              </a:extLst>
            </p:cNvPr>
            <p:cNvGrpSpPr/>
            <p:nvPr/>
          </p:nvGrpSpPr>
          <p:grpSpPr>
            <a:xfrm>
              <a:off x="6624118" y="5343182"/>
              <a:ext cx="426463" cy="142494"/>
              <a:chOff x="5645144" y="3140870"/>
              <a:chExt cx="249768" cy="110534"/>
            </a:xfrm>
          </p:grpSpPr>
          <p:sp>
            <p:nvSpPr>
              <p:cNvPr id="621" name="사각형: 둥근 모서리 620">
                <a:extLst>
                  <a:ext uri="{FF2B5EF4-FFF2-40B4-BE49-F238E27FC236}">
                    <a16:creationId xmlns:a16="http://schemas.microsoft.com/office/drawing/2014/main" id="{DE0A7AA7-A4F9-9050-92AF-33245D5A91EF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2" name="사각형: 둥근 모서리 621">
                <a:extLst>
                  <a:ext uri="{FF2B5EF4-FFF2-40B4-BE49-F238E27FC236}">
                    <a16:creationId xmlns:a16="http://schemas.microsoft.com/office/drawing/2014/main" id="{FE54677E-7BEA-95BF-2AFD-74F7F3BB5E49}"/>
                  </a:ext>
                </a:extLst>
              </p:cNvPr>
              <p:cNvSpPr/>
              <p:nvPr/>
            </p:nvSpPr>
            <p:spPr>
              <a:xfrm>
                <a:off x="5645145" y="3140870"/>
                <a:ext cx="100989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0" name="그림 619">
              <a:extLst>
                <a:ext uri="{FF2B5EF4-FFF2-40B4-BE49-F238E27FC236}">
                  <a16:creationId xmlns:a16="http://schemas.microsoft.com/office/drawing/2014/main" id="{89537D4F-BA7F-E157-83BE-586ECEF8CC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128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3" name="그룹 602">
            <a:extLst>
              <a:ext uri="{FF2B5EF4-FFF2-40B4-BE49-F238E27FC236}">
                <a16:creationId xmlns:a16="http://schemas.microsoft.com/office/drawing/2014/main" id="{6D897065-BEDE-E5A0-5A3D-A0089CAFFFA1}"/>
              </a:ext>
            </a:extLst>
          </p:cNvPr>
          <p:cNvGrpSpPr/>
          <p:nvPr/>
        </p:nvGrpSpPr>
        <p:grpSpPr>
          <a:xfrm>
            <a:off x="2441069" y="5327739"/>
            <a:ext cx="449302" cy="153348"/>
            <a:chOff x="7066312" y="5337754"/>
            <a:chExt cx="449302" cy="153348"/>
          </a:xfrm>
        </p:grpSpPr>
        <p:grpSp>
          <p:nvGrpSpPr>
            <p:cNvPr id="615" name="그룹 614">
              <a:extLst>
                <a:ext uri="{FF2B5EF4-FFF2-40B4-BE49-F238E27FC236}">
                  <a16:creationId xmlns:a16="http://schemas.microsoft.com/office/drawing/2014/main" id="{465722E4-6621-1584-8716-DE5C965B82B5}"/>
                </a:ext>
              </a:extLst>
            </p:cNvPr>
            <p:cNvGrpSpPr/>
            <p:nvPr/>
          </p:nvGrpSpPr>
          <p:grpSpPr>
            <a:xfrm>
              <a:off x="7089150" y="5343182"/>
              <a:ext cx="426464" cy="142494"/>
              <a:chOff x="5645143" y="3140870"/>
              <a:chExt cx="249769" cy="110534"/>
            </a:xfrm>
          </p:grpSpPr>
          <p:sp>
            <p:nvSpPr>
              <p:cNvPr id="617" name="사각형: 둥근 모서리 616">
                <a:extLst>
                  <a:ext uri="{FF2B5EF4-FFF2-40B4-BE49-F238E27FC236}">
                    <a16:creationId xmlns:a16="http://schemas.microsoft.com/office/drawing/2014/main" id="{C9DF1A39-4AFF-F919-6FC4-29C5592BFAC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8" name="사각형: 둥근 모서리 617">
                <a:extLst>
                  <a:ext uri="{FF2B5EF4-FFF2-40B4-BE49-F238E27FC236}">
                    <a16:creationId xmlns:a16="http://schemas.microsoft.com/office/drawing/2014/main" id="{233A1B8F-EE4B-1E48-EFA5-B67D4893C8AB}"/>
                  </a:ext>
                </a:extLst>
              </p:cNvPr>
              <p:cNvSpPr/>
              <p:nvPr/>
            </p:nvSpPr>
            <p:spPr>
              <a:xfrm>
                <a:off x="5645143" y="3140870"/>
                <a:ext cx="247306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6" name="그림 615">
              <a:extLst>
                <a:ext uri="{FF2B5EF4-FFF2-40B4-BE49-F238E27FC236}">
                  <a16:creationId xmlns:a16="http://schemas.microsoft.com/office/drawing/2014/main" id="{7CCC701C-9D3F-4F63-C236-FAD5196FB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6312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4" name="그룹 603">
            <a:extLst>
              <a:ext uri="{FF2B5EF4-FFF2-40B4-BE49-F238E27FC236}">
                <a16:creationId xmlns:a16="http://schemas.microsoft.com/office/drawing/2014/main" id="{4EE6B4B3-773C-4DF0-A166-5F9364E8F4EB}"/>
              </a:ext>
            </a:extLst>
          </p:cNvPr>
          <p:cNvGrpSpPr/>
          <p:nvPr/>
        </p:nvGrpSpPr>
        <p:grpSpPr>
          <a:xfrm>
            <a:off x="2928420" y="5327739"/>
            <a:ext cx="449299" cy="153348"/>
            <a:chOff x="7531343" y="5337754"/>
            <a:chExt cx="449299" cy="153348"/>
          </a:xfrm>
        </p:grpSpPr>
        <p:grpSp>
          <p:nvGrpSpPr>
            <p:cNvPr id="611" name="그룹 610">
              <a:extLst>
                <a:ext uri="{FF2B5EF4-FFF2-40B4-BE49-F238E27FC236}">
                  <a16:creationId xmlns:a16="http://schemas.microsoft.com/office/drawing/2014/main" id="{58270948-DE66-9C7E-BBB3-00CEAEAB46CF}"/>
                </a:ext>
              </a:extLst>
            </p:cNvPr>
            <p:cNvGrpSpPr/>
            <p:nvPr/>
          </p:nvGrpSpPr>
          <p:grpSpPr>
            <a:xfrm>
              <a:off x="7554179" y="5343182"/>
              <a:ext cx="426463" cy="142494"/>
              <a:chOff x="5645144" y="3140870"/>
              <a:chExt cx="249768" cy="110534"/>
            </a:xfrm>
          </p:grpSpPr>
          <p:sp>
            <p:nvSpPr>
              <p:cNvPr id="613" name="사각형: 둥근 모서리 612">
                <a:extLst>
                  <a:ext uri="{FF2B5EF4-FFF2-40B4-BE49-F238E27FC236}">
                    <a16:creationId xmlns:a16="http://schemas.microsoft.com/office/drawing/2014/main" id="{0D26E017-9995-B031-9B02-4B4CDA376393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4" name="사각형: 둥근 모서리 613">
                <a:extLst>
                  <a:ext uri="{FF2B5EF4-FFF2-40B4-BE49-F238E27FC236}">
                    <a16:creationId xmlns:a16="http://schemas.microsoft.com/office/drawing/2014/main" id="{CE8A35A3-AD38-84C3-E441-A3359418EDB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2" name="그림 611">
              <a:extLst>
                <a:ext uri="{FF2B5EF4-FFF2-40B4-BE49-F238E27FC236}">
                  <a16:creationId xmlns:a16="http://schemas.microsoft.com/office/drawing/2014/main" id="{BA385298-E05D-B570-74B6-86D72EEAAC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1343" y="5337754"/>
              <a:ext cx="174868" cy="153348"/>
            </a:xfrm>
            <a:prstGeom prst="rect">
              <a:avLst/>
            </a:prstGeom>
          </p:spPr>
        </p:pic>
      </p:grpSp>
      <p:pic>
        <p:nvPicPr>
          <p:cNvPr id="605" name="그림 604">
            <a:extLst>
              <a:ext uri="{FF2B5EF4-FFF2-40B4-BE49-F238E27FC236}">
                <a16:creationId xmlns:a16="http://schemas.microsoft.com/office/drawing/2014/main" id="{9C25B1D7-EF9B-EC1D-D1C0-BE32CE3590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06" name="TextBox 605">
            <a:extLst>
              <a:ext uri="{FF2B5EF4-FFF2-40B4-BE49-F238E27FC236}">
                <a16:creationId xmlns:a16="http://schemas.microsoft.com/office/drawing/2014/main" id="{BF68F9DE-8DEC-1663-7228-BC146FC3ABFD}"/>
              </a:ext>
            </a:extLst>
          </p:cNvPr>
          <p:cNvSpPr txBox="1"/>
          <p:nvPr/>
        </p:nvSpPr>
        <p:spPr>
          <a:xfrm>
            <a:off x="2581720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7" name="TextBox 606">
            <a:extLst>
              <a:ext uri="{FF2B5EF4-FFF2-40B4-BE49-F238E27FC236}">
                <a16:creationId xmlns:a16="http://schemas.microsoft.com/office/drawing/2014/main" id="{6418E1CD-B27A-3B67-1CB7-A4FA968EDC80}"/>
              </a:ext>
            </a:extLst>
          </p:cNvPr>
          <p:cNvSpPr txBox="1"/>
          <p:nvPr/>
        </p:nvSpPr>
        <p:spPr>
          <a:xfrm>
            <a:off x="3076662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240%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8" name="TextBox 607">
            <a:extLst>
              <a:ext uri="{FF2B5EF4-FFF2-40B4-BE49-F238E27FC236}">
                <a16:creationId xmlns:a16="http://schemas.microsoft.com/office/drawing/2014/main" id="{28AC9464-4E10-25DE-52E7-2259FF105635}"/>
              </a:ext>
            </a:extLst>
          </p:cNvPr>
          <p:cNvSpPr txBox="1"/>
          <p:nvPr/>
        </p:nvSpPr>
        <p:spPr>
          <a:xfrm>
            <a:off x="1177913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9" name="TextBox 608">
            <a:extLst>
              <a:ext uri="{FF2B5EF4-FFF2-40B4-BE49-F238E27FC236}">
                <a16:creationId xmlns:a16="http://schemas.microsoft.com/office/drawing/2014/main" id="{DEB78D5A-204D-E80A-36A9-648581B01B56}"/>
              </a:ext>
            </a:extLst>
          </p:cNvPr>
          <p:cNvSpPr txBox="1"/>
          <p:nvPr/>
        </p:nvSpPr>
        <p:spPr>
          <a:xfrm>
            <a:off x="166402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10" name="TextBox 609">
            <a:extLst>
              <a:ext uri="{FF2B5EF4-FFF2-40B4-BE49-F238E27FC236}">
                <a16:creationId xmlns:a16="http://schemas.microsoft.com/office/drawing/2014/main" id="{BDA7650F-1D9F-5BAE-B367-6E4260CE0A34}"/>
              </a:ext>
            </a:extLst>
          </p:cNvPr>
          <p:cNvSpPr txBox="1"/>
          <p:nvPr/>
        </p:nvSpPr>
        <p:spPr>
          <a:xfrm>
            <a:off x="212839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7910DF87-A06D-4E72-94E1-F8EECAD5EEC3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8D0F919E-5D8E-4314-BF92-F6DF5C37D9E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3DE494D1-A902-4F77-B413-6A40F3D89DCF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25A2A644-2890-4253-BE06-EAADE00C8E18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42" name="Picture 2" descr="돋보기 - 무료 도구 및기구개 아이콘">
            <a:extLst>
              <a:ext uri="{FF2B5EF4-FFF2-40B4-BE49-F238E27FC236}">
                <a16:creationId xmlns:a16="http://schemas.microsoft.com/office/drawing/2014/main" id="{5246130F-CB67-4A2A-A80A-628DE89C6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FBCD24EB-4A1D-4CAE-83C3-BFB6EA09EE0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7AF7A5-9634-4B7D-88A1-2B5571BB132A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576E81C1-1099-45B2-A8A4-56056B24F16B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263DB26-156C-49DA-BABF-50F106C37D7F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620F4479-AE91-48D1-9161-62216903BA1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CF8E5-A378-4A3F-8F6A-96063B779549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D49354-72A2-4D5F-BF7A-D53F615EEC47}"/>
              </a:ext>
            </a:extLst>
          </p:cNvPr>
          <p:cNvSpPr txBox="1"/>
          <p:nvPr/>
        </p:nvSpPr>
        <p:spPr>
          <a:xfrm>
            <a:off x="4299790" y="1542838"/>
            <a:ext cx="2733441" cy="8878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문서화 갱신 필요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내용은 정리되었으나 문서화가 덜 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추후 정리 시 공유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E8E97C40-FC9D-4E42-8F7F-DC33C4B76AB3}"/>
              </a:ext>
            </a:extLst>
          </p:cNvPr>
          <p:cNvSpPr/>
          <p:nvPr/>
        </p:nvSpPr>
        <p:spPr>
          <a:xfrm>
            <a:off x="1498265" y="5559476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643D5573-696C-4DEE-B762-AB05503E1893}"/>
              </a:ext>
            </a:extLst>
          </p:cNvPr>
          <p:cNvGrpSpPr/>
          <p:nvPr/>
        </p:nvGrpSpPr>
        <p:grpSpPr>
          <a:xfrm>
            <a:off x="1587038" y="5665773"/>
            <a:ext cx="238478" cy="233355"/>
            <a:chOff x="10356957" y="4935575"/>
            <a:chExt cx="321867" cy="314954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206AB8AC-A5D8-4D7F-852C-B0398A0C2BE2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EC8D8173-4522-43CD-924E-B902DC577300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21279664-6EE7-4F5F-9E7D-144D301A302B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B35F318C-DD6D-4989-8577-762486102C16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91" name="그림 90">
            <a:extLst>
              <a:ext uri="{FF2B5EF4-FFF2-40B4-BE49-F238E27FC236}">
                <a16:creationId xmlns:a16="http://schemas.microsoft.com/office/drawing/2014/main" id="{E6FD8863-05F9-4617-BD00-FE563DE207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199" y="5713852"/>
            <a:ext cx="157615" cy="138217"/>
          </a:xfrm>
          <a:prstGeom prst="rect">
            <a:avLst/>
          </a:prstGeom>
        </p:spPr>
      </p:pic>
      <p:sp>
        <p:nvSpPr>
          <p:cNvPr id="92" name="직사각형 91">
            <a:extLst>
              <a:ext uri="{FF2B5EF4-FFF2-40B4-BE49-F238E27FC236}">
                <a16:creationId xmlns:a16="http://schemas.microsoft.com/office/drawing/2014/main" id="{CDD3019A-7314-4C96-9645-C244CAC93E1B}"/>
              </a:ext>
            </a:extLst>
          </p:cNvPr>
          <p:cNvSpPr/>
          <p:nvPr/>
        </p:nvSpPr>
        <p:spPr>
          <a:xfrm>
            <a:off x="1983417" y="5559476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F348567A-83AB-4679-8B9D-5C3D6DF03E5F}"/>
              </a:ext>
            </a:extLst>
          </p:cNvPr>
          <p:cNvGrpSpPr/>
          <p:nvPr/>
        </p:nvGrpSpPr>
        <p:grpSpPr>
          <a:xfrm>
            <a:off x="2072190" y="5601383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94" name="직사각형 93">
              <a:extLst>
                <a:ext uri="{FF2B5EF4-FFF2-40B4-BE49-F238E27FC236}">
                  <a16:creationId xmlns:a16="http://schemas.microsoft.com/office/drawing/2014/main" id="{1EF7CF81-DA96-438A-AB66-FE5437C416AD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812F7786-12A7-4370-805A-64C2F07BBB02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6" name="직사각형 95">
              <a:extLst>
                <a:ext uri="{FF2B5EF4-FFF2-40B4-BE49-F238E27FC236}">
                  <a16:creationId xmlns:a16="http://schemas.microsoft.com/office/drawing/2014/main" id="{4A02D73F-9817-461C-AE11-EC321DECD5C7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646E20CA-0D87-44D9-80CA-9849E06E9A90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FE339789-2F81-41C1-9247-4A3B8BCB5DC8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BFC44FF0-212D-4480-BC2D-1A6F427BBD63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100" name="그림 99">
            <a:extLst>
              <a:ext uri="{FF2B5EF4-FFF2-40B4-BE49-F238E27FC236}">
                <a16:creationId xmlns:a16="http://schemas.microsoft.com/office/drawing/2014/main" id="{FBD75DCE-C35D-46E0-8990-24D059276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1352" y="5685331"/>
            <a:ext cx="157615" cy="138217"/>
          </a:xfrm>
          <a:prstGeom prst="rect">
            <a:avLst/>
          </a:prstGeom>
        </p:spPr>
      </p:pic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157F453C-B5CA-41E8-8AE0-324D39AC55C8}"/>
              </a:ext>
            </a:extLst>
          </p:cNvPr>
          <p:cNvSpPr/>
          <p:nvPr/>
        </p:nvSpPr>
        <p:spPr>
          <a:xfrm>
            <a:off x="2468569" y="5559476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584EDD39-9584-4697-9331-13FFB9F092BA}"/>
              </a:ext>
            </a:extLst>
          </p:cNvPr>
          <p:cNvGrpSpPr/>
          <p:nvPr/>
        </p:nvGrpSpPr>
        <p:grpSpPr>
          <a:xfrm>
            <a:off x="2557342" y="5601383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59102120-C088-4179-86D0-8BC408F9E610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E569D07E-3260-4922-A3F9-AF240EAF541D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5" name="직사각형 104">
              <a:extLst>
                <a:ext uri="{FF2B5EF4-FFF2-40B4-BE49-F238E27FC236}">
                  <a16:creationId xmlns:a16="http://schemas.microsoft.com/office/drawing/2014/main" id="{D899A859-1513-441D-A25B-9D34B6C78C81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BFC6FBF7-2725-41F6-9B94-CA7783BF9F95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C685EF5A-9C43-4BD7-A7A2-982D0FEBA569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A1202FD9-16A3-44C6-8EFE-C75CE4790ED4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109" name="그림 108">
            <a:extLst>
              <a:ext uri="{FF2B5EF4-FFF2-40B4-BE49-F238E27FC236}">
                <a16:creationId xmlns:a16="http://schemas.microsoft.com/office/drawing/2014/main" id="{74945FBF-F42D-4C2F-8E68-E3C2BA0AA6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6504" y="5685331"/>
            <a:ext cx="157615" cy="138217"/>
          </a:xfrm>
          <a:prstGeom prst="rect">
            <a:avLst/>
          </a:prstGeom>
        </p:spPr>
      </p:pic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CF7DADA6-6B67-4331-9602-B2A791FAA40E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EEEF00E-26D8-4E33-BD7F-E12A50B714B1}"/>
              </a:ext>
            </a:extLst>
          </p:cNvPr>
          <p:cNvSpPr txBox="1"/>
          <p:nvPr/>
        </p:nvSpPr>
        <p:spPr>
          <a:xfrm>
            <a:off x="840746" y="513168"/>
            <a:ext cx="11881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3.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기능 점검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9C04F0F9-9ACE-4CF6-B249-569FE8FE3D05}"/>
              </a:ext>
            </a:extLst>
          </p:cNvPr>
          <p:cNvSpPr txBox="1"/>
          <p:nvPr/>
        </p:nvSpPr>
        <p:spPr>
          <a:xfrm>
            <a:off x="745699" y="755794"/>
            <a:ext cx="36439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기능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-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전투 웨이브</a:t>
            </a:r>
          </a:p>
        </p:txBody>
      </p:sp>
    </p:spTree>
    <p:extLst>
      <p:ext uri="{BB962C8B-B14F-4D97-AF65-F5344CB8AC3E}">
        <p14:creationId xmlns:p14="http://schemas.microsoft.com/office/powerpoint/2010/main" val="27914749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AF1B28-0655-0853-5617-0E11EAE48EA6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7930057A-48BE-D194-D85C-30F4D13B8193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6F20E49F-AC39-F96E-93AE-3CEE442AECA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D155EF04-DDF9-AAED-9069-086CF50E021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4B515609-732D-A3B3-1460-03688B93EE71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7" name="사각형: 둥근 모서리 586">
            <a:extLst>
              <a:ext uri="{FF2B5EF4-FFF2-40B4-BE49-F238E27FC236}">
                <a16:creationId xmlns:a16="http://schemas.microsoft.com/office/drawing/2014/main" id="{604B057E-071C-A6F0-0F0C-578DA8A969CC}"/>
              </a:ext>
            </a:extLst>
          </p:cNvPr>
          <p:cNvSpPr/>
          <p:nvPr/>
        </p:nvSpPr>
        <p:spPr>
          <a:xfrm>
            <a:off x="944253" y="5310776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588" name="그림 587">
            <a:extLst>
              <a:ext uri="{FF2B5EF4-FFF2-40B4-BE49-F238E27FC236}">
                <a16:creationId xmlns:a16="http://schemas.microsoft.com/office/drawing/2014/main" id="{61293497-4E12-A7F6-10CE-43AE8729F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389340" y="4804595"/>
            <a:ext cx="223412" cy="195916"/>
          </a:xfrm>
          <a:prstGeom prst="rect">
            <a:avLst/>
          </a:prstGeom>
        </p:spPr>
      </p:pic>
      <p:pic>
        <p:nvPicPr>
          <p:cNvPr id="589" name="그림 588">
            <a:extLst>
              <a:ext uri="{FF2B5EF4-FFF2-40B4-BE49-F238E27FC236}">
                <a16:creationId xmlns:a16="http://schemas.microsoft.com/office/drawing/2014/main" id="{6E40E48E-B4E3-F34C-E0B7-D35A94FDBC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590" name="그림 589">
            <a:extLst>
              <a:ext uri="{FF2B5EF4-FFF2-40B4-BE49-F238E27FC236}">
                <a16:creationId xmlns:a16="http://schemas.microsoft.com/office/drawing/2014/main" id="{FD128118-4850-0402-1C54-C02ABE7E8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591" name="그림 590">
            <a:extLst>
              <a:ext uri="{FF2B5EF4-FFF2-40B4-BE49-F238E27FC236}">
                <a16:creationId xmlns:a16="http://schemas.microsoft.com/office/drawing/2014/main" id="{8305339C-9C72-A4E8-DE48-915D7C59EA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pic>
        <p:nvPicPr>
          <p:cNvPr id="593" name="그림 592">
            <a:extLst>
              <a:ext uri="{FF2B5EF4-FFF2-40B4-BE49-F238E27FC236}">
                <a16:creationId xmlns:a16="http://schemas.microsoft.com/office/drawing/2014/main" id="{4794037C-47E7-D62B-F814-8E7BD6877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23" y="3549696"/>
            <a:ext cx="247730" cy="217240"/>
          </a:xfrm>
          <a:prstGeom prst="rect">
            <a:avLst/>
          </a:prstGeom>
        </p:spPr>
      </p:pic>
      <p:pic>
        <p:nvPicPr>
          <p:cNvPr id="594" name="그림 593">
            <a:extLst>
              <a:ext uri="{FF2B5EF4-FFF2-40B4-BE49-F238E27FC236}">
                <a16:creationId xmlns:a16="http://schemas.microsoft.com/office/drawing/2014/main" id="{5E9507FB-C605-9643-1904-0174E4F83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7961" y="3789415"/>
            <a:ext cx="247730" cy="217240"/>
          </a:xfrm>
          <a:prstGeom prst="rect">
            <a:avLst/>
          </a:prstGeom>
        </p:spPr>
      </p:pic>
      <p:pic>
        <p:nvPicPr>
          <p:cNvPr id="595" name="그림 594">
            <a:extLst>
              <a:ext uri="{FF2B5EF4-FFF2-40B4-BE49-F238E27FC236}">
                <a16:creationId xmlns:a16="http://schemas.microsoft.com/office/drawing/2014/main" id="{25995823-2ECF-A751-49A2-E9F207F17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596" name="그림 595">
            <a:extLst>
              <a:ext uri="{FF2B5EF4-FFF2-40B4-BE49-F238E27FC236}">
                <a16:creationId xmlns:a16="http://schemas.microsoft.com/office/drawing/2014/main" id="{9CCEA169-3EBF-2255-9C56-97EA995EA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597" name="그림 596">
            <a:extLst>
              <a:ext uri="{FF2B5EF4-FFF2-40B4-BE49-F238E27FC236}">
                <a16:creationId xmlns:a16="http://schemas.microsoft.com/office/drawing/2014/main" id="{C6A7F366-23C1-E570-C348-FB1623C93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598" name="그림 597">
            <a:extLst>
              <a:ext uri="{FF2B5EF4-FFF2-40B4-BE49-F238E27FC236}">
                <a16:creationId xmlns:a16="http://schemas.microsoft.com/office/drawing/2014/main" id="{BF671C1F-1B1C-0A2C-16AD-990FA0963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sp>
        <p:nvSpPr>
          <p:cNvPr id="599" name="사각형: 둥근 모서리 598">
            <a:extLst>
              <a:ext uri="{FF2B5EF4-FFF2-40B4-BE49-F238E27FC236}">
                <a16:creationId xmlns:a16="http://schemas.microsoft.com/office/drawing/2014/main" id="{D8E5633C-B6C8-1C68-4B94-5F7FA4F91131}"/>
              </a:ext>
            </a:extLst>
          </p:cNvPr>
          <p:cNvSpPr/>
          <p:nvPr/>
        </p:nvSpPr>
        <p:spPr>
          <a:xfrm>
            <a:off x="944253" y="5303495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grpSp>
        <p:nvGrpSpPr>
          <p:cNvPr id="600" name="그룹 599">
            <a:extLst>
              <a:ext uri="{FF2B5EF4-FFF2-40B4-BE49-F238E27FC236}">
                <a16:creationId xmlns:a16="http://schemas.microsoft.com/office/drawing/2014/main" id="{946E8AA8-A7B5-367D-4C98-A465698419B9}"/>
              </a:ext>
            </a:extLst>
          </p:cNvPr>
          <p:cNvGrpSpPr/>
          <p:nvPr/>
        </p:nvGrpSpPr>
        <p:grpSpPr>
          <a:xfrm>
            <a:off x="979019" y="5327739"/>
            <a:ext cx="449300" cy="153348"/>
            <a:chOff x="5671221" y="5337754"/>
            <a:chExt cx="449300" cy="153348"/>
          </a:xfrm>
        </p:grpSpPr>
        <p:grpSp>
          <p:nvGrpSpPr>
            <p:cNvPr id="627" name="그룹 626">
              <a:extLst>
                <a:ext uri="{FF2B5EF4-FFF2-40B4-BE49-F238E27FC236}">
                  <a16:creationId xmlns:a16="http://schemas.microsoft.com/office/drawing/2014/main" id="{DC6A5F39-DE1F-FAD0-A70B-2250C567E9E0}"/>
                </a:ext>
              </a:extLst>
            </p:cNvPr>
            <p:cNvGrpSpPr/>
            <p:nvPr/>
          </p:nvGrpSpPr>
          <p:grpSpPr>
            <a:xfrm>
              <a:off x="5694058" y="5343182"/>
              <a:ext cx="426463" cy="142494"/>
              <a:chOff x="5645144" y="3140870"/>
              <a:chExt cx="249768" cy="110534"/>
            </a:xfrm>
          </p:grpSpPr>
          <p:sp>
            <p:nvSpPr>
              <p:cNvPr id="629" name="사각형: 둥근 모서리 628">
                <a:extLst>
                  <a:ext uri="{FF2B5EF4-FFF2-40B4-BE49-F238E27FC236}">
                    <a16:creationId xmlns:a16="http://schemas.microsoft.com/office/drawing/2014/main" id="{35D3F957-0D85-EBC2-4AA0-BACF5054ACF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30" name="사각형: 둥근 모서리 629">
                <a:extLst>
                  <a:ext uri="{FF2B5EF4-FFF2-40B4-BE49-F238E27FC236}">
                    <a16:creationId xmlns:a16="http://schemas.microsoft.com/office/drawing/2014/main" id="{4046F72C-FC46-FF4F-D6C4-A1A13A97DEB9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8" name="그림 627">
              <a:extLst>
                <a:ext uri="{FF2B5EF4-FFF2-40B4-BE49-F238E27FC236}">
                  <a16:creationId xmlns:a16="http://schemas.microsoft.com/office/drawing/2014/main" id="{B6E59BA9-5D81-8159-28D3-5DBBF4F1F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122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1" name="그룹 600">
            <a:extLst>
              <a:ext uri="{FF2B5EF4-FFF2-40B4-BE49-F238E27FC236}">
                <a16:creationId xmlns:a16="http://schemas.microsoft.com/office/drawing/2014/main" id="{1C381BC2-D006-F740-3A54-CEBD1F6691DF}"/>
              </a:ext>
            </a:extLst>
          </p:cNvPr>
          <p:cNvGrpSpPr/>
          <p:nvPr/>
        </p:nvGrpSpPr>
        <p:grpSpPr>
          <a:xfrm>
            <a:off x="1466369" y="5327739"/>
            <a:ext cx="449300" cy="153348"/>
            <a:chOff x="6136251" y="5337754"/>
            <a:chExt cx="449300" cy="153348"/>
          </a:xfrm>
        </p:grpSpPr>
        <p:grpSp>
          <p:nvGrpSpPr>
            <p:cNvPr id="623" name="그룹 622">
              <a:extLst>
                <a:ext uri="{FF2B5EF4-FFF2-40B4-BE49-F238E27FC236}">
                  <a16:creationId xmlns:a16="http://schemas.microsoft.com/office/drawing/2014/main" id="{0EF9329F-14E0-4CEF-82ED-D19C56E037C4}"/>
                </a:ext>
              </a:extLst>
            </p:cNvPr>
            <p:cNvGrpSpPr/>
            <p:nvPr/>
          </p:nvGrpSpPr>
          <p:grpSpPr>
            <a:xfrm>
              <a:off x="6159088" y="5343182"/>
              <a:ext cx="426463" cy="142494"/>
              <a:chOff x="5645144" y="3140870"/>
              <a:chExt cx="249768" cy="110534"/>
            </a:xfrm>
          </p:grpSpPr>
          <p:sp>
            <p:nvSpPr>
              <p:cNvPr id="625" name="사각형: 둥근 모서리 624">
                <a:extLst>
                  <a:ext uri="{FF2B5EF4-FFF2-40B4-BE49-F238E27FC236}">
                    <a16:creationId xmlns:a16="http://schemas.microsoft.com/office/drawing/2014/main" id="{084CF385-9D04-C20C-5552-E7BC6C0658AC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6" name="사각형: 둥근 모서리 625">
                <a:extLst>
                  <a:ext uri="{FF2B5EF4-FFF2-40B4-BE49-F238E27FC236}">
                    <a16:creationId xmlns:a16="http://schemas.microsoft.com/office/drawing/2014/main" id="{76A16AFB-C033-B177-9D45-771325218EA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4" name="그림 623">
              <a:extLst>
                <a:ext uri="{FF2B5EF4-FFF2-40B4-BE49-F238E27FC236}">
                  <a16:creationId xmlns:a16="http://schemas.microsoft.com/office/drawing/2014/main" id="{CE588951-ADD2-68D9-D096-36A467B8D9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625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B6A1EDCA-0EA0-9221-21A7-7DB6883478EB}"/>
              </a:ext>
            </a:extLst>
          </p:cNvPr>
          <p:cNvGrpSpPr/>
          <p:nvPr/>
        </p:nvGrpSpPr>
        <p:grpSpPr>
          <a:xfrm>
            <a:off x="1953719" y="5327739"/>
            <a:ext cx="449300" cy="153348"/>
            <a:chOff x="6601281" y="5337754"/>
            <a:chExt cx="449300" cy="153348"/>
          </a:xfrm>
        </p:grpSpPr>
        <p:grpSp>
          <p:nvGrpSpPr>
            <p:cNvPr id="619" name="그룹 618">
              <a:extLst>
                <a:ext uri="{FF2B5EF4-FFF2-40B4-BE49-F238E27FC236}">
                  <a16:creationId xmlns:a16="http://schemas.microsoft.com/office/drawing/2014/main" id="{501A2A47-2615-6FB1-74B7-3847B2861D29}"/>
                </a:ext>
              </a:extLst>
            </p:cNvPr>
            <p:cNvGrpSpPr/>
            <p:nvPr/>
          </p:nvGrpSpPr>
          <p:grpSpPr>
            <a:xfrm>
              <a:off x="6624118" y="5343182"/>
              <a:ext cx="426463" cy="142494"/>
              <a:chOff x="5645144" y="3140870"/>
              <a:chExt cx="249768" cy="110534"/>
            </a:xfrm>
          </p:grpSpPr>
          <p:sp>
            <p:nvSpPr>
              <p:cNvPr id="621" name="사각형: 둥근 모서리 620">
                <a:extLst>
                  <a:ext uri="{FF2B5EF4-FFF2-40B4-BE49-F238E27FC236}">
                    <a16:creationId xmlns:a16="http://schemas.microsoft.com/office/drawing/2014/main" id="{DE0A7AA7-A4F9-9050-92AF-33245D5A91EF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2" name="사각형: 둥근 모서리 621">
                <a:extLst>
                  <a:ext uri="{FF2B5EF4-FFF2-40B4-BE49-F238E27FC236}">
                    <a16:creationId xmlns:a16="http://schemas.microsoft.com/office/drawing/2014/main" id="{FE54677E-7BEA-95BF-2AFD-74F7F3BB5E49}"/>
                  </a:ext>
                </a:extLst>
              </p:cNvPr>
              <p:cNvSpPr/>
              <p:nvPr/>
            </p:nvSpPr>
            <p:spPr>
              <a:xfrm>
                <a:off x="5645145" y="3140870"/>
                <a:ext cx="100989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0" name="그림 619">
              <a:extLst>
                <a:ext uri="{FF2B5EF4-FFF2-40B4-BE49-F238E27FC236}">
                  <a16:creationId xmlns:a16="http://schemas.microsoft.com/office/drawing/2014/main" id="{89537D4F-BA7F-E157-83BE-586ECEF8CC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128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3" name="그룹 602">
            <a:extLst>
              <a:ext uri="{FF2B5EF4-FFF2-40B4-BE49-F238E27FC236}">
                <a16:creationId xmlns:a16="http://schemas.microsoft.com/office/drawing/2014/main" id="{6D897065-BEDE-E5A0-5A3D-A0089CAFFFA1}"/>
              </a:ext>
            </a:extLst>
          </p:cNvPr>
          <p:cNvGrpSpPr/>
          <p:nvPr/>
        </p:nvGrpSpPr>
        <p:grpSpPr>
          <a:xfrm>
            <a:off x="2441069" y="5327739"/>
            <a:ext cx="449302" cy="153348"/>
            <a:chOff x="7066312" y="5337754"/>
            <a:chExt cx="449302" cy="153348"/>
          </a:xfrm>
        </p:grpSpPr>
        <p:grpSp>
          <p:nvGrpSpPr>
            <p:cNvPr id="615" name="그룹 614">
              <a:extLst>
                <a:ext uri="{FF2B5EF4-FFF2-40B4-BE49-F238E27FC236}">
                  <a16:creationId xmlns:a16="http://schemas.microsoft.com/office/drawing/2014/main" id="{465722E4-6621-1584-8716-DE5C965B82B5}"/>
                </a:ext>
              </a:extLst>
            </p:cNvPr>
            <p:cNvGrpSpPr/>
            <p:nvPr/>
          </p:nvGrpSpPr>
          <p:grpSpPr>
            <a:xfrm>
              <a:off x="7089150" y="5343182"/>
              <a:ext cx="426464" cy="142494"/>
              <a:chOff x="5645143" y="3140870"/>
              <a:chExt cx="249769" cy="110534"/>
            </a:xfrm>
          </p:grpSpPr>
          <p:sp>
            <p:nvSpPr>
              <p:cNvPr id="617" name="사각형: 둥근 모서리 616">
                <a:extLst>
                  <a:ext uri="{FF2B5EF4-FFF2-40B4-BE49-F238E27FC236}">
                    <a16:creationId xmlns:a16="http://schemas.microsoft.com/office/drawing/2014/main" id="{C9DF1A39-4AFF-F919-6FC4-29C5592BFAC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8" name="사각형: 둥근 모서리 617">
                <a:extLst>
                  <a:ext uri="{FF2B5EF4-FFF2-40B4-BE49-F238E27FC236}">
                    <a16:creationId xmlns:a16="http://schemas.microsoft.com/office/drawing/2014/main" id="{233A1B8F-EE4B-1E48-EFA5-B67D4893C8AB}"/>
                  </a:ext>
                </a:extLst>
              </p:cNvPr>
              <p:cNvSpPr/>
              <p:nvPr/>
            </p:nvSpPr>
            <p:spPr>
              <a:xfrm>
                <a:off x="5645143" y="3140870"/>
                <a:ext cx="247306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6" name="그림 615">
              <a:extLst>
                <a:ext uri="{FF2B5EF4-FFF2-40B4-BE49-F238E27FC236}">
                  <a16:creationId xmlns:a16="http://schemas.microsoft.com/office/drawing/2014/main" id="{7CCC701C-9D3F-4F63-C236-FAD5196FB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6312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4" name="그룹 603">
            <a:extLst>
              <a:ext uri="{FF2B5EF4-FFF2-40B4-BE49-F238E27FC236}">
                <a16:creationId xmlns:a16="http://schemas.microsoft.com/office/drawing/2014/main" id="{4EE6B4B3-773C-4DF0-A166-5F9364E8F4EB}"/>
              </a:ext>
            </a:extLst>
          </p:cNvPr>
          <p:cNvGrpSpPr/>
          <p:nvPr/>
        </p:nvGrpSpPr>
        <p:grpSpPr>
          <a:xfrm>
            <a:off x="2928420" y="5327739"/>
            <a:ext cx="449299" cy="153348"/>
            <a:chOff x="7531343" y="5337754"/>
            <a:chExt cx="449299" cy="153348"/>
          </a:xfrm>
        </p:grpSpPr>
        <p:grpSp>
          <p:nvGrpSpPr>
            <p:cNvPr id="611" name="그룹 610">
              <a:extLst>
                <a:ext uri="{FF2B5EF4-FFF2-40B4-BE49-F238E27FC236}">
                  <a16:creationId xmlns:a16="http://schemas.microsoft.com/office/drawing/2014/main" id="{58270948-DE66-9C7E-BBB3-00CEAEAB46CF}"/>
                </a:ext>
              </a:extLst>
            </p:cNvPr>
            <p:cNvGrpSpPr/>
            <p:nvPr/>
          </p:nvGrpSpPr>
          <p:grpSpPr>
            <a:xfrm>
              <a:off x="7554179" y="5343182"/>
              <a:ext cx="426463" cy="142494"/>
              <a:chOff x="5645144" y="3140870"/>
              <a:chExt cx="249768" cy="110534"/>
            </a:xfrm>
          </p:grpSpPr>
          <p:sp>
            <p:nvSpPr>
              <p:cNvPr id="613" name="사각형: 둥근 모서리 612">
                <a:extLst>
                  <a:ext uri="{FF2B5EF4-FFF2-40B4-BE49-F238E27FC236}">
                    <a16:creationId xmlns:a16="http://schemas.microsoft.com/office/drawing/2014/main" id="{0D26E017-9995-B031-9B02-4B4CDA376393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4" name="사각형: 둥근 모서리 613">
                <a:extLst>
                  <a:ext uri="{FF2B5EF4-FFF2-40B4-BE49-F238E27FC236}">
                    <a16:creationId xmlns:a16="http://schemas.microsoft.com/office/drawing/2014/main" id="{CE8A35A3-AD38-84C3-E441-A3359418EDB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2" name="그림 611">
              <a:extLst>
                <a:ext uri="{FF2B5EF4-FFF2-40B4-BE49-F238E27FC236}">
                  <a16:creationId xmlns:a16="http://schemas.microsoft.com/office/drawing/2014/main" id="{BA385298-E05D-B570-74B6-86D72EEAAC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1343" y="5337754"/>
              <a:ext cx="174868" cy="153348"/>
            </a:xfrm>
            <a:prstGeom prst="rect">
              <a:avLst/>
            </a:prstGeom>
          </p:spPr>
        </p:pic>
      </p:grpSp>
      <p:pic>
        <p:nvPicPr>
          <p:cNvPr id="605" name="그림 604">
            <a:extLst>
              <a:ext uri="{FF2B5EF4-FFF2-40B4-BE49-F238E27FC236}">
                <a16:creationId xmlns:a16="http://schemas.microsoft.com/office/drawing/2014/main" id="{9C25B1D7-EF9B-EC1D-D1C0-BE32CE3590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06" name="TextBox 605">
            <a:extLst>
              <a:ext uri="{FF2B5EF4-FFF2-40B4-BE49-F238E27FC236}">
                <a16:creationId xmlns:a16="http://schemas.microsoft.com/office/drawing/2014/main" id="{BF68F9DE-8DEC-1663-7228-BC146FC3ABFD}"/>
              </a:ext>
            </a:extLst>
          </p:cNvPr>
          <p:cNvSpPr txBox="1"/>
          <p:nvPr/>
        </p:nvSpPr>
        <p:spPr>
          <a:xfrm>
            <a:off x="2581720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7" name="TextBox 606">
            <a:extLst>
              <a:ext uri="{FF2B5EF4-FFF2-40B4-BE49-F238E27FC236}">
                <a16:creationId xmlns:a16="http://schemas.microsoft.com/office/drawing/2014/main" id="{6418E1CD-B27A-3B67-1CB7-A4FA968EDC80}"/>
              </a:ext>
            </a:extLst>
          </p:cNvPr>
          <p:cNvSpPr txBox="1"/>
          <p:nvPr/>
        </p:nvSpPr>
        <p:spPr>
          <a:xfrm>
            <a:off x="3076662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240%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8" name="TextBox 607">
            <a:extLst>
              <a:ext uri="{FF2B5EF4-FFF2-40B4-BE49-F238E27FC236}">
                <a16:creationId xmlns:a16="http://schemas.microsoft.com/office/drawing/2014/main" id="{28AC9464-4E10-25DE-52E7-2259FF105635}"/>
              </a:ext>
            </a:extLst>
          </p:cNvPr>
          <p:cNvSpPr txBox="1"/>
          <p:nvPr/>
        </p:nvSpPr>
        <p:spPr>
          <a:xfrm>
            <a:off x="1177913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9" name="TextBox 608">
            <a:extLst>
              <a:ext uri="{FF2B5EF4-FFF2-40B4-BE49-F238E27FC236}">
                <a16:creationId xmlns:a16="http://schemas.microsoft.com/office/drawing/2014/main" id="{DEB78D5A-204D-E80A-36A9-648581B01B56}"/>
              </a:ext>
            </a:extLst>
          </p:cNvPr>
          <p:cNvSpPr txBox="1"/>
          <p:nvPr/>
        </p:nvSpPr>
        <p:spPr>
          <a:xfrm>
            <a:off x="166402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10" name="TextBox 609">
            <a:extLst>
              <a:ext uri="{FF2B5EF4-FFF2-40B4-BE49-F238E27FC236}">
                <a16:creationId xmlns:a16="http://schemas.microsoft.com/office/drawing/2014/main" id="{BDA7650F-1D9F-5BAE-B367-6E4260CE0A34}"/>
              </a:ext>
            </a:extLst>
          </p:cNvPr>
          <p:cNvSpPr txBox="1"/>
          <p:nvPr/>
        </p:nvSpPr>
        <p:spPr>
          <a:xfrm>
            <a:off x="212839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7910DF87-A06D-4E72-94E1-F8EECAD5EEC3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8D0F919E-5D8E-4314-BF92-F6DF5C37D9E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3DE494D1-A902-4F77-B413-6A40F3D89DCF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25A2A644-2890-4253-BE06-EAADE00C8E18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42" name="Picture 2" descr="돋보기 - 무료 도구 및기구개 아이콘">
            <a:extLst>
              <a:ext uri="{FF2B5EF4-FFF2-40B4-BE49-F238E27FC236}">
                <a16:creationId xmlns:a16="http://schemas.microsoft.com/office/drawing/2014/main" id="{5246130F-CB67-4A2A-A80A-628DE89C6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FBCD24EB-4A1D-4CAE-83C3-BFB6EA09EE0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7AF7A5-9634-4B7D-88A1-2B5571BB132A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576E81C1-1099-45B2-A8A4-56056B24F16B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263DB26-156C-49DA-BABF-50F106C37D7F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620F4479-AE91-48D1-9161-62216903BA1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CF8E5-A378-4A3F-8F6A-96063B779549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10AA640F-A62F-4FFE-9578-ACDCCA60C2E3}"/>
              </a:ext>
            </a:extLst>
          </p:cNvPr>
          <p:cNvSpPr/>
          <p:nvPr/>
        </p:nvSpPr>
        <p:spPr>
          <a:xfrm>
            <a:off x="815908" y="3350335"/>
            <a:ext cx="719795" cy="615963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EE77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5910606A-E981-4D38-8CA4-5402E5107786}"/>
              </a:ext>
            </a:extLst>
          </p:cNvPr>
          <p:cNvSpPr/>
          <p:nvPr/>
        </p:nvSpPr>
        <p:spPr>
          <a:xfrm>
            <a:off x="699452" y="3237272"/>
            <a:ext cx="220980" cy="220980"/>
          </a:xfrm>
          <a:prstGeom prst="ellipse">
            <a:avLst/>
          </a:prstGeom>
          <a:solidFill>
            <a:srgbClr val="EE7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29AA62C-22FF-4F84-8047-B876E2CB733B}"/>
              </a:ext>
            </a:extLst>
          </p:cNvPr>
          <p:cNvSpPr txBox="1"/>
          <p:nvPr/>
        </p:nvSpPr>
        <p:spPr>
          <a:xfrm>
            <a:off x="840746" y="513168"/>
            <a:ext cx="13660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4.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리소스 점검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A3058B36-E48D-4697-A7D7-A902177DB4F2}"/>
              </a:ext>
            </a:extLst>
          </p:cNvPr>
          <p:cNvSpPr/>
          <p:nvPr/>
        </p:nvSpPr>
        <p:spPr>
          <a:xfrm>
            <a:off x="4118713" y="1617195"/>
            <a:ext cx="220980" cy="220980"/>
          </a:xfrm>
          <a:prstGeom prst="ellipse">
            <a:avLst/>
          </a:prstGeom>
          <a:solidFill>
            <a:srgbClr val="EE7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D49354-72A2-4D5F-BF7A-D53F615EEC47}"/>
              </a:ext>
            </a:extLst>
          </p:cNvPr>
          <p:cNvSpPr txBox="1"/>
          <p:nvPr/>
        </p:nvSpPr>
        <p:spPr>
          <a:xfrm>
            <a:off x="4299790" y="1542838"/>
            <a:ext cx="5391541" cy="46181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영웅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모든 영웅은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2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개의 상태를 보유함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[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범부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]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[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범부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]: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빌드업 웨이브에서 도망 다니는 역할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[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]: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전투 웨이브에서 싸우는 역할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5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범부 상태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해당 영웅의 시민 모습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이동 시 좌우 반전 적용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이동 애니메이션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간단한건 준준이 가능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트럭과 충돌 시 출력할 이펙트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사망 애니메이션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5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상태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해당 영웅의 타워 모습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적의 방향에 따라 영웅만 좌우 반전 적용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영웅이 서 있는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2x2 ~ 3x3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사이즈의 발판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등급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~5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등급까지 존재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각 등급별 영웅 이미지 리소스 필요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등급 상승에 따라 일부 장신구 추가 등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각 영웅의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idle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애니메이션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각 영웅의 공격 애니메이션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각 영웅의 공격 투사체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이펙트 등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9C35225-45CC-4391-9574-BFDCA283D6E2}"/>
              </a:ext>
            </a:extLst>
          </p:cNvPr>
          <p:cNvSpPr txBox="1"/>
          <p:nvPr/>
        </p:nvSpPr>
        <p:spPr>
          <a:xfrm>
            <a:off x="745699" y="755794"/>
            <a:ext cx="3257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리소스 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-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엔티티</a:t>
            </a:r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E8E97C40-FC9D-4E42-8F7F-DC33C4B76AB3}"/>
              </a:ext>
            </a:extLst>
          </p:cNvPr>
          <p:cNvSpPr/>
          <p:nvPr/>
        </p:nvSpPr>
        <p:spPr>
          <a:xfrm>
            <a:off x="1498265" y="5559476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643D5573-696C-4DEE-B762-AB05503E1893}"/>
              </a:ext>
            </a:extLst>
          </p:cNvPr>
          <p:cNvGrpSpPr/>
          <p:nvPr/>
        </p:nvGrpSpPr>
        <p:grpSpPr>
          <a:xfrm>
            <a:off x="1587038" y="5665773"/>
            <a:ext cx="238478" cy="233355"/>
            <a:chOff x="10356957" y="4935575"/>
            <a:chExt cx="321867" cy="314954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206AB8AC-A5D8-4D7F-852C-B0398A0C2BE2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EC8D8173-4522-43CD-924E-B902DC577300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21279664-6EE7-4F5F-9E7D-144D301A302B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B35F318C-DD6D-4989-8577-762486102C16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91" name="그림 90">
            <a:extLst>
              <a:ext uri="{FF2B5EF4-FFF2-40B4-BE49-F238E27FC236}">
                <a16:creationId xmlns:a16="http://schemas.microsoft.com/office/drawing/2014/main" id="{E6FD8863-05F9-4617-BD00-FE563DE207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199" y="5713852"/>
            <a:ext cx="157615" cy="138217"/>
          </a:xfrm>
          <a:prstGeom prst="rect">
            <a:avLst/>
          </a:prstGeom>
        </p:spPr>
      </p:pic>
      <p:sp>
        <p:nvSpPr>
          <p:cNvPr id="92" name="직사각형 91">
            <a:extLst>
              <a:ext uri="{FF2B5EF4-FFF2-40B4-BE49-F238E27FC236}">
                <a16:creationId xmlns:a16="http://schemas.microsoft.com/office/drawing/2014/main" id="{CDD3019A-7314-4C96-9645-C244CAC93E1B}"/>
              </a:ext>
            </a:extLst>
          </p:cNvPr>
          <p:cNvSpPr/>
          <p:nvPr/>
        </p:nvSpPr>
        <p:spPr>
          <a:xfrm>
            <a:off x="1983417" y="5559476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F348567A-83AB-4679-8B9D-5C3D6DF03E5F}"/>
              </a:ext>
            </a:extLst>
          </p:cNvPr>
          <p:cNvGrpSpPr/>
          <p:nvPr/>
        </p:nvGrpSpPr>
        <p:grpSpPr>
          <a:xfrm>
            <a:off x="2072190" y="5601383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94" name="직사각형 93">
              <a:extLst>
                <a:ext uri="{FF2B5EF4-FFF2-40B4-BE49-F238E27FC236}">
                  <a16:creationId xmlns:a16="http://schemas.microsoft.com/office/drawing/2014/main" id="{1EF7CF81-DA96-438A-AB66-FE5437C416AD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812F7786-12A7-4370-805A-64C2F07BBB02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6" name="직사각형 95">
              <a:extLst>
                <a:ext uri="{FF2B5EF4-FFF2-40B4-BE49-F238E27FC236}">
                  <a16:creationId xmlns:a16="http://schemas.microsoft.com/office/drawing/2014/main" id="{4A02D73F-9817-461C-AE11-EC321DECD5C7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646E20CA-0D87-44D9-80CA-9849E06E9A90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FE339789-2F81-41C1-9247-4A3B8BCB5DC8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BFC44FF0-212D-4480-BC2D-1A6F427BBD63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100" name="그림 99">
            <a:extLst>
              <a:ext uri="{FF2B5EF4-FFF2-40B4-BE49-F238E27FC236}">
                <a16:creationId xmlns:a16="http://schemas.microsoft.com/office/drawing/2014/main" id="{FBD75DCE-C35D-46E0-8990-24D059276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1352" y="5685331"/>
            <a:ext cx="157615" cy="138217"/>
          </a:xfrm>
          <a:prstGeom prst="rect">
            <a:avLst/>
          </a:prstGeom>
        </p:spPr>
      </p:pic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157F453C-B5CA-41E8-8AE0-324D39AC55C8}"/>
              </a:ext>
            </a:extLst>
          </p:cNvPr>
          <p:cNvSpPr/>
          <p:nvPr/>
        </p:nvSpPr>
        <p:spPr>
          <a:xfrm>
            <a:off x="2468569" y="5559476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584EDD39-9584-4697-9331-13FFB9F092BA}"/>
              </a:ext>
            </a:extLst>
          </p:cNvPr>
          <p:cNvGrpSpPr/>
          <p:nvPr/>
        </p:nvGrpSpPr>
        <p:grpSpPr>
          <a:xfrm>
            <a:off x="2557342" y="5601383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59102120-C088-4179-86D0-8BC408F9E610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E569D07E-3260-4922-A3F9-AF240EAF541D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5" name="직사각형 104">
              <a:extLst>
                <a:ext uri="{FF2B5EF4-FFF2-40B4-BE49-F238E27FC236}">
                  <a16:creationId xmlns:a16="http://schemas.microsoft.com/office/drawing/2014/main" id="{D899A859-1513-441D-A25B-9D34B6C78C81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BFC6FBF7-2725-41F6-9B94-CA7783BF9F95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C685EF5A-9C43-4BD7-A7A2-982D0FEBA569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A1202FD9-16A3-44C6-8EFE-C75CE4790ED4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109" name="그림 108">
            <a:extLst>
              <a:ext uri="{FF2B5EF4-FFF2-40B4-BE49-F238E27FC236}">
                <a16:creationId xmlns:a16="http://schemas.microsoft.com/office/drawing/2014/main" id="{74945FBF-F42D-4C2F-8E68-E3C2BA0AA6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6504" y="5685331"/>
            <a:ext cx="157615" cy="1382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0CE49C5C-4831-4BF2-A382-1C3E7108F26A}"/>
              </a:ext>
            </a:extLst>
          </p:cNvPr>
          <p:cNvSpPr txBox="1"/>
          <p:nvPr/>
        </p:nvSpPr>
        <p:spPr>
          <a:xfrm>
            <a:off x="7728934" y="2931444"/>
            <a:ext cx="4289957" cy="11662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이동 애니메이션 아이디어 검토</a:t>
            </a:r>
            <a:endParaRPr lang="en-US" altLang="ko-KR" sz="1200" dirty="0">
              <a:solidFill>
                <a:schemeClr val="tx1">
                  <a:lumMod val="65000"/>
                  <a:lumOff val="3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3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  <a:endParaRPr lang="en-US" altLang="ko-KR" sz="11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머리</a:t>
            </a: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몸통</a:t>
            </a: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팔</a:t>
            </a: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다리 자르고</a:t>
            </a: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같은 애니메이션으로 여러 영웅에 적용</a:t>
            </a:r>
            <a:endParaRPr lang="en-US" altLang="ko-KR" sz="11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얼굴 표정도 자르고</a:t>
            </a: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 인식 여부에 따라 스프라이트 전환</a:t>
            </a:r>
            <a:endParaRPr lang="en-US" altLang="ko-KR" sz="11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시민이 트럭을 인식하기 전에는 평화로운 스프라이트</a:t>
            </a:r>
            <a:endParaRPr lang="en-US" altLang="ko-KR" sz="11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시민이 트럭을 인식하면 패닉</a:t>
            </a: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으앙 하는 스프라이트</a:t>
            </a:r>
            <a:endParaRPr lang="en-US" altLang="ko-KR" sz="11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78690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AF1B28-0655-0853-5617-0E11EAE48EA6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7930057A-48BE-D194-D85C-30F4D13B8193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6F20E49F-AC39-F96E-93AE-3CEE442AECA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D155EF04-DDF9-AAED-9069-086CF50E021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4B515609-732D-A3B3-1460-03688B93EE71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7" name="사각형: 둥근 모서리 586">
            <a:extLst>
              <a:ext uri="{FF2B5EF4-FFF2-40B4-BE49-F238E27FC236}">
                <a16:creationId xmlns:a16="http://schemas.microsoft.com/office/drawing/2014/main" id="{604B057E-071C-A6F0-0F0C-578DA8A969CC}"/>
              </a:ext>
            </a:extLst>
          </p:cNvPr>
          <p:cNvSpPr/>
          <p:nvPr/>
        </p:nvSpPr>
        <p:spPr>
          <a:xfrm>
            <a:off x="944253" y="5310776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588" name="그림 587">
            <a:extLst>
              <a:ext uri="{FF2B5EF4-FFF2-40B4-BE49-F238E27FC236}">
                <a16:creationId xmlns:a16="http://schemas.microsoft.com/office/drawing/2014/main" id="{61293497-4E12-A7F6-10CE-43AE8729F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389340" y="4804595"/>
            <a:ext cx="223412" cy="195916"/>
          </a:xfrm>
          <a:prstGeom prst="rect">
            <a:avLst/>
          </a:prstGeom>
        </p:spPr>
      </p:pic>
      <p:pic>
        <p:nvPicPr>
          <p:cNvPr id="589" name="그림 588">
            <a:extLst>
              <a:ext uri="{FF2B5EF4-FFF2-40B4-BE49-F238E27FC236}">
                <a16:creationId xmlns:a16="http://schemas.microsoft.com/office/drawing/2014/main" id="{6E40E48E-B4E3-F34C-E0B7-D35A94FDBC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590" name="그림 589">
            <a:extLst>
              <a:ext uri="{FF2B5EF4-FFF2-40B4-BE49-F238E27FC236}">
                <a16:creationId xmlns:a16="http://schemas.microsoft.com/office/drawing/2014/main" id="{FD128118-4850-0402-1C54-C02ABE7E8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591" name="그림 590">
            <a:extLst>
              <a:ext uri="{FF2B5EF4-FFF2-40B4-BE49-F238E27FC236}">
                <a16:creationId xmlns:a16="http://schemas.microsoft.com/office/drawing/2014/main" id="{8305339C-9C72-A4E8-DE48-915D7C59EA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pic>
        <p:nvPicPr>
          <p:cNvPr id="593" name="그림 592">
            <a:extLst>
              <a:ext uri="{FF2B5EF4-FFF2-40B4-BE49-F238E27FC236}">
                <a16:creationId xmlns:a16="http://schemas.microsoft.com/office/drawing/2014/main" id="{4794037C-47E7-D62B-F814-8E7BD6877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23" y="3549696"/>
            <a:ext cx="247730" cy="217240"/>
          </a:xfrm>
          <a:prstGeom prst="rect">
            <a:avLst/>
          </a:prstGeom>
        </p:spPr>
      </p:pic>
      <p:pic>
        <p:nvPicPr>
          <p:cNvPr id="594" name="그림 593">
            <a:extLst>
              <a:ext uri="{FF2B5EF4-FFF2-40B4-BE49-F238E27FC236}">
                <a16:creationId xmlns:a16="http://schemas.microsoft.com/office/drawing/2014/main" id="{5E9507FB-C605-9643-1904-0174E4F83E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7961" y="3789415"/>
            <a:ext cx="247730" cy="217240"/>
          </a:xfrm>
          <a:prstGeom prst="rect">
            <a:avLst/>
          </a:prstGeom>
        </p:spPr>
      </p:pic>
      <p:pic>
        <p:nvPicPr>
          <p:cNvPr id="595" name="그림 594">
            <a:extLst>
              <a:ext uri="{FF2B5EF4-FFF2-40B4-BE49-F238E27FC236}">
                <a16:creationId xmlns:a16="http://schemas.microsoft.com/office/drawing/2014/main" id="{25995823-2ECF-A751-49A2-E9F207F17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596" name="그림 595">
            <a:extLst>
              <a:ext uri="{FF2B5EF4-FFF2-40B4-BE49-F238E27FC236}">
                <a16:creationId xmlns:a16="http://schemas.microsoft.com/office/drawing/2014/main" id="{9CCEA169-3EBF-2255-9C56-97EA995EAD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597" name="그림 596">
            <a:extLst>
              <a:ext uri="{FF2B5EF4-FFF2-40B4-BE49-F238E27FC236}">
                <a16:creationId xmlns:a16="http://schemas.microsoft.com/office/drawing/2014/main" id="{C6A7F366-23C1-E570-C348-FB1623C93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598" name="그림 597">
            <a:extLst>
              <a:ext uri="{FF2B5EF4-FFF2-40B4-BE49-F238E27FC236}">
                <a16:creationId xmlns:a16="http://schemas.microsoft.com/office/drawing/2014/main" id="{BF671C1F-1B1C-0A2C-16AD-990FA09638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sp>
        <p:nvSpPr>
          <p:cNvPr id="599" name="사각형: 둥근 모서리 598">
            <a:extLst>
              <a:ext uri="{FF2B5EF4-FFF2-40B4-BE49-F238E27FC236}">
                <a16:creationId xmlns:a16="http://schemas.microsoft.com/office/drawing/2014/main" id="{D8E5633C-B6C8-1C68-4B94-5F7FA4F91131}"/>
              </a:ext>
            </a:extLst>
          </p:cNvPr>
          <p:cNvSpPr/>
          <p:nvPr/>
        </p:nvSpPr>
        <p:spPr>
          <a:xfrm>
            <a:off x="944253" y="5303495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grpSp>
        <p:nvGrpSpPr>
          <p:cNvPr id="600" name="그룹 599">
            <a:extLst>
              <a:ext uri="{FF2B5EF4-FFF2-40B4-BE49-F238E27FC236}">
                <a16:creationId xmlns:a16="http://schemas.microsoft.com/office/drawing/2014/main" id="{946E8AA8-A7B5-367D-4C98-A465698419B9}"/>
              </a:ext>
            </a:extLst>
          </p:cNvPr>
          <p:cNvGrpSpPr/>
          <p:nvPr/>
        </p:nvGrpSpPr>
        <p:grpSpPr>
          <a:xfrm>
            <a:off x="979019" y="5327739"/>
            <a:ext cx="449300" cy="153348"/>
            <a:chOff x="5671221" y="5337754"/>
            <a:chExt cx="449300" cy="153348"/>
          </a:xfrm>
        </p:grpSpPr>
        <p:grpSp>
          <p:nvGrpSpPr>
            <p:cNvPr id="627" name="그룹 626">
              <a:extLst>
                <a:ext uri="{FF2B5EF4-FFF2-40B4-BE49-F238E27FC236}">
                  <a16:creationId xmlns:a16="http://schemas.microsoft.com/office/drawing/2014/main" id="{DC6A5F39-DE1F-FAD0-A70B-2250C567E9E0}"/>
                </a:ext>
              </a:extLst>
            </p:cNvPr>
            <p:cNvGrpSpPr/>
            <p:nvPr/>
          </p:nvGrpSpPr>
          <p:grpSpPr>
            <a:xfrm>
              <a:off x="5694058" y="5343182"/>
              <a:ext cx="426463" cy="142494"/>
              <a:chOff x="5645144" y="3140870"/>
              <a:chExt cx="249768" cy="110534"/>
            </a:xfrm>
          </p:grpSpPr>
          <p:sp>
            <p:nvSpPr>
              <p:cNvPr id="629" name="사각형: 둥근 모서리 628">
                <a:extLst>
                  <a:ext uri="{FF2B5EF4-FFF2-40B4-BE49-F238E27FC236}">
                    <a16:creationId xmlns:a16="http://schemas.microsoft.com/office/drawing/2014/main" id="{35D3F957-0D85-EBC2-4AA0-BACF5054ACF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30" name="사각형: 둥근 모서리 629">
                <a:extLst>
                  <a:ext uri="{FF2B5EF4-FFF2-40B4-BE49-F238E27FC236}">
                    <a16:creationId xmlns:a16="http://schemas.microsoft.com/office/drawing/2014/main" id="{4046F72C-FC46-FF4F-D6C4-A1A13A97DEB9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8" name="그림 627">
              <a:extLst>
                <a:ext uri="{FF2B5EF4-FFF2-40B4-BE49-F238E27FC236}">
                  <a16:creationId xmlns:a16="http://schemas.microsoft.com/office/drawing/2014/main" id="{B6E59BA9-5D81-8159-28D3-5DBBF4F1F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122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1" name="그룹 600">
            <a:extLst>
              <a:ext uri="{FF2B5EF4-FFF2-40B4-BE49-F238E27FC236}">
                <a16:creationId xmlns:a16="http://schemas.microsoft.com/office/drawing/2014/main" id="{1C381BC2-D006-F740-3A54-CEBD1F6691DF}"/>
              </a:ext>
            </a:extLst>
          </p:cNvPr>
          <p:cNvGrpSpPr/>
          <p:nvPr/>
        </p:nvGrpSpPr>
        <p:grpSpPr>
          <a:xfrm>
            <a:off x="1466369" y="5327739"/>
            <a:ext cx="449300" cy="153348"/>
            <a:chOff x="6136251" y="5337754"/>
            <a:chExt cx="449300" cy="153348"/>
          </a:xfrm>
        </p:grpSpPr>
        <p:grpSp>
          <p:nvGrpSpPr>
            <p:cNvPr id="623" name="그룹 622">
              <a:extLst>
                <a:ext uri="{FF2B5EF4-FFF2-40B4-BE49-F238E27FC236}">
                  <a16:creationId xmlns:a16="http://schemas.microsoft.com/office/drawing/2014/main" id="{0EF9329F-14E0-4CEF-82ED-D19C56E037C4}"/>
                </a:ext>
              </a:extLst>
            </p:cNvPr>
            <p:cNvGrpSpPr/>
            <p:nvPr/>
          </p:nvGrpSpPr>
          <p:grpSpPr>
            <a:xfrm>
              <a:off x="6159088" y="5343182"/>
              <a:ext cx="426463" cy="142494"/>
              <a:chOff x="5645144" y="3140870"/>
              <a:chExt cx="249768" cy="110534"/>
            </a:xfrm>
          </p:grpSpPr>
          <p:sp>
            <p:nvSpPr>
              <p:cNvPr id="625" name="사각형: 둥근 모서리 624">
                <a:extLst>
                  <a:ext uri="{FF2B5EF4-FFF2-40B4-BE49-F238E27FC236}">
                    <a16:creationId xmlns:a16="http://schemas.microsoft.com/office/drawing/2014/main" id="{084CF385-9D04-C20C-5552-E7BC6C0658AC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6" name="사각형: 둥근 모서리 625">
                <a:extLst>
                  <a:ext uri="{FF2B5EF4-FFF2-40B4-BE49-F238E27FC236}">
                    <a16:creationId xmlns:a16="http://schemas.microsoft.com/office/drawing/2014/main" id="{76A16AFB-C033-B177-9D45-771325218EA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4" name="그림 623">
              <a:extLst>
                <a:ext uri="{FF2B5EF4-FFF2-40B4-BE49-F238E27FC236}">
                  <a16:creationId xmlns:a16="http://schemas.microsoft.com/office/drawing/2014/main" id="{CE588951-ADD2-68D9-D096-36A467B8D9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625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B6A1EDCA-0EA0-9221-21A7-7DB6883478EB}"/>
              </a:ext>
            </a:extLst>
          </p:cNvPr>
          <p:cNvGrpSpPr/>
          <p:nvPr/>
        </p:nvGrpSpPr>
        <p:grpSpPr>
          <a:xfrm>
            <a:off x="1953719" y="5327739"/>
            <a:ext cx="449300" cy="153348"/>
            <a:chOff x="6601281" y="5337754"/>
            <a:chExt cx="449300" cy="153348"/>
          </a:xfrm>
        </p:grpSpPr>
        <p:grpSp>
          <p:nvGrpSpPr>
            <p:cNvPr id="619" name="그룹 618">
              <a:extLst>
                <a:ext uri="{FF2B5EF4-FFF2-40B4-BE49-F238E27FC236}">
                  <a16:creationId xmlns:a16="http://schemas.microsoft.com/office/drawing/2014/main" id="{501A2A47-2615-6FB1-74B7-3847B2861D29}"/>
                </a:ext>
              </a:extLst>
            </p:cNvPr>
            <p:cNvGrpSpPr/>
            <p:nvPr/>
          </p:nvGrpSpPr>
          <p:grpSpPr>
            <a:xfrm>
              <a:off x="6624118" y="5343182"/>
              <a:ext cx="426463" cy="142494"/>
              <a:chOff x="5645144" y="3140870"/>
              <a:chExt cx="249768" cy="110534"/>
            </a:xfrm>
          </p:grpSpPr>
          <p:sp>
            <p:nvSpPr>
              <p:cNvPr id="621" name="사각형: 둥근 모서리 620">
                <a:extLst>
                  <a:ext uri="{FF2B5EF4-FFF2-40B4-BE49-F238E27FC236}">
                    <a16:creationId xmlns:a16="http://schemas.microsoft.com/office/drawing/2014/main" id="{DE0A7AA7-A4F9-9050-92AF-33245D5A91EF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2" name="사각형: 둥근 모서리 621">
                <a:extLst>
                  <a:ext uri="{FF2B5EF4-FFF2-40B4-BE49-F238E27FC236}">
                    <a16:creationId xmlns:a16="http://schemas.microsoft.com/office/drawing/2014/main" id="{FE54677E-7BEA-95BF-2AFD-74F7F3BB5E49}"/>
                  </a:ext>
                </a:extLst>
              </p:cNvPr>
              <p:cNvSpPr/>
              <p:nvPr/>
            </p:nvSpPr>
            <p:spPr>
              <a:xfrm>
                <a:off x="5645145" y="3140870"/>
                <a:ext cx="100989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0" name="그림 619">
              <a:extLst>
                <a:ext uri="{FF2B5EF4-FFF2-40B4-BE49-F238E27FC236}">
                  <a16:creationId xmlns:a16="http://schemas.microsoft.com/office/drawing/2014/main" id="{89537D4F-BA7F-E157-83BE-586ECEF8CC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128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3" name="그룹 602">
            <a:extLst>
              <a:ext uri="{FF2B5EF4-FFF2-40B4-BE49-F238E27FC236}">
                <a16:creationId xmlns:a16="http://schemas.microsoft.com/office/drawing/2014/main" id="{6D897065-BEDE-E5A0-5A3D-A0089CAFFFA1}"/>
              </a:ext>
            </a:extLst>
          </p:cNvPr>
          <p:cNvGrpSpPr/>
          <p:nvPr/>
        </p:nvGrpSpPr>
        <p:grpSpPr>
          <a:xfrm>
            <a:off x="2441069" y="5327739"/>
            <a:ext cx="449302" cy="153348"/>
            <a:chOff x="7066312" y="5337754"/>
            <a:chExt cx="449302" cy="153348"/>
          </a:xfrm>
        </p:grpSpPr>
        <p:grpSp>
          <p:nvGrpSpPr>
            <p:cNvPr id="615" name="그룹 614">
              <a:extLst>
                <a:ext uri="{FF2B5EF4-FFF2-40B4-BE49-F238E27FC236}">
                  <a16:creationId xmlns:a16="http://schemas.microsoft.com/office/drawing/2014/main" id="{465722E4-6621-1584-8716-DE5C965B82B5}"/>
                </a:ext>
              </a:extLst>
            </p:cNvPr>
            <p:cNvGrpSpPr/>
            <p:nvPr/>
          </p:nvGrpSpPr>
          <p:grpSpPr>
            <a:xfrm>
              <a:off x="7089150" y="5343182"/>
              <a:ext cx="426464" cy="142494"/>
              <a:chOff x="5645143" y="3140870"/>
              <a:chExt cx="249769" cy="110534"/>
            </a:xfrm>
          </p:grpSpPr>
          <p:sp>
            <p:nvSpPr>
              <p:cNvPr id="617" name="사각형: 둥근 모서리 616">
                <a:extLst>
                  <a:ext uri="{FF2B5EF4-FFF2-40B4-BE49-F238E27FC236}">
                    <a16:creationId xmlns:a16="http://schemas.microsoft.com/office/drawing/2014/main" id="{C9DF1A39-4AFF-F919-6FC4-29C5592BFAC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8" name="사각형: 둥근 모서리 617">
                <a:extLst>
                  <a:ext uri="{FF2B5EF4-FFF2-40B4-BE49-F238E27FC236}">
                    <a16:creationId xmlns:a16="http://schemas.microsoft.com/office/drawing/2014/main" id="{233A1B8F-EE4B-1E48-EFA5-B67D4893C8AB}"/>
                  </a:ext>
                </a:extLst>
              </p:cNvPr>
              <p:cNvSpPr/>
              <p:nvPr/>
            </p:nvSpPr>
            <p:spPr>
              <a:xfrm>
                <a:off x="5645143" y="3140870"/>
                <a:ext cx="247306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6" name="그림 615">
              <a:extLst>
                <a:ext uri="{FF2B5EF4-FFF2-40B4-BE49-F238E27FC236}">
                  <a16:creationId xmlns:a16="http://schemas.microsoft.com/office/drawing/2014/main" id="{7CCC701C-9D3F-4F63-C236-FAD5196FB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6312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4" name="그룹 603">
            <a:extLst>
              <a:ext uri="{FF2B5EF4-FFF2-40B4-BE49-F238E27FC236}">
                <a16:creationId xmlns:a16="http://schemas.microsoft.com/office/drawing/2014/main" id="{4EE6B4B3-773C-4DF0-A166-5F9364E8F4EB}"/>
              </a:ext>
            </a:extLst>
          </p:cNvPr>
          <p:cNvGrpSpPr/>
          <p:nvPr/>
        </p:nvGrpSpPr>
        <p:grpSpPr>
          <a:xfrm>
            <a:off x="2928420" y="5327739"/>
            <a:ext cx="449299" cy="153348"/>
            <a:chOff x="7531343" y="5337754"/>
            <a:chExt cx="449299" cy="153348"/>
          </a:xfrm>
        </p:grpSpPr>
        <p:grpSp>
          <p:nvGrpSpPr>
            <p:cNvPr id="611" name="그룹 610">
              <a:extLst>
                <a:ext uri="{FF2B5EF4-FFF2-40B4-BE49-F238E27FC236}">
                  <a16:creationId xmlns:a16="http://schemas.microsoft.com/office/drawing/2014/main" id="{58270948-DE66-9C7E-BBB3-00CEAEAB46CF}"/>
                </a:ext>
              </a:extLst>
            </p:cNvPr>
            <p:cNvGrpSpPr/>
            <p:nvPr/>
          </p:nvGrpSpPr>
          <p:grpSpPr>
            <a:xfrm>
              <a:off x="7554179" y="5343182"/>
              <a:ext cx="426463" cy="142494"/>
              <a:chOff x="5645144" y="3140870"/>
              <a:chExt cx="249768" cy="110534"/>
            </a:xfrm>
          </p:grpSpPr>
          <p:sp>
            <p:nvSpPr>
              <p:cNvPr id="613" name="사각형: 둥근 모서리 612">
                <a:extLst>
                  <a:ext uri="{FF2B5EF4-FFF2-40B4-BE49-F238E27FC236}">
                    <a16:creationId xmlns:a16="http://schemas.microsoft.com/office/drawing/2014/main" id="{0D26E017-9995-B031-9B02-4B4CDA376393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4" name="사각형: 둥근 모서리 613">
                <a:extLst>
                  <a:ext uri="{FF2B5EF4-FFF2-40B4-BE49-F238E27FC236}">
                    <a16:creationId xmlns:a16="http://schemas.microsoft.com/office/drawing/2014/main" id="{CE8A35A3-AD38-84C3-E441-A3359418EDB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2" name="그림 611">
              <a:extLst>
                <a:ext uri="{FF2B5EF4-FFF2-40B4-BE49-F238E27FC236}">
                  <a16:creationId xmlns:a16="http://schemas.microsoft.com/office/drawing/2014/main" id="{BA385298-E05D-B570-74B6-86D72EEAAC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1343" y="5337754"/>
              <a:ext cx="174868" cy="153348"/>
            </a:xfrm>
            <a:prstGeom prst="rect">
              <a:avLst/>
            </a:prstGeom>
          </p:spPr>
        </p:pic>
      </p:grpSp>
      <p:pic>
        <p:nvPicPr>
          <p:cNvPr id="605" name="그림 604">
            <a:extLst>
              <a:ext uri="{FF2B5EF4-FFF2-40B4-BE49-F238E27FC236}">
                <a16:creationId xmlns:a16="http://schemas.microsoft.com/office/drawing/2014/main" id="{9C25B1D7-EF9B-EC1D-D1C0-BE32CE3590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06" name="TextBox 605">
            <a:extLst>
              <a:ext uri="{FF2B5EF4-FFF2-40B4-BE49-F238E27FC236}">
                <a16:creationId xmlns:a16="http://schemas.microsoft.com/office/drawing/2014/main" id="{BF68F9DE-8DEC-1663-7228-BC146FC3ABFD}"/>
              </a:ext>
            </a:extLst>
          </p:cNvPr>
          <p:cNvSpPr txBox="1"/>
          <p:nvPr/>
        </p:nvSpPr>
        <p:spPr>
          <a:xfrm>
            <a:off x="2581720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7" name="TextBox 606">
            <a:extLst>
              <a:ext uri="{FF2B5EF4-FFF2-40B4-BE49-F238E27FC236}">
                <a16:creationId xmlns:a16="http://schemas.microsoft.com/office/drawing/2014/main" id="{6418E1CD-B27A-3B67-1CB7-A4FA968EDC80}"/>
              </a:ext>
            </a:extLst>
          </p:cNvPr>
          <p:cNvSpPr txBox="1"/>
          <p:nvPr/>
        </p:nvSpPr>
        <p:spPr>
          <a:xfrm>
            <a:off x="3076662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240%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8" name="TextBox 607">
            <a:extLst>
              <a:ext uri="{FF2B5EF4-FFF2-40B4-BE49-F238E27FC236}">
                <a16:creationId xmlns:a16="http://schemas.microsoft.com/office/drawing/2014/main" id="{28AC9464-4E10-25DE-52E7-2259FF105635}"/>
              </a:ext>
            </a:extLst>
          </p:cNvPr>
          <p:cNvSpPr txBox="1"/>
          <p:nvPr/>
        </p:nvSpPr>
        <p:spPr>
          <a:xfrm>
            <a:off x="1177913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9" name="TextBox 608">
            <a:extLst>
              <a:ext uri="{FF2B5EF4-FFF2-40B4-BE49-F238E27FC236}">
                <a16:creationId xmlns:a16="http://schemas.microsoft.com/office/drawing/2014/main" id="{DEB78D5A-204D-E80A-36A9-648581B01B56}"/>
              </a:ext>
            </a:extLst>
          </p:cNvPr>
          <p:cNvSpPr txBox="1"/>
          <p:nvPr/>
        </p:nvSpPr>
        <p:spPr>
          <a:xfrm>
            <a:off x="166402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10" name="TextBox 609">
            <a:extLst>
              <a:ext uri="{FF2B5EF4-FFF2-40B4-BE49-F238E27FC236}">
                <a16:creationId xmlns:a16="http://schemas.microsoft.com/office/drawing/2014/main" id="{BDA7650F-1D9F-5BAE-B367-6E4260CE0A34}"/>
              </a:ext>
            </a:extLst>
          </p:cNvPr>
          <p:cNvSpPr txBox="1"/>
          <p:nvPr/>
        </p:nvSpPr>
        <p:spPr>
          <a:xfrm>
            <a:off x="212839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7910DF87-A06D-4E72-94E1-F8EECAD5EEC3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8D0F919E-5D8E-4314-BF92-F6DF5C37D9E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3DE494D1-A902-4F77-B413-6A40F3D89DCF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25A2A644-2890-4253-BE06-EAADE00C8E18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42" name="Picture 2" descr="돋보기 - 무료 도구 및기구개 아이콘">
            <a:extLst>
              <a:ext uri="{FF2B5EF4-FFF2-40B4-BE49-F238E27FC236}">
                <a16:creationId xmlns:a16="http://schemas.microsoft.com/office/drawing/2014/main" id="{5246130F-CB67-4A2A-A80A-628DE89C6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FBCD24EB-4A1D-4CAE-83C3-BFB6EA09EE0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7AF7A5-9634-4B7D-88A1-2B5571BB132A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576E81C1-1099-45B2-A8A4-56056B24F16B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263DB26-156C-49DA-BABF-50F106C37D7F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620F4479-AE91-48D1-9161-62216903BA1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CF8E5-A378-4A3F-8F6A-96063B779549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8BBB964A-BBAF-4342-816D-E19366B84E57}"/>
              </a:ext>
            </a:extLst>
          </p:cNvPr>
          <p:cNvSpPr/>
          <p:nvPr/>
        </p:nvSpPr>
        <p:spPr>
          <a:xfrm>
            <a:off x="1822486" y="3350335"/>
            <a:ext cx="719795" cy="615963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EE77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068A8242-90F0-4896-A84F-6276734E3694}"/>
              </a:ext>
            </a:extLst>
          </p:cNvPr>
          <p:cNvSpPr/>
          <p:nvPr/>
        </p:nvSpPr>
        <p:spPr>
          <a:xfrm>
            <a:off x="1706030" y="3237272"/>
            <a:ext cx="220980" cy="220980"/>
          </a:xfrm>
          <a:prstGeom prst="ellipse">
            <a:avLst/>
          </a:prstGeom>
          <a:solidFill>
            <a:srgbClr val="EE7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29AA62C-22FF-4F84-8047-B876E2CB733B}"/>
              </a:ext>
            </a:extLst>
          </p:cNvPr>
          <p:cNvSpPr txBox="1"/>
          <p:nvPr/>
        </p:nvSpPr>
        <p:spPr>
          <a:xfrm>
            <a:off x="840746" y="513168"/>
            <a:ext cx="13660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4.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리소스 점검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A3058B36-E48D-4697-A7D7-A902177DB4F2}"/>
              </a:ext>
            </a:extLst>
          </p:cNvPr>
          <p:cNvSpPr/>
          <p:nvPr/>
        </p:nvSpPr>
        <p:spPr>
          <a:xfrm>
            <a:off x="4118713" y="1617195"/>
            <a:ext cx="220980" cy="220980"/>
          </a:xfrm>
          <a:prstGeom prst="ellipse">
            <a:avLst/>
          </a:prstGeom>
          <a:solidFill>
            <a:srgbClr val="EE7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D49354-72A2-4D5F-BF7A-D53F615EEC47}"/>
              </a:ext>
            </a:extLst>
          </p:cNvPr>
          <p:cNvSpPr txBox="1"/>
          <p:nvPr/>
        </p:nvSpPr>
        <p:spPr>
          <a:xfrm>
            <a:off x="4299790" y="1542838"/>
            <a:ext cx="2345514" cy="8878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영웅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트럭의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8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방향 스프라이트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트럭의 간단한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idle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애니메이션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9C35225-45CC-4391-9574-BFDCA283D6E2}"/>
              </a:ext>
            </a:extLst>
          </p:cNvPr>
          <p:cNvSpPr txBox="1"/>
          <p:nvPr/>
        </p:nvSpPr>
        <p:spPr>
          <a:xfrm>
            <a:off x="745699" y="755794"/>
            <a:ext cx="32576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리소스 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-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엔티티</a:t>
            </a:r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E8E97C40-FC9D-4E42-8F7F-DC33C4B76AB3}"/>
              </a:ext>
            </a:extLst>
          </p:cNvPr>
          <p:cNvSpPr/>
          <p:nvPr/>
        </p:nvSpPr>
        <p:spPr>
          <a:xfrm>
            <a:off x="1498265" y="5559476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643D5573-696C-4DEE-B762-AB05503E1893}"/>
              </a:ext>
            </a:extLst>
          </p:cNvPr>
          <p:cNvGrpSpPr/>
          <p:nvPr/>
        </p:nvGrpSpPr>
        <p:grpSpPr>
          <a:xfrm>
            <a:off x="1587038" y="5665773"/>
            <a:ext cx="238478" cy="233355"/>
            <a:chOff x="10356957" y="4935575"/>
            <a:chExt cx="321867" cy="314954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206AB8AC-A5D8-4D7F-852C-B0398A0C2BE2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EC8D8173-4522-43CD-924E-B902DC577300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21279664-6EE7-4F5F-9E7D-144D301A302B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B35F318C-DD6D-4989-8577-762486102C16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91" name="그림 90">
            <a:extLst>
              <a:ext uri="{FF2B5EF4-FFF2-40B4-BE49-F238E27FC236}">
                <a16:creationId xmlns:a16="http://schemas.microsoft.com/office/drawing/2014/main" id="{E6FD8863-05F9-4617-BD00-FE563DE207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199" y="5713852"/>
            <a:ext cx="157615" cy="138217"/>
          </a:xfrm>
          <a:prstGeom prst="rect">
            <a:avLst/>
          </a:prstGeom>
        </p:spPr>
      </p:pic>
      <p:sp>
        <p:nvSpPr>
          <p:cNvPr id="92" name="직사각형 91">
            <a:extLst>
              <a:ext uri="{FF2B5EF4-FFF2-40B4-BE49-F238E27FC236}">
                <a16:creationId xmlns:a16="http://schemas.microsoft.com/office/drawing/2014/main" id="{CDD3019A-7314-4C96-9645-C244CAC93E1B}"/>
              </a:ext>
            </a:extLst>
          </p:cNvPr>
          <p:cNvSpPr/>
          <p:nvPr/>
        </p:nvSpPr>
        <p:spPr>
          <a:xfrm>
            <a:off x="1983417" y="5559476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F348567A-83AB-4679-8B9D-5C3D6DF03E5F}"/>
              </a:ext>
            </a:extLst>
          </p:cNvPr>
          <p:cNvGrpSpPr/>
          <p:nvPr/>
        </p:nvGrpSpPr>
        <p:grpSpPr>
          <a:xfrm>
            <a:off x="2072190" y="5601383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94" name="직사각형 93">
              <a:extLst>
                <a:ext uri="{FF2B5EF4-FFF2-40B4-BE49-F238E27FC236}">
                  <a16:creationId xmlns:a16="http://schemas.microsoft.com/office/drawing/2014/main" id="{1EF7CF81-DA96-438A-AB66-FE5437C416AD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812F7786-12A7-4370-805A-64C2F07BBB02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6" name="직사각형 95">
              <a:extLst>
                <a:ext uri="{FF2B5EF4-FFF2-40B4-BE49-F238E27FC236}">
                  <a16:creationId xmlns:a16="http://schemas.microsoft.com/office/drawing/2014/main" id="{4A02D73F-9817-461C-AE11-EC321DECD5C7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646E20CA-0D87-44D9-80CA-9849E06E9A90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FE339789-2F81-41C1-9247-4A3B8BCB5DC8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BFC44FF0-212D-4480-BC2D-1A6F427BBD63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100" name="그림 99">
            <a:extLst>
              <a:ext uri="{FF2B5EF4-FFF2-40B4-BE49-F238E27FC236}">
                <a16:creationId xmlns:a16="http://schemas.microsoft.com/office/drawing/2014/main" id="{FBD75DCE-C35D-46E0-8990-24D059276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1352" y="5685331"/>
            <a:ext cx="157615" cy="138217"/>
          </a:xfrm>
          <a:prstGeom prst="rect">
            <a:avLst/>
          </a:prstGeom>
        </p:spPr>
      </p:pic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157F453C-B5CA-41E8-8AE0-324D39AC55C8}"/>
              </a:ext>
            </a:extLst>
          </p:cNvPr>
          <p:cNvSpPr/>
          <p:nvPr/>
        </p:nvSpPr>
        <p:spPr>
          <a:xfrm>
            <a:off x="2468569" y="5559476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584EDD39-9584-4697-9331-13FFB9F092BA}"/>
              </a:ext>
            </a:extLst>
          </p:cNvPr>
          <p:cNvGrpSpPr/>
          <p:nvPr/>
        </p:nvGrpSpPr>
        <p:grpSpPr>
          <a:xfrm>
            <a:off x="2557342" y="5601383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59102120-C088-4179-86D0-8BC408F9E610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E569D07E-3260-4922-A3F9-AF240EAF541D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5" name="직사각형 104">
              <a:extLst>
                <a:ext uri="{FF2B5EF4-FFF2-40B4-BE49-F238E27FC236}">
                  <a16:creationId xmlns:a16="http://schemas.microsoft.com/office/drawing/2014/main" id="{D899A859-1513-441D-A25B-9D34B6C78C81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BFC6FBF7-2725-41F6-9B94-CA7783BF9F95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C685EF5A-9C43-4BD7-A7A2-982D0FEBA569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A1202FD9-16A3-44C6-8EFE-C75CE4790ED4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109" name="그림 108">
            <a:extLst>
              <a:ext uri="{FF2B5EF4-FFF2-40B4-BE49-F238E27FC236}">
                <a16:creationId xmlns:a16="http://schemas.microsoft.com/office/drawing/2014/main" id="{74945FBF-F42D-4C2F-8E68-E3C2BA0AA6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6504" y="5685331"/>
            <a:ext cx="157615" cy="138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1928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0B2122-17E3-CA47-3B51-C43077C3F2B4}"/>
              </a:ext>
            </a:extLst>
          </p:cNvPr>
          <p:cNvSpPr txBox="1"/>
          <p:nvPr/>
        </p:nvSpPr>
        <p:spPr>
          <a:xfrm>
            <a:off x="745699" y="755794"/>
            <a:ext cx="26949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리소스 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- UI</a:t>
            </a:r>
            <a:endParaRPr lang="ko-KR" altLang="en-US" sz="2400" dirty="0">
              <a:solidFill>
                <a:srgbClr val="1A0C2F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AF1B28-0655-0853-5617-0E11EAE48EA6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7930057A-48BE-D194-D85C-30F4D13B8193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6F20E49F-AC39-F96E-93AE-3CEE442AECA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D155EF04-DDF9-AAED-9069-086CF50E021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4B515609-732D-A3B3-1460-03688B93EE71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7" name="사각형: 둥근 모서리 586">
            <a:extLst>
              <a:ext uri="{FF2B5EF4-FFF2-40B4-BE49-F238E27FC236}">
                <a16:creationId xmlns:a16="http://schemas.microsoft.com/office/drawing/2014/main" id="{604B057E-071C-A6F0-0F0C-578DA8A969CC}"/>
              </a:ext>
            </a:extLst>
          </p:cNvPr>
          <p:cNvSpPr/>
          <p:nvPr/>
        </p:nvSpPr>
        <p:spPr>
          <a:xfrm>
            <a:off x="944253" y="5310776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591" name="그림 590">
            <a:extLst>
              <a:ext uri="{FF2B5EF4-FFF2-40B4-BE49-F238E27FC236}">
                <a16:creationId xmlns:a16="http://schemas.microsoft.com/office/drawing/2014/main" id="{8305339C-9C72-A4E8-DE48-915D7C59E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sp>
        <p:nvSpPr>
          <p:cNvPr id="599" name="사각형: 둥근 모서리 598">
            <a:extLst>
              <a:ext uri="{FF2B5EF4-FFF2-40B4-BE49-F238E27FC236}">
                <a16:creationId xmlns:a16="http://schemas.microsoft.com/office/drawing/2014/main" id="{D8E5633C-B6C8-1C68-4B94-5F7FA4F91131}"/>
              </a:ext>
            </a:extLst>
          </p:cNvPr>
          <p:cNvSpPr/>
          <p:nvPr/>
        </p:nvSpPr>
        <p:spPr>
          <a:xfrm>
            <a:off x="944253" y="5303495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grpSp>
        <p:nvGrpSpPr>
          <p:cNvPr id="600" name="그룹 599">
            <a:extLst>
              <a:ext uri="{FF2B5EF4-FFF2-40B4-BE49-F238E27FC236}">
                <a16:creationId xmlns:a16="http://schemas.microsoft.com/office/drawing/2014/main" id="{946E8AA8-A7B5-367D-4C98-A465698419B9}"/>
              </a:ext>
            </a:extLst>
          </p:cNvPr>
          <p:cNvGrpSpPr/>
          <p:nvPr/>
        </p:nvGrpSpPr>
        <p:grpSpPr>
          <a:xfrm>
            <a:off x="979019" y="5327739"/>
            <a:ext cx="449300" cy="153348"/>
            <a:chOff x="5671221" y="5337754"/>
            <a:chExt cx="449300" cy="153348"/>
          </a:xfrm>
        </p:grpSpPr>
        <p:grpSp>
          <p:nvGrpSpPr>
            <p:cNvPr id="627" name="그룹 626">
              <a:extLst>
                <a:ext uri="{FF2B5EF4-FFF2-40B4-BE49-F238E27FC236}">
                  <a16:creationId xmlns:a16="http://schemas.microsoft.com/office/drawing/2014/main" id="{DC6A5F39-DE1F-FAD0-A70B-2250C567E9E0}"/>
                </a:ext>
              </a:extLst>
            </p:cNvPr>
            <p:cNvGrpSpPr/>
            <p:nvPr/>
          </p:nvGrpSpPr>
          <p:grpSpPr>
            <a:xfrm>
              <a:off x="5694058" y="5343182"/>
              <a:ext cx="426463" cy="142494"/>
              <a:chOff x="5645144" y="3140870"/>
              <a:chExt cx="249768" cy="110534"/>
            </a:xfrm>
          </p:grpSpPr>
          <p:sp>
            <p:nvSpPr>
              <p:cNvPr id="629" name="사각형: 둥근 모서리 628">
                <a:extLst>
                  <a:ext uri="{FF2B5EF4-FFF2-40B4-BE49-F238E27FC236}">
                    <a16:creationId xmlns:a16="http://schemas.microsoft.com/office/drawing/2014/main" id="{35D3F957-0D85-EBC2-4AA0-BACF5054ACF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30" name="사각형: 둥근 모서리 629">
                <a:extLst>
                  <a:ext uri="{FF2B5EF4-FFF2-40B4-BE49-F238E27FC236}">
                    <a16:creationId xmlns:a16="http://schemas.microsoft.com/office/drawing/2014/main" id="{4046F72C-FC46-FF4F-D6C4-A1A13A97DEB9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8" name="그림 627">
              <a:extLst>
                <a:ext uri="{FF2B5EF4-FFF2-40B4-BE49-F238E27FC236}">
                  <a16:creationId xmlns:a16="http://schemas.microsoft.com/office/drawing/2014/main" id="{B6E59BA9-5D81-8159-28D3-5DBBF4F1F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122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1" name="그룹 600">
            <a:extLst>
              <a:ext uri="{FF2B5EF4-FFF2-40B4-BE49-F238E27FC236}">
                <a16:creationId xmlns:a16="http://schemas.microsoft.com/office/drawing/2014/main" id="{1C381BC2-D006-F740-3A54-CEBD1F6691DF}"/>
              </a:ext>
            </a:extLst>
          </p:cNvPr>
          <p:cNvGrpSpPr/>
          <p:nvPr/>
        </p:nvGrpSpPr>
        <p:grpSpPr>
          <a:xfrm>
            <a:off x="1466369" y="5327739"/>
            <a:ext cx="449300" cy="153348"/>
            <a:chOff x="6136251" y="5337754"/>
            <a:chExt cx="449300" cy="153348"/>
          </a:xfrm>
        </p:grpSpPr>
        <p:grpSp>
          <p:nvGrpSpPr>
            <p:cNvPr id="623" name="그룹 622">
              <a:extLst>
                <a:ext uri="{FF2B5EF4-FFF2-40B4-BE49-F238E27FC236}">
                  <a16:creationId xmlns:a16="http://schemas.microsoft.com/office/drawing/2014/main" id="{0EF9329F-14E0-4CEF-82ED-D19C56E037C4}"/>
                </a:ext>
              </a:extLst>
            </p:cNvPr>
            <p:cNvGrpSpPr/>
            <p:nvPr/>
          </p:nvGrpSpPr>
          <p:grpSpPr>
            <a:xfrm>
              <a:off x="6159088" y="5343182"/>
              <a:ext cx="426463" cy="142494"/>
              <a:chOff x="5645144" y="3140870"/>
              <a:chExt cx="249768" cy="110534"/>
            </a:xfrm>
          </p:grpSpPr>
          <p:sp>
            <p:nvSpPr>
              <p:cNvPr id="625" name="사각형: 둥근 모서리 624">
                <a:extLst>
                  <a:ext uri="{FF2B5EF4-FFF2-40B4-BE49-F238E27FC236}">
                    <a16:creationId xmlns:a16="http://schemas.microsoft.com/office/drawing/2014/main" id="{084CF385-9D04-C20C-5552-E7BC6C0658AC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6" name="사각형: 둥근 모서리 625">
                <a:extLst>
                  <a:ext uri="{FF2B5EF4-FFF2-40B4-BE49-F238E27FC236}">
                    <a16:creationId xmlns:a16="http://schemas.microsoft.com/office/drawing/2014/main" id="{76A16AFB-C033-B177-9D45-771325218EA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4" name="그림 623">
              <a:extLst>
                <a:ext uri="{FF2B5EF4-FFF2-40B4-BE49-F238E27FC236}">
                  <a16:creationId xmlns:a16="http://schemas.microsoft.com/office/drawing/2014/main" id="{CE588951-ADD2-68D9-D096-36A467B8D9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625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B6A1EDCA-0EA0-9221-21A7-7DB6883478EB}"/>
              </a:ext>
            </a:extLst>
          </p:cNvPr>
          <p:cNvGrpSpPr/>
          <p:nvPr/>
        </p:nvGrpSpPr>
        <p:grpSpPr>
          <a:xfrm>
            <a:off x="1953719" y="5327739"/>
            <a:ext cx="449300" cy="153348"/>
            <a:chOff x="6601281" y="5337754"/>
            <a:chExt cx="449300" cy="153348"/>
          </a:xfrm>
        </p:grpSpPr>
        <p:grpSp>
          <p:nvGrpSpPr>
            <p:cNvPr id="619" name="그룹 618">
              <a:extLst>
                <a:ext uri="{FF2B5EF4-FFF2-40B4-BE49-F238E27FC236}">
                  <a16:creationId xmlns:a16="http://schemas.microsoft.com/office/drawing/2014/main" id="{501A2A47-2615-6FB1-74B7-3847B2861D29}"/>
                </a:ext>
              </a:extLst>
            </p:cNvPr>
            <p:cNvGrpSpPr/>
            <p:nvPr/>
          </p:nvGrpSpPr>
          <p:grpSpPr>
            <a:xfrm>
              <a:off x="6624118" y="5343182"/>
              <a:ext cx="426463" cy="142494"/>
              <a:chOff x="5645144" y="3140870"/>
              <a:chExt cx="249768" cy="110534"/>
            </a:xfrm>
          </p:grpSpPr>
          <p:sp>
            <p:nvSpPr>
              <p:cNvPr id="621" name="사각형: 둥근 모서리 620">
                <a:extLst>
                  <a:ext uri="{FF2B5EF4-FFF2-40B4-BE49-F238E27FC236}">
                    <a16:creationId xmlns:a16="http://schemas.microsoft.com/office/drawing/2014/main" id="{DE0A7AA7-A4F9-9050-92AF-33245D5A91EF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2" name="사각형: 둥근 모서리 621">
                <a:extLst>
                  <a:ext uri="{FF2B5EF4-FFF2-40B4-BE49-F238E27FC236}">
                    <a16:creationId xmlns:a16="http://schemas.microsoft.com/office/drawing/2014/main" id="{FE54677E-7BEA-95BF-2AFD-74F7F3BB5E49}"/>
                  </a:ext>
                </a:extLst>
              </p:cNvPr>
              <p:cNvSpPr/>
              <p:nvPr/>
            </p:nvSpPr>
            <p:spPr>
              <a:xfrm>
                <a:off x="5645145" y="3140870"/>
                <a:ext cx="100989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0" name="그림 619">
              <a:extLst>
                <a:ext uri="{FF2B5EF4-FFF2-40B4-BE49-F238E27FC236}">
                  <a16:creationId xmlns:a16="http://schemas.microsoft.com/office/drawing/2014/main" id="{89537D4F-BA7F-E157-83BE-586ECEF8CC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128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3" name="그룹 602">
            <a:extLst>
              <a:ext uri="{FF2B5EF4-FFF2-40B4-BE49-F238E27FC236}">
                <a16:creationId xmlns:a16="http://schemas.microsoft.com/office/drawing/2014/main" id="{6D897065-BEDE-E5A0-5A3D-A0089CAFFFA1}"/>
              </a:ext>
            </a:extLst>
          </p:cNvPr>
          <p:cNvGrpSpPr/>
          <p:nvPr/>
        </p:nvGrpSpPr>
        <p:grpSpPr>
          <a:xfrm>
            <a:off x="2441069" y="5327739"/>
            <a:ext cx="449302" cy="153348"/>
            <a:chOff x="7066312" y="5337754"/>
            <a:chExt cx="449302" cy="153348"/>
          </a:xfrm>
        </p:grpSpPr>
        <p:grpSp>
          <p:nvGrpSpPr>
            <p:cNvPr id="615" name="그룹 614">
              <a:extLst>
                <a:ext uri="{FF2B5EF4-FFF2-40B4-BE49-F238E27FC236}">
                  <a16:creationId xmlns:a16="http://schemas.microsoft.com/office/drawing/2014/main" id="{465722E4-6621-1584-8716-DE5C965B82B5}"/>
                </a:ext>
              </a:extLst>
            </p:cNvPr>
            <p:cNvGrpSpPr/>
            <p:nvPr/>
          </p:nvGrpSpPr>
          <p:grpSpPr>
            <a:xfrm>
              <a:off x="7089150" y="5343182"/>
              <a:ext cx="426464" cy="142494"/>
              <a:chOff x="5645143" y="3140870"/>
              <a:chExt cx="249769" cy="110534"/>
            </a:xfrm>
          </p:grpSpPr>
          <p:sp>
            <p:nvSpPr>
              <p:cNvPr id="617" name="사각형: 둥근 모서리 616">
                <a:extLst>
                  <a:ext uri="{FF2B5EF4-FFF2-40B4-BE49-F238E27FC236}">
                    <a16:creationId xmlns:a16="http://schemas.microsoft.com/office/drawing/2014/main" id="{C9DF1A39-4AFF-F919-6FC4-29C5592BFAC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8" name="사각형: 둥근 모서리 617">
                <a:extLst>
                  <a:ext uri="{FF2B5EF4-FFF2-40B4-BE49-F238E27FC236}">
                    <a16:creationId xmlns:a16="http://schemas.microsoft.com/office/drawing/2014/main" id="{233A1B8F-EE4B-1E48-EFA5-B67D4893C8AB}"/>
                  </a:ext>
                </a:extLst>
              </p:cNvPr>
              <p:cNvSpPr/>
              <p:nvPr/>
            </p:nvSpPr>
            <p:spPr>
              <a:xfrm>
                <a:off x="5645143" y="3140870"/>
                <a:ext cx="247306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6" name="그림 615">
              <a:extLst>
                <a:ext uri="{FF2B5EF4-FFF2-40B4-BE49-F238E27FC236}">
                  <a16:creationId xmlns:a16="http://schemas.microsoft.com/office/drawing/2014/main" id="{7CCC701C-9D3F-4F63-C236-FAD5196FB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6312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4" name="그룹 603">
            <a:extLst>
              <a:ext uri="{FF2B5EF4-FFF2-40B4-BE49-F238E27FC236}">
                <a16:creationId xmlns:a16="http://schemas.microsoft.com/office/drawing/2014/main" id="{4EE6B4B3-773C-4DF0-A166-5F9364E8F4EB}"/>
              </a:ext>
            </a:extLst>
          </p:cNvPr>
          <p:cNvGrpSpPr/>
          <p:nvPr/>
        </p:nvGrpSpPr>
        <p:grpSpPr>
          <a:xfrm>
            <a:off x="2928420" y="5327739"/>
            <a:ext cx="449299" cy="153348"/>
            <a:chOff x="7531343" y="5337754"/>
            <a:chExt cx="449299" cy="153348"/>
          </a:xfrm>
        </p:grpSpPr>
        <p:grpSp>
          <p:nvGrpSpPr>
            <p:cNvPr id="611" name="그룹 610">
              <a:extLst>
                <a:ext uri="{FF2B5EF4-FFF2-40B4-BE49-F238E27FC236}">
                  <a16:creationId xmlns:a16="http://schemas.microsoft.com/office/drawing/2014/main" id="{58270948-DE66-9C7E-BBB3-00CEAEAB46CF}"/>
                </a:ext>
              </a:extLst>
            </p:cNvPr>
            <p:cNvGrpSpPr/>
            <p:nvPr/>
          </p:nvGrpSpPr>
          <p:grpSpPr>
            <a:xfrm>
              <a:off x="7554179" y="5343182"/>
              <a:ext cx="426463" cy="142494"/>
              <a:chOff x="5645144" y="3140870"/>
              <a:chExt cx="249768" cy="110534"/>
            </a:xfrm>
          </p:grpSpPr>
          <p:sp>
            <p:nvSpPr>
              <p:cNvPr id="613" name="사각형: 둥근 모서리 612">
                <a:extLst>
                  <a:ext uri="{FF2B5EF4-FFF2-40B4-BE49-F238E27FC236}">
                    <a16:creationId xmlns:a16="http://schemas.microsoft.com/office/drawing/2014/main" id="{0D26E017-9995-B031-9B02-4B4CDA376393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4" name="사각형: 둥근 모서리 613">
                <a:extLst>
                  <a:ext uri="{FF2B5EF4-FFF2-40B4-BE49-F238E27FC236}">
                    <a16:creationId xmlns:a16="http://schemas.microsoft.com/office/drawing/2014/main" id="{CE8A35A3-AD38-84C3-E441-A3359418EDB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2" name="그림 611">
              <a:extLst>
                <a:ext uri="{FF2B5EF4-FFF2-40B4-BE49-F238E27FC236}">
                  <a16:creationId xmlns:a16="http://schemas.microsoft.com/office/drawing/2014/main" id="{BA385298-E05D-B570-74B6-86D72EEAAC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1343" y="5337754"/>
              <a:ext cx="174868" cy="153348"/>
            </a:xfrm>
            <a:prstGeom prst="rect">
              <a:avLst/>
            </a:prstGeom>
          </p:spPr>
        </p:pic>
      </p:grpSp>
      <p:pic>
        <p:nvPicPr>
          <p:cNvPr id="605" name="그림 604">
            <a:extLst>
              <a:ext uri="{FF2B5EF4-FFF2-40B4-BE49-F238E27FC236}">
                <a16:creationId xmlns:a16="http://schemas.microsoft.com/office/drawing/2014/main" id="{9C25B1D7-EF9B-EC1D-D1C0-BE32CE3590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06" name="TextBox 605">
            <a:extLst>
              <a:ext uri="{FF2B5EF4-FFF2-40B4-BE49-F238E27FC236}">
                <a16:creationId xmlns:a16="http://schemas.microsoft.com/office/drawing/2014/main" id="{BF68F9DE-8DEC-1663-7228-BC146FC3ABFD}"/>
              </a:ext>
            </a:extLst>
          </p:cNvPr>
          <p:cNvSpPr txBox="1"/>
          <p:nvPr/>
        </p:nvSpPr>
        <p:spPr>
          <a:xfrm>
            <a:off x="2581720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7" name="TextBox 606">
            <a:extLst>
              <a:ext uri="{FF2B5EF4-FFF2-40B4-BE49-F238E27FC236}">
                <a16:creationId xmlns:a16="http://schemas.microsoft.com/office/drawing/2014/main" id="{6418E1CD-B27A-3B67-1CB7-A4FA968EDC80}"/>
              </a:ext>
            </a:extLst>
          </p:cNvPr>
          <p:cNvSpPr txBox="1"/>
          <p:nvPr/>
        </p:nvSpPr>
        <p:spPr>
          <a:xfrm>
            <a:off x="3076662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240%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8" name="TextBox 607">
            <a:extLst>
              <a:ext uri="{FF2B5EF4-FFF2-40B4-BE49-F238E27FC236}">
                <a16:creationId xmlns:a16="http://schemas.microsoft.com/office/drawing/2014/main" id="{28AC9464-4E10-25DE-52E7-2259FF105635}"/>
              </a:ext>
            </a:extLst>
          </p:cNvPr>
          <p:cNvSpPr txBox="1"/>
          <p:nvPr/>
        </p:nvSpPr>
        <p:spPr>
          <a:xfrm>
            <a:off x="1177913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9" name="TextBox 608">
            <a:extLst>
              <a:ext uri="{FF2B5EF4-FFF2-40B4-BE49-F238E27FC236}">
                <a16:creationId xmlns:a16="http://schemas.microsoft.com/office/drawing/2014/main" id="{DEB78D5A-204D-E80A-36A9-648581B01B56}"/>
              </a:ext>
            </a:extLst>
          </p:cNvPr>
          <p:cNvSpPr txBox="1"/>
          <p:nvPr/>
        </p:nvSpPr>
        <p:spPr>
          <a:xfrm>
            <a:off x="166402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10" name="TextBox 609">
            <a:extLst>
              <a:ext uri="{FF2B5EF4-FFF2-40B4-BE49-F238E27FC236}">
                <a16:creationId xmlns:a16="http://schemas.microsoft.com/office/drawing/2014/main" id="{BDA7650F-1D9F-5BAE-B367-6E4260CE0A34}"/>
              </a:ext>
            </a:extLst>
          </p:cNvPr>
          <p:cNvSpPr txBox="1"/>
          <p:nvPr/>
        </p:nvSpPr>
        <p:spPr>
          <a:xfrm>
            <a:off x="212839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7910DF87-A06D-4E72-94E1-F8EECAD5EEC3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8D0F919E-5D8E-4314-BF92-F6DF5C37D9E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3DE494D1-A902-4F77-B413-6A40F3D89DCF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25A2A644-2890-4253-BE06-EAADE00C8E18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42" name="Picture 2" descr="돋보기 - 무료 도구 및기구개 아이콘">
            <a:extLst>
              <a:ext uri="{FF2B5EF4-FFF2-40B4-BE49-F238E27FC236}">
                <a16:creationId xmlns:a16="http://schemas.microsoft.com/office/drawing/2014/main" id="{5246130F-CB67-4A2A-A80A-628DE89C6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FBCD24EB-4A1D-4CAE-83C3-BFB6EA09EE0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7AF7A5-9634-4B7D-88A1-2B5571BB132A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576E81C1-1099-45B2-A8A4-56056B24F16B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263DB26-156C-49DA-BABF-50F106C37D7F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620F4479-AE91-48D1-9161-62216903BA1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CF8E5-A378-4A3F-8F6A-96063B779549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0F9FDB8-48D8-47AB-90E8-418E11EF9E54}"/>
              </a:ext>
            </a:extLst>
          </p:cNvPr>
          <p:cNvSpPr txBox="1"/>
          <p:nvPr/>
        </p:nvSpPr>
        <p:spPr>
          <a:xfrm>
            <a:off x="840746" y="513168"/>
            <a:ext cx="13660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4.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리소스 점검</a:t>
            </a: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ABC339D4-848F-4C9D-BA68-FE644C8BEF67}"/>
              </a:ext>
            </a:extLst>
          </p:cNvPr>
          <p:cNvGrpSpPr/>
          <p:nvPr/>
        </p:nvGrpSpPr>
        <p:grpSpPr>
          <a:xfrm>
            <a:off x="4118713" y="1542838"/>
            <a:ext cx="4856075" cy="4137992"/>
            <a:chOff x="4423716" y="2019804"/>
            <a:chExt cx="4856075" cy="4137992"/>
          </a:xfrm>
        </p:grpSpPr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45C5AB86-311F-4605-B1B4-FC2AD98070F2}"/>
                </a:ext>
              </a:extLst>
            </p:cNvPr>
            <p:cNvSpPr/>
            <p:nvPr/>
          </p:nvSpPr>
          <p:spPr>
            <a:xfrm>
              <a:off x="4423716" y="2094161"/>
              <a:ext cx="220980" cy="220980"/>
            </a:xfrm>
            <a:prstGeom prst="ellipse">
              <a:avLst/>
            </a:prstGeom>
            <a:solidFill>
              <a:srgbClr val="EE77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>
                  <a:solidFill>
                    <a:schemeClr val="bg1"/>
                  </a:solidFill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3</a:t>
              </a:r>
              <a:endParaRPr lang="ko-KR" altLang="en-US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D72D9000-8625-4BEA-AA7D-366EB8DDC3FD}"/>
                </a:ext>
              </a:extLst>
            </p:cNvPr>
            <p:cNvSpPr txBox="1"/>
            <p:nvPr/>
          </p:nvSpPr>
          <p:spPr>
            <a:xfrm>
              <a:off x="4604793" y="2019804"/>
              <a:ext cx="4674998" cy="413799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180000">
                <a:lnSpc>
                  <a:spcPct val="120000"/>
                </a:lnSpc>
              </a:pPr>
              <a:r>
                <a:rPr lang="en-US" altLang="ko-KR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Hud </a:t>
              </a:r>
              <a:r>
                <a:rPr lang="ko-KR" altLang="en-US" sz="1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상단 </a:t>
              </a:r>
              <a:endParaRPr lang="en-US" altLang="ko-KR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 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인게임 경험치바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경험치바 뒷면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/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앞면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5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트럭 정보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UI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각 트럭의 아이콘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(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트럭 스프라이트의 정면 모습으로 대체 가능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)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현재 트럭 레벨 텍스트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5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기름 현황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UI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기름통 아이콘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기름 게이지바 앞면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/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뒷면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잔여 기름을 백분율로 표시하는 화살표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UI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및 텍스트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남은 시간 텍스트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endParaRPr lang="en-US" altLang="ko-KR" sz="5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웨이브 진행상황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웨이브 텍스트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5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배속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,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일시정지 버튼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- 1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배속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/2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배속 버튼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(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버튼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1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개로 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1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배속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/2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배속 상태 전환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)</a:t>
              </a:r>
            </a:p>
            <a:p>
              <a:pPr defTabSz="180000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	 - 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일시정지 버튼</a:t>
              </a:r>
              <a:endPara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</p:txBody>
        </p:sp>
      </p:grpSp>
      <p:pic>
        <p:nvPicPr>
          <p:cNvPr id="83" name="그림 82">
            <a:extLst>
              <a:ext uri="{FF2B5EF4-FFF2-40B4-BE49-F238E27FC236}">
                <a16:creationId xmlns:a16="http://schemas.microsoft.com/office/drawing/2014/main" id="{799D1455-3A03-4048-BA8E-21C04F69B4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389340" y="4804595"/>
            <a:ext cx="223412" cy="195916"/>
          </a:xfrm>
          <a:prstGeom prst="rect">
            <a:avLst/>
          </a:prstGeom>
        </p:spPr>
      </p:pic>
      <p:pic>
        <p:nvPicPr>
          <p:cNvPr id="84" name="그림 83">
            <a:extLst>
              <a:ext uri="{FF2B5EF4-FFF2-40B4-BE49-F238E27FC236}">
                <a16:creationId xmlns:a16="http://schemas.microsoft.com/office/drawing/2014/main" id="{BB64E46D-176A-4B81-B9CB-FD2CD6E046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85" name="그림 84">
            <a:extLst>
              <a:ext uri="{FF2B5EF4-FFF2-40B4-BE49-F238E27FC236}">
                <a16:creationId xmlns:a16="http://schemas.microsoft.com/office/drawing/2014/main" id="{905653B3-205E-4544-B716-373F6DF313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87" name="그림 86">
            <a:extLst>
              <a:ext uri="{FF2B5EF4-FFF2-40B4-BE49-F238E27FC236}">
                <a16:creationId xmlns:a16="http://schemas.microsoft.com/office/drawing/2014/main" id="{F2761400-E8E8-406C-8FC0-04A0918D71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23" y="3549696"/>
            <a:ext cx="247730" cy="217240"/>
          </a:xfrm>
          <a:prstGeom prst="rect">
            <a:avLst/>
          </a:prstGeom>
        </p:spPr>
      </p:pic>
      <p:pic>
        <p:nvPicPr>
          <p:cNvPr id="88" name="그림 87">
            <a:extLst>
              <a:ext uri="{FF2B5EF4-FFF2-40B4-BE49-F238E27FC236}">
                <a16:creationId xmlns:a16="http://schemas.microsoft.com/office/drawing/2014/main" id="{F7F2491E-492F-45DB-B049-75011311A2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7961" y="3789415"/>
            <a:ext cx="247730" cy="217240"/>
          </a:xfrm>
          <a:prstGeom prst="rect">
            <a:avLst/>
          </a:prstGeom>
        </p:spPr>
      </p:pic>
      <p:pic>
        <p:nvPicPr>
          <p:cNvPr id="89" name="그림 88">
            <a:extLst>
              <a:ext uri="{FF2B5EF4-FFF2-40B4-BE49-F238E27FC236}">
                <a16:creationId xmlns:a16="http://schemas.microsoft.com/office/drawing/2014/main" id="{8CA23F11-B1B7-4BD7-BC99-B535746199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90" name="그림 89">
            <a:extLst>
              <a:ext uri="{FF2B5EF4-FFF2-40B4-BE49-F238E27FC236}">
                <a16:creationId xmlns:a16="http://schemas.microsoft.com/office/drawing/2014/main" id="{F767AC48-C665-48AD-A08C-ED9B5B225E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91" name="그림 90">
            <a:extLst>
              <a:ext uri="{FF2B5EF4-FFF2-40B4-BE49-F238E27FC236}">
                <a16:creationId xmlns:a16="http://schemas.microsoft.com/office/drawing/2014/main" id="{DE50C7D3-F486-4CB7-9287-C4BC274436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92" name="그림 91">
            <a:extLst>
              <a:ext uri="{FF2B5EF4-FFF2-40B4-BE49-F238E27FC236}">
                <a16:creationId xmlns:a16="http://schemas.microsoft.com/office/drawing/2014/main" id="{9E980EDF-588E-4F57-83D5-6A22EEE0C8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sp>
        <p:nvSpPr>
          <p:cNvPr id="93" name="직사각형 92">
            <a:extLst>
              <a:ext uri="{FF2B5EF4-FFF2-40B4-BE49-F238E27FC236}">
                <a16:creationId xmlns:a16="http://schemas.microsoft.com/office/drawing/2014/main" id="{B029E454-31FF-4767-83FB-39D7989970ED}"/>
              </a:ext>
            </a:extLst>
          </p:cNvPr>
          <p:cNvSpPr/>
          <p:nvPr/>
        </p:nvSpPr>
        <p:spPr>
          <a:xfrm>
            <a:off x="815908" y="1460769"/>
            <a:ext cx="2775446" cy="1329083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EE77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4" name="타원 93">
            <a:extLst>
              <a:ext uri="{FF2B5EF4-FFF2-40B4-BE49-F238E27FC236}">
                <a16:creationId xmlns:a16="http://schemas.microsoft.com/office/drawing/2014/main" id="{5BFC83DB-4DF7-44DA-A50E-5C45DD28B8AC}"/>
              </a:ext>
            </a:extLst>
          </p:cNvPr>
          <p:cNvSpPr/>
          <p:nvPr/>
        </p:nvSpPr>
        <p:spPr>
          <a:xfrm>
            <a:off x="699452" y="1347706"/>
            <a:ext cx="220980" cy="220980"/>
          </a:xfrm>
          <a:prstGeom prst="ellipse">
            <a:avLst/>
          </a:prstGeom>
          <a:solidFill>
            <a:srgbClr val="EE7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3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5FE2D0EB-D2E4-4647-90EA-F7DCBDF36BD8}"/>
              </a:ext>
            </a:extLst>
          </p:cNvPr>
          <p:cNvSpPr/>
          <p:nvPr/>
        </p:nvSpPr>
        <p:spPr>
          <a:xfrm>
            <a:off x="1498265" y="5559476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76948A41-2FF4-40F1-B0DD-C009AB949E44}"/>
              </a:ext>
            </a:extLst>
          </p:cNvPr>
          <p:cNvGrpSpPr/>
          <p:nvPr/>
        </p:nvGrpSpPr>
        <p:grpSpPr>
          <a:xfrm>
            <a:off x="1587038" y="5665773"/>
            <a:ext cx="238478" cy="233355"/>
            <a:chOff x="10356957" y="4935575"/>
            <a:chExt cx="321867" cy="314954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B39D8670-EFAF-4F05-BA82-ED815CEC5754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04AAFFD5-20D3-4BED-B220-787212B93916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722F097B-C8A0-41D8-A231-FF52278AC5BE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0" name="직사각형 99">
              <a:extLst>
                <a:ext uri="{FF2B5EF4-FFF2-40B4-BE49-F238E27FC236}">
                  <a16:creationId xmlns:a16="http://schemas.microsoft.com/office/drawing/2014/main" id="{9B079F4A-341B-4772-A17D-F292CF1D12CF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101" name="그림 100">
            <a:extLst>
              <a:ext uri="{FF2B5EF4-FFF2-40B4-BE49-F238E27FC236}">
                <a16:creationId xmlns:a16="http://schemas.microsoft.com/office/drawing/2014/main" id="{C091BAD6-BE2C-4C50-90E8-5869C34A04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199" y="5713852"/>
            <a:ext cx="157615" cy="138217"/>
          </a:xfrm>
          <a:prstGeom prst="rect">
            <a:avLst/>
          </a:prstGeom>
        </p:spPr>
      </p:pic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BF9F5DFA-46B0-417B-AC0C-60EB569389C8}"/>
              </a:ext>
            </a:extLst>
          </p:cNvPr>
          <p:cNvSpPr/>
          <p:nvPr/>
        </p:nvSpPr>
        <p:spPr>
          <a:xfrm>
            <a:off x="1983417" y="5559476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24A547C9-D970-432F-9C00-43E150232675}"/>
              </a:ext>
            </a:extLst>
          </p:cNvPr>
          <p:cNvGrpSpPr/>
          <p:nvPr/>
        </p:nvGrpSpPr>
        <p:grpSpPr>
          <a:xfrm>
            <a:off x="2072190" y="5601383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A97136DE-B9D3-4C46-8E3A-AB4595E079B8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5" name="직사각형 104">
              <a:extLst>
                <a:ext uri="{FF2B5EF4-FFF2-40B4-BE49-F238E27FC236}">
                  <a16:creationId xmlns:a16="http://schemas.microsoft.com/office/drawing/2014/main" id="{5B72FA7C-B52F-49AD-9B57-56203B4C4B10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68DCC324-B501-487C-98CF-74C779DF5087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68153AC4-00E2-4964-9200-046BBB1E3E71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19A7F218-9F15-4582-89E5-12C1B6FA3F96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9B9FAFCF-2624-42CF-B7CF-5936714EF62F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110" name="그림 109">
            <a:extLst>
              <a:ext uri="{FF2B5EF4-FFF2-40B4-BE49-F238E27FC236}">
                <a16:creationId xmlns:a16="http://schemas.microsoft.com/office/drawing/2014/main" id="{EF26EEA6-C5AE-472E-9985-6EE7B0C238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1352" y="5685331"/>
            <a:ext cx="157615" cy="138217"/>
          </a:xfrm>
          <a:prstGeom prst="rect">
            <a:avLst/>
          </a:prstGeom>
        </p:spPr>
      </p:pic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CDAD2FCF-734D-454B-9FEA-121D56C4992A}"/>
              </a:ext>
            </a:extLst>
          </p:cNvPr>
          <p:cNvSpPr/>
          <p:nvPr/>
        </p:nvSpPr>
        <p:spPr>
          <a:xfrm>
            <a:off x="2468569" y="5559476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AB864106-6464-4C61-B893-168C594268D1}"/>
              </a:ext>
            </a:extLst>
          </p:cNvPr>
          <p:cNvGrpSpPr/>
          <p:nvPr/>
        </p:nvGrpSpPr>
        <p:grpSpPr>
          <a:xfrm>
            <a:off x="2557342" y="5601383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8F32E37F-42B8-4A46-A3BA-D8B4675493AE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E6E51E62-39C5-4AF9-9952-3D4F49C684B4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C66021A4-B3BA-4F20-B67D-AF86C20D19CE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2CB31722-9B03-4017-BF53-339C1590B665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F4FB9757-BB6A-4510-B008-7401113ED227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8" name="직사각형 117">
              <a:extLst>
                <a:ext uri="{FF2B5EF4-FFF2-40B4-BE49-F238E27FC236}">
                  <a16:creationId xmlns:a16="http://schemas.microsoft.com/office/drawing/2014/main" id="{9E018289-BF0B-4864-A8CA-10A4CFD93565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119" name="그림 118">
            <a:extLst>
              <a:ext uri="{FF2B5EF4-FFF2-40B4-BE49-F238E27FC236}">
                <a16:creationId xmlns:a16="http://schemas.microsoft.com/office/drawing/2014/main" id="{3B791709-56CD-4C69-85A5-9CA33ABB7A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6504" y="5685331"/>
            <a:ext cx="157615" cy="138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4354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0B2122-17E3-CA47-3B51-C43077C3F2B4}"/>
              </a:ext>
            </a:extLst>
          </p:cNvPr>
          <p:cNvSpPr txBox="1"/>
          <p:nvPr/>
        </p:nvSpPr>
        <p:spPr>
          <a:xfrm>
            <a:off x="745699" y="755794"/>
            <a:ext cx="26949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리소스 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- UI</a:t>
            </a:r>
            <a:endParaRPr lang="ko-KR" altLang="en-US" sz="2400" dirty="0">
              <a:solidFill>
                <a:srgbClr val="1A0C2F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87" name="직사각형 186">
            <a:extLst>
              <a:ext uri="{FF2B5EF4-FFF2-40B4-BE49-F238E27FC236}">
                <a16:creationId xmlns:a16="http://schemas.microsoft.com/office/drawing/2014/main" id="{8FAF1B28-0655-0853-5617-0E11EAE48EA6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8" name="사각형: 둥근 모서리 187">
            <a:extLst>
              <a:ext uri="{FF2B5EF4-FFF2-40B4-BE49-F238E27FC236}">
                <a16:creationId xmlns:a16="http://schemas.microsoft.com/office/drawing/2014/main" id="{7930057A-48BE-D194-D85C-30F4D13B8193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9" name="사각형: 둥근 모서리 188">
            <a:extLst>
              <a:ext uri="{FF2B5EF4-FFF2-40B4-BE49-F238E27FC236}">
                <a16:creationId xmlns:a16="http://schemas.microsoft.com/office/drawing/2014/main" id="{6F20E49F-AC39-F96E-93AE-3CEE442AECA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5" name="사각형: 둥근 모서리 584">
            <a:extLst>
              <a:ext uri="{FF2B5EF4-FFF2-40B4-BE49-F238E27FC236}">
                <a16:creationId xmlns:a16="http://schemas.microsoft.com/office/drawing/2014/main" id="{D155EF04-DDF9-AAED-9069-086CF50E021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6" name="사각형: 둥근 모서리 585">
            <a:extLst>
              <a:ext uri="{FF2B5EF4-FFF2-40B4-BE49-F238E27FC236}">
                <a16:creationId xmlns:a16="http://schemas.microsoft.com/office/drawing/2014/main" id="{4B515609-732D-A3B3-1460-03688B93EE71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87" name="사각형: 둥근 모서리 586">
            <a:extLst>
              <a:ext uri="{FF2B5EF4-FFF2-40B4-BE49-F238E27FC236}">
                <a16:creationId xmlns:a16="http://schemas.microsoft.com/office/drawing/2014/main" id="{604B057E-071C-A6F0-0F0C-578DA8A969CC}"/>
              </a:ext>
            </a:extLst>
          </p:cNvPr>
          <p:cNvSpPr/>
          <p:nvPr/>
        </p:nvSpPr>
        <p:spPr>
          <a:xfrm>
            <a:off x="944253" y="5310776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591" name="그림 590">
            <a:extLst>
              <a:ext uri="{FF2B5EF4-FFF2-40B4-BE49-F238E27FC236}">
                <a16:creationId xmlns:a16="http://schemas.microsoft.com/office/drawing/2014/main" id="{8305339C-9C72-A4E8-DE48-915D7C59E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sp>
        <p:nvSpPr>
          <p:cNvPr id="599" name="사각형: 둥근 모서리 598">
            <a:extLst>
              <a:ext uri="{FF2B5EF4-FFF2-40B4-BE49-F238E27FC236}">
                <a16:creationId xmlns:a16="http://schemas.microsoft.com/office/drawing/2014/main" id="{D8E5633C-B6C8-1C68-4B94-5F7FA4F91131}"/>
              </a:ext>
            </a:extLst>
          </p:cNvPr>
          <p:cNvSpPr/>
          <p:nvPr/>
        </p:nvSpPr>
        <p:spPr>
          <a:xfrm>
            <a:off x="944253" y="5303495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grpSp>
        <p:nvGrpSpPr>
          <p:cNvPr id="600" name="그룹 599">
            <a:extLst>
              <a:ext uri="{FF2B5EF4-FFF2-40B4-BE49-F238E27FC236}">
                <a16:creationId xmlns:a16="http://schemas.microsoft.com/office/drawing/2014/main" id="{946E8AA8-A7B5-367D-4C98-A465698419B9}"/>
              </a:ext>
            </a:extLst>
          </p:cNvPr>
          <p:cNvGrpSpPr/>
          <p:nvPr/>
        </p:nvGrpSpPr>
        <p:grpSpPr>
          <a:xfrm>
            <a:off x="979019" y="5327739"/>
            <a:ext cx="449300" cy="153348"/>
            <a:chOff x="5671221" y="5337754"/>
            <a:chExt cx="449300" cy="153348"/>
          </a:xfrm>
        </p:grpSpPr>
        <p:grpSp>
          <p:nvGrpSpPr>
            <p:cNvPr id="627" name="그룹 626">
              <a:extLst>
                <a:ext uri="{FF2B5EF4-FFF2-40B4-BE49-F238E27FC236}">
                  <a16:creationId xmlns:a16="http://schemas.microsoft.com/office/drawing/2014/main" id="{DC6A5F39-DE1F-FAD0-A70B-2250C567E9E0}"/>
                </a:ext>
              </a:extLst>
            </p:cNvPr>
            <p:cNvGrpSpPr/>
            <p:nvPr/>
          </p:nvGrpSpPr>
          <p:grpSpPr>
            <a:xfrm>
              <a:off x="5694058" y="5343182"/>
              <a:ext cx="426463" cy="142494"/>
              <a:chOff x="5645144" y="3140870"/>
              <a:chExt cx="249768" cy="110534"/>
            </a:xfrm>
          </p:grpSpPr>
          <p:sp>
            <p:nvSpPr>
              <p:cNvPr id="629" name="사각형: 둥근 모서리 628">
                <a:extLst>
                  <a:ext uri="{FF2B5EF4-FFF2-40B4-BE49-F238E27FC236}">
                    <a16:creationId xmlns:a16="http://schemas.microsoft.com/office/drawing/2014/main" id="{35D3F957-0D85-EBC2-4AA0-BACF5054ACF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30" name="사각형: 둥근 모서리 629">
                <a:extLst>
                  <a:ext uri="{FF2B5EF4-FFF2-40B4-BE49-F238E27FC236}">
                    <a16:creationId xmlns:a16="http://schemas.microsoft.com/office/drawing/2014/main" id="{4046F72C-FC46-FF4F-D6C4-A1A13A97DEB9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8" name="그림 627">
              <a:extLst>
                <a:ext uri="{FF2B5EF4-FFF2-40B4-BE49-F238E27FC236}">
                  <a16:creationId xmlns:a16="http://schemas.microsoft.com/office/drawing/2014/main" id="{B6E59BA9-5D81-8159-28D3-5DBBF4F1F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122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1" name="그룹 600">
            <a:extLst>
              <a:ext uri="{FF2B5EF4-FFF2-40B4-BE49-F238E27FC236}">
                <a16:creationId xmlns:a16="http://schemas.microsoft.com/office/drawing/2014/main" id="{1C381BC2-D006-F740-3A54-CEBD1F6691DF}"/>
              </a:ext>
            </a:extLst>
          </p:cNvPr>
          <p:cNvGrpSpPr/>
          <p:nvPr/>
        </p:nvGrpSpPr>
        <p:grpSpPr>
          <a:xfrm>
            <a:off x="1466369" y="5327739"/>
            <a:ext cx="449300" cy="153348"/>
            <a:chOff x="6136251" y="5337754"/>
            <a:chExt cx="449300" cy="153348"/>
          </a:xfrm>
        </p:grpSpPr>
        <p:grpSp>
          <p:nvGrpSpPr>
            <p:cNvPr id="623" name="그룹 622">
              <a:extLst>
                <a:ext uri="{FF2B5EF4-FFF2-40B4-BE49-F238E27FC236}">
                  <a16:creationId xmlns:a16="http://schemas.microsoft.com/office/drawing/2014/main" id="{0EF9329F-14E0-4CEF-82ED-D19C56E037C4}"/>
                </a:ext>
              </a:extLst>
            </p:cNvPr>
            <p:cNvGrpSpPr/>
            <p:nvPr/>
          </p:nvGrpSpPr>
          <p:grpSpPr>
            <a:xfrm>
              <a:off x="6159088" y="5343182"/>
              <a:ext cx="426463" cy="142494"/>
              <a:chOff x="5645144" y="3140870"/>
              <a:chExt cx="249768" cy="110534"/>
            </a:xfrm>
          </p:grpSpPr>
          <p:sp>
            <p:nvSpPr>
              <p:cNvPr id="625" name="사각형: 둥근 모서리 624">
                <a:extLst>
                  <a:ext uri="{FF2B5EF4-FFF2-40B4-BE49-F238E27FC236}">
                    <a16:creationId xmlns:a16="http://schemas.microsoft.com/office/drawing/2014/main" id="{084CF385-9D04-C20C-5552-E7BC6C0658AC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6" name="사각형: 둥근 모서리 625">
                <a:extLst>
                  <a:ext uri="{FF2B5EF4-FFF2-40B4-BE49-F238E27FC236}">
                    <a16:creationId xmlns:a16="http://schemas.microsoft.com/office/drawing/2014/main" id="{76A16AFB-C033-B177-9D45-771325218EA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4" name="그림 623">
              <a:extLst>
                <a:ext uri="{FF2B5EF4-FFF2-40B4-BE49-F238E27FC236}">
                  <a16:creationId xmlns:a16="http://schemas.microsoft.com/office/drawing/2014/main" id="{CE588951-ADD2-68D9-D096-36A467B8D9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625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B6A1EDCA-0EA0-9221-21A7-7DB6883478EB}"/>
              </a:ext>
            </a:extLst>
          </p:cNvPr>
          <p:cNvGrpSpPr/>
          <p:nvPr/>
        </p:nvGrpSpPr>
        <p:grpSpPr>
          <a:xfrm>
            <a:off x="1953719" y="5327739"/>
            <a:ext cx="449300" cy="153348"/>
            <a:chOff x="6601281" y="5337754"/>
            <a:chExt cx="449300" cy="153348"/>
          </a:xfrm>
        </p:grpSpPr>
        <p:grpSp>
          <p:nvGrpSpPr>
            <p:cNvPr id="619" name="그룹 618">
              <a:extLst>
                <a:ext uri="{FF2B5EF4-FFF2-40B4-BE49-F238E27FC236}">
                  <a16:creationId xmlns:a16="http://schemas.microsoft.com/office/drawing/2014/main" id="{501A2A47-2615-6FB1-74B7-3847B2861D29}"/>
                </a:ext>
              </a:extLst>
            </p:cNvPr>
            <p:cNvGrpSpPr/>
            <p:nvPr/>
          </p:nvGrpSpPr>
          <p:grpSpPr>
            <a:xfrm>
              <a:off x="6624118" y="5343182"/>
              <a:ext cx="426463" cy="142494"/>
              <a:chOff x="5645144" y="3140870"/>
              <a:chExt cx="249768" cy="110534"/>
            </a:xfrm>
          </p:grpSpPr>
          <p:sp>
            <p:nvSpPr>
              <p:cNvPr id="621" name="사각형: 둥근 모서리 620">
                <a:extLst>
                  <a:ext uri="{FF2B5EF4-FFF2-40B4-BE49-F238E27FC236}">
                    <a16:creationId xmlns:a16="http://schemas.microsoft.com/office/drawing/2014/main" id="{DE0A7AA7-A4F9-9050-92AF-33245D5A91EF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22" name="사각형: 둥근 모서리 621">
                <a:extLst>
                  <a:ext uri="{FF2B5EF4-FFF2-40B4-BE49-F238E27FC236}">
                    <a16:creationId xmlns:a16="http://schemas.microsoft.com/office/drawing/2014/main" id="{FE54677E-7BEA-95BF-2AFD-74F7F3BB5E49}"/>
                  </a:ext>
                </a:extLst>
              </p:cNvPr>
              <p:cNvSpPr/>
              <p:nvPr/>
            </p:nvSpPr>
            <p:spPr>
              <a:xfrm>
                <a:off x="5645145" y="3140870"/>
                <a:ext cx="100989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20" name="그림 619">
              <a:extLst>
                <a:ext uri="{FF2B5EF4-FFF2-40B4-BE49-F238E27FC236}">
                  <a16:creationId xmlns:a16="http://schemas.microsoft.com/office/drawing/2014/main" id="{89537D4F-BA7F-E157-83BE-586ECEF8CC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128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3" name="그룹 602">
            <a:extLst>
              <a:ext uri="{FF2B5EF4-FFF2-40B4-BE49-F238E27FC236}">
                <a16:creationId xmlns:a16="http://schemas.microsoft.com/office/drawing/2014/main" id="{6D897065-BEDE-E5A0-5A3D-A0089CAFFFA1}"/>
              </a:ext>
            </a:extLst>
          </p:cNvPr>
          <p:cNvGrpSpPr/>
          <p:nvPr/>
        </p:nvGrpSpPr>
        <p:grpSpPr>
          <a:xfrm>
            <a:off x="2441069" y="5327739"/>
            <a:ext cx="449302" cy="153348"/>
            <a:chOff x="7066312" y="5337754"/>
            <a:chExt cx="449302" cy="153348"/>
          </a:xfrm>
        </p:grpSpPr>
        <p:grpSp>
          <p:nvGrpSpPr>
            <p:cNvPr id="615" name="그룹 614">
              <a:extLst>
                <a:ext uri="{FF2B5EF4-FFF2-40B4-BE49-F238E27FC236}">
                  <a16:creationId xmlns:a16="http://schemas.microsoft.com/office/drawing/2014/main" id="{465722E4-6621-1584-8716-DE5C965B82B5}"/>
                </a:ext>
              </a:extLst>
            </p:cNvPr>
            <p:cNvGrpSpPr/>
            <p:nvPr/>
          </p:nvGrpSpPr>
          <p:grpSpPr>
            <a:xfrm>
              <a:off x="7089150" y="5343182"/>
              <a:ext cx="426464" cy="142494"/>
              <a:chOff x="5645143" y="3140870"/>
              <a:chExt cx="249769" cy="110534"/>
            </a:xfrm>
          </p:grpSpPr>
          <p:sp>
            <p:nvSpPr>
              <p:cNvPr id="617" name="사각형: 둥근 모서리 616">
                <a:extLst>
                  <a:ext uri="{FF2B5EF4-FFF2-40B4-BE49-F238E27FC236}">
                    <a16:creationId xmlns:a16="http://schemas.microsoft.com/office/drawing/2014/main" id="{C9DF1A39-4AFF-F919-6FC4-29C5592BFACA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8" name="사각형: 둥근 모서리 617">
                <a:extLst>
                  <a:ext uri="{FF2B5EF4-FFF2-40B4-BE49-F238E27FC236}">
                    <a16:creationId xmlns:a16="http://schemas.microsoft.com/office/drawing/2014/main" id="{233A1B8F-EE4B-1E48-EFA5-B67D4893C8AB}"/>
                  </a:ext>
                </a:extLst>
              </p:cNvPr>
              <p:cNvSpPr/>
              <p:nvPr/>
            </p:nvSpPr>
            <p:spPr>
              <a:xfrm>
                <a:off x="5645143" y="3140870"/>
                <a:ext cx="247306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6" name="그림 615">
              <a:extLst>
                <a:ext uri="{FF2B5EF4-FFF2-40B4-BE49-F238E27FC236}">
                  <a16:creationId xmlns:a16="http://schemas.microsoft.com/office/drawing/2014/main" id="{7CCC701C-9D3F-4F63-C236-FAD5196FB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6312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604" name="그룹 603">
            <a:extLst>
              <a:ext uri="{FF2B5EF4-FFF2-40B4-BE49-F238E27FC236}">
                <a16:creationId xmlns:a16="http://schemas.microsoft.com/office/drawing/2014/main" id="{4EE6B4B3-773C-4DF0-A166-5F9364E8F4EB}"/>
              </a:ext>
            </a:extLst>
          </p:cNvPr>
          <p:cNvGrpSpPr/>
          <p:nvPr/>
        </p:nvGrpSpPr>
        <p:grpSpPr>
          <a:xfrm>
            <a:off x="2928420" y="5327739"/>
            <a:ext cx="449299" cy="153348"/>
            <a:chOff x="7531343" y="5337754"/>
            <a:chExt cx="449299" cy="153348"/>
          </a:xfrm>
        </p:grpSpPr>
        <p:grpSp>
          <p:nvGrpSpPr>
            <p:cNvPr id="611" name="그룹 610">
              <a:extLst>
                <a:ext uri="{FF2B5EF4-FFF2-40B4-BE49-F238E27FC236}">
                  <a16:creationId xmlns:a16="http://schemas.microsoft.com/office/drawing/2014/main" id="{58270948-DE66-9C7E-BBB3-00CEAEAB46CF}"/>
                </a:ext>
              </a:extLst>
            </p:cNvPr>
            <p:cNvGrpSpPr/>
            <p:nvPr/>
          </p:nvGrpSpPr>
          <p:grpSpPr>
            <a:xfrm>
              <a:off x="7554179" y="5343182"/>
              <a:ext cx="426463" cy="142494"/>
              <a:chOff x="5645144" y="3140870"/>
              <a:chExt cx="249768" cy="110534"/>
            </a:xfrm>
          </p:grpSpPr>
          <p:sp>
            <p:nvSpPr>
              <p:cNvPr id="613" name="사각형: 둥근 모서리 612">
                <a:extLst>
                  <a:ext uri="{FF2B5EF4-FFF2-40B4-BE49-F238E27FC236}">
                    <a16:creationId xmlns:a16="http://schemas.microsoft.com/office/drawing/2014/main" id="{0D26E017-9995-B031-9B02-4B4CDA376393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614" name="사각형: 둥근 모서리 613">
                <a:extLst>
                  <a:ext uri="{FF2B5EF4-FFF2-40B4-BE49-F238E27FC236}">
                    <a16:creationId xmlns:a16="http://schemas.microsoft.com/office/drawing/2014/main" id="{CE8A35A3-AD38-84C3-E441-A3359418EDB5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612" name="그림 611">
              <a:extLst>
                <a:ext uri="{FF2B5EF4-FFF2-40B4-BE49-F238E27FC236}">
                  <a16:creationId xmlns:a16="http://schemas.microsoft.com/office/drawing/2014/main" id="{BA385298-E05D-B570-74B6-86D72EEAAC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1343" y="5337754"/>
              <a:ext cx="174868" cy="153348"/>
            </a:xfrm>
            <a:prstGeom prst="rect">
              <a:avLst/>
            </a:prstGeom>
          </p:spPr>
        </p:pic>
      </p:grpSp>
      <p:pic>
        <p:nvPicPr>
          <p:cNvPr id="605" name="그림 604">
            <a:extLst>
              <a:ext uri="{FF2B5EF4-FFF2-40B4-BE49-F238E27FC236}">
                <a16:creationId xmlns:a16="http://schemas.microsoft.com/office/drawing/2014/main" id="{9C25B1D7-EF9B-EC1D-D1C0-BE32CE3590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606" name="TextBox 605">
            <a:extLst>
              <a:ext uri="{FF2B5EF4-FFF2-40B4-BE49-F238E27FC236}">
                <a16:creationId xmlns:a16="http://schemas.microsoft.com/office/drawing/2014/main" id="{BF68F9DE-8DEC-1663-7228-BC146FC3ABFD}"/>
              </a:ext>
            </a:extLst>
          </p:cNvPr>
          <p:cNvSpPr txBox="1"/>
          <p:nvPr/>
        </p:nvSpPr>
        <p:spPr>
          <a:xfrm>
            <a:off x="2581720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7" name="TextBox 606">
            <a:extLst>
              <a:ext uri="{FF2B5EF4-FFF2-40B4-BE49-F238E27FC236}">
                <a16:creationId xmlns:a16="http://schemas.microsoft.com/office/drawing/2014/main" id="{6418E1CD-B27A-3B67-1CB7-A4FA968EDC80}"/>
              </a:ext>
            </a:extLst>
          </p:cNvPr>
          <p:cNvSpPr txBox="1"/>
          <p:nvPr/>
        </p:nvSpPr>
        <p:spPr>
          <a:xfrm>
            <a:off x="3076662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240%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8" name="TextBox 607">
            <a:extLst>
              <a:ext uri="{FF2B5EF4-FFF2-40B4-BE49-F238E27FC236}">
                <a16:creationId xmlns:a16="http://schemas.microsoft.com/office/drawing/2014/main" id="{28AC9464-4E10-25DE-52E7-2259FF105635}"/>
              </a:ext>
            </a:extLst>
          </p:cNvPr>
          <p:cNvSpPr txBox="1"/>
          <p:nvPr/>
        </p:nvSpPr>
        <p:spPr>
          <a:xfrm>
            <a:off x="1177913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09" name="TextBox 608">
            <a:extLst>
              <a:ext uri="{FF2B5EF4-FFF2-40B4-BE49-F238E27FC236}">
                <a16:creationId xmlns:a16="http://schemas.microsoft.com/office/drawing/2014/main" id="{DEB78D5A-204D-E80A-36A9-648581B01B56}"/>
              </a:ext>
            </a:extLst>
          </p:cNvPr>
          <p:cNvSpPr txBox="1"/>
          <p:nvPr/>
        </p:nvSpPr>
        <p:spPr>
          <a:xfrm>
            <a:off x="166402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10" name="TextBox 609">
            <a:extLst>
              <a:ext uri="{FF2B5EF4-FFF2-40B4-BE49-F238E27FC236}">
                <a16:creationId xmlns:a16="http://schemas.microsoft.com/office/drawing/2014/main" id="{BDA7650F-1D9F-5BAE-B367-6E4260CE0A34}"/>
              </a:ext>
            </a:extLst>
          </p:cNvPr>
          <p:cNvSpPr txBox="1"/>
          <p:nvPr/>
        </p:nvSpPr>
        <p:spPr>
          <a:xfrm>
            <a:off x="212839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7910DF87-A06D-4E72-94E1-F8EECAD5EEC3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8D0F919E-5D8E-4314-BF92-F6DF5C37D9E6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73" name="사각형: 둥근 모서리 72">
              <a:extLst>
                <a:ext uri="{FF2B5EF4-FFF2-40B4-BE49-F238E27FC236}">
                  <a16:creationId xmlns:a16="http://schemas.microsoft.com/office/drawing/2014/main" id="{3DE494D1-A902-4F77-B413-6A40F3D89DCF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25A2A644-2890-4253-BE06-EAADE00C8E18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42" name="Picture 2" descr="돋보기 - 무료 도구 및기구개 아이콘">
            <a:extLst>
              <a:ext uri="{FF2B5EF4-FFF2-40B4-BE49-F238E27FC236}">
                <a16:creationId xmlns:a16="http://schemas.microsoft.com/office/drawing/2014/main" id="{5246130F-CB67-4A2A-A80A-628DE89C6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FBCD24EB-4A1D-4CAE-83C3-BFB6EA09EE0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7AF7A5-9634-4B7D-88A1-2B5571BB132A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576E81C1-1099-45B2-A8A4-56056B24F16B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263DB26-156C-49DA-BABF-50F106C37D7F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620F4479-AE91-48D1-9161-62216903BA1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CF8E5-A378-4A3F-8F6A-96063B779549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10AA640F-A62F-4FFE-9578-ACDCCA60C2E3}"/>
              </a:ext>
            </a:extLst>
          </p:cNvPr>
          <p:cNvSpPr/>
          <p:nvPr/>
        </p:nvSpPr>
        <p:spPr>
          <a:xfrm>
            <a:off x="815908" y="5248999"/>
            <a:ext cx="2775446" cy="871884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EE77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5910606A-E981-4D38-8CA4-5402E5107786}"/>
              </a:ext>
            </a:extLst>
          </p:cNvPr>
          <p:cNvSpPr/>
          <p:nvPr/>
        </p:nvSpPr>
        <p:spPr>
          <a:xfrm>
            <a:off x="699452" y="5135935"/>
            <a:ext cx="220980" cy="220980"/>
          </a:xfrm>
          <a:prstGeom prst="ellipse">
            <a:avLst/>
          </a:prstGeom>
          <a:solidFill>
            <a:srgbClr val="EE7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4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0F9FDB8-48D8-47AB-90E8-418E11EF9E54}"/>
              </a:ext>
            </a:extLst>
          </p:cNvPr>
          <p:cNvSpPr txBox="1"/>
          <p:nvPr/>
        </p:nvSpPr>
        <p:spPr>
          <a:xfrm>
            <a:off x="840746" y="513168"/>
            <a:ext cx="13660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4.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리소스 점검</a:t>
            </a:r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45C5AB86-311F-4605-B1B4-FC2AD98070F2}"/>
              </a:ext>
            </a:extLst>
          </p:cNvPr>
          <p:cNvSpPr/>
          <p:nvPr/>
        </p:nvSpPr>
        <p:spPr>
          <a:xfrm>
            <a:off x="4118713" y="1617195"/>
            <a:ext cx="220980" cy="220980"/>
          </a:xfrm>
          <a:prstGeom prst="ellipse">
            <a:avLst/>
          </a:prstGeom>
          <a:solidFill>
            <a:srgbClr val="EE7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4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72D9000-8625-4BEA-AA7D-366EB8DDC3FD}"/>
              </a:ext>
            </a:extLst>
          </p:cNvPr>
          <p:cNvSpPr txBox="1"/>
          <p:nvPr/>
        </p:nvSpPr>
        <p:spPr>
          <a:xfrm>
            <a:off x="4299790" y="1542838"/>
            <a:ext cx="6075574" cy="33908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en-US" altLang="ko-KR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Hud </a:t>
            </a: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하단 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 게이지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각 영웅의 범부 상태의 작은 머리 아이콘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게이지바 앞면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뒷면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백분율 텍스트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 충돌로 게이지가 충전될 때 출력할 작은 이펙트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5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 백판 이미지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 타워가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공용으로 쓸 격자 발판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(2x2 ~ 3x3)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각 영웅의 등급별 외형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5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검토 필요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영웅 게이지를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100%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단위로 채울 때마다 뿅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!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터지는 이펙트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등급의 표시는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Lv.1 ~ Lv.5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로 텍스트로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?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혹은 언더 다크처럼 레벨 표시용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UI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활성화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?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5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  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8AB334DB-7D70-4115-9667-CC34D70B6D52}"/>
              </a:ext>
            </a:extLst>
          </p:cNvPr>
          <p:cNvSpPr/>
          <p:nvPr/>
        </p:nvSpPr>
        <p:spPr>
          <a:xfrm>
            <a:off x="1498265" y="5559476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9F8F0539-6574-4397-918F-621909219FEC}"/>
              </a:ext>
            </a:extLst>
          </p:cNvPr>
          <p:cNvGrpSpPr/>
          <p:nvPr/>
        </p:nvGrpSpPr>
        <p:grpSpPr>
          <a:xfrm>
            <a:off x="1587038" y="5665773"/>
            <a:ext cx="238478" cy="233355"/>
            <a:chOff x="10356957" y="4935575"/>
            <a:chExt cx="321867" cy="314954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2F2E9431-0027-4DFD-AED6-78E17FEAAB42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2" name="직사각형 81">
              <a:extLst>
                <a:ext uri="{FF2B5EF4-FFF2-40B4-BE49-F238E27FC236}">
                  <a16:creationId xmlns:a16="http://schemas.microsoft.com/office/drawing/2014/main" id="{7F594EEF-EDC9-4A17-A79C-34BC3457D972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FFEE6FAA-5D0B-4201-9E35-8053A9D40E14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E7AFCEB5-F6E3-446C-A584-F753AF694E88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85" name="그림 84">
            <a:extLst>
              <a:ext uri="{FF2B5EF4-FFF2-40B4-BE49-F238E27FC236}">
                <a16:creationId xmlns:a16="http://schemas.microsoft.com/office/drawing/2014/main" id="{2D7E068E-3118-4E48-98FD-BCE5D4B43E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199" y="5713852"/>
            <a:ext cx="157615" cy="138217"/>
          </a:xfrm>
          <a:prstGeom prst="rect">
            <a:avLst/>
          </a:prstGeom>
        </p:spPr>
      </p:pic>
      <p:sp>
        <p:nvSpPr>
          <p:cNvPr id="87" name="직사각형 86">
            <a:extLst>
              <a:ext uri="{FF2B5EF4-FFF2-40B4-BE49-F238E27FC236}">
                <a16:creationId xmlns:a16="http://schemas.microsoft.com/office/drawing/2014/main" id="{73F0A304-DAAB-4FBC-8676-E1780078F7CC}"/>
              </a:ext>
            </a:extLst>
          </p:cNvPr>
          <p:cNvSpPr/>
          <p:nvPr/>
        </p:nvSpPr>
        <p:spPr>
          <a:xfrm>
            <a:off x="1983417" y="5559476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0CFBFF36-F11A-443B-831E-64B293885971}"/>
              </a:ext>
            </a:extLst>
          </p:cNvPr>
          <p:cNvGrpSpPr/>
          <p:nvPr/>
        </p:nvGrpSpPr>
        <p:grpSpPr>
          <a:xfrm>
            <a:off x="2072190" y="5601383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4677FF5A-00C9-4ABF-B4D8-C4AF2873A198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0D3F0A86-2C45-43A9-9AB4-0503D840D839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EB2AEF92-B964-44F8-A97F-1BA24D5CCADF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956B2CF2-002D-428F-849D-FFE0CAD8A640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1C8CCE84-2A5B-4ECB-861D-D7866C8EC95E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4" name="직사각형 93">
              <a:extLst>
                <a:ext uri="{FF2B5EF4-FFF2-40B4-BE49-F238E27FC236}">
                  <a16:creationId xmlns:a16="http://schemas.microsoft.com/office/drawing/2014/main" id="{56267ADD-F030-4914-94D4-28FF11AC4B1C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95" name="그림 94">
            <a:extLst>
              <a:ext uri="{FF2B5EF4-FFF2-40B4-BE49-F238E27FC236}">
                <a16:creationId xmlns:a16="http://schemas.microsoft.com/office/drawing/2014/main" id="{EF802637-A8CD-49AB-ADA0-D6F74713DF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1352" y="5685331"/>
            <a:ext cx="157615" cy="138217"/>
          </a:xfrm>
          <a:prstGeom prst="rect">
            <a:avLst/>
          </a:prstGeom>
        </p:spPr>
      </p:pic>
      <p:sp>
        <p:nvSpPr>
          <p:cNvPr id="96" name="직사각형 95">
            <a:extLst>
              <a:ext uri="{FF2B5EF4-FFF2-40B4-BE49-F238E27FC236}">
                <a16:creationId xmlns:a16="http://schemas.microsoft.com/office/drawing/2014/main" id="{75D4C04D-89ED-423F-8929-C8E4FF35916E}"/>
              </a:ext>
            </a:extLst>
          </p:cNvPr>
          <p:cNvSpPr/>
          <p:nvPr/>
        </p:nvSpPr>
        <p:spPr>
          <a:xfrm>
            <a:off x="2468569" y="5559476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484168D4-9791-424C-B4B0-71AD36A9C2B3}"/>
              </a:ext>
            </a:extLst>
          </p:cNvPr>
          <p:cNvGrpSpPr/>
          <p:nvPr/>
        </p:nvGrpSpPr>
        <p:grpSpPr>
          <a:xfrm>
            <a:off x="2557342" y="5601383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3CAFA911-F6B6-46A1-87F3-6D9FA6B87396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F79FBEF2-3553-47B6-950A-06BF0B5D93E3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0" name="직사각형 99">
              <a:extLst>
                <a:ext uri="{FF2B5EF4-FFF2-40B4-BE49-F238E27FC236}">
                  <a16:creationId xmlns:a16="http://schemas.microsoft.com/office/drawing/2014/main" id="{B51AC069-371F-4A62-9F89-BA8A22650AB7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1" name="직사각형 100">
              <a:extLst>
                <a:ext uri="{FF2B5EF4-FFF2-40B4-BE49-F238E27FC236}">
                  <a16:creationId xmlns:a16="http://schemas.microsoft.com/office/drawing/2014/main" id="{43F4E50A-0185-4937-AA8A-F967F4AC1A15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2" name="직사각형 101">
              <a:extLst>
                <a:ext uri="{FF2B5EF4-FFF2-40B4-BE49-F238E27FC236}">
                  <a16:creationId xmlns:a16="http://schemas.microsoft.com/office/drawing/2014/main" id="{214D5CBF-EEB4-46B6-A478-0B2DCEFED5AB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D295C809-3FA4-4495-B5C9-BC919A8F61A1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104" name="그림 103">
            <a:extLst>
              <a:ext uri="{FF2B5EF4-FFF2-40B4-BE49-F238E27FC236}">
                <a16:creationId xmlns:a16="http://schemas.microsoft.com/office/drawing/2014/main" id="{ECE68D49-BD4C-4797-8060-161D04846E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6504" y="5685331"/>
            <a:ext cx="157615" cy="138217"/>
          </a:xfrm>
          <a:prstGeom prst="rect">
            <a:avLst/>
          </a:prstGeom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1193D3B9-E572-45F0-AF15-033E4108BB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389340" y="4804595"/>
            <a:ext cx="223412" cy="195916"/>
          </a:xfrm>
          <a:prstGeom prst="rect">
            <a:avLst/>
          </a:prstGeom>
        </p:spPr>
      </p:pic>
      <p:pic>
        <p:nvPicPr>
          <p:cNvPr id="106" name="그림 105">
            <a:extLst>
              <a:ext uri="{FF2B5EF4-FFF2-40B4-BE49-F238E27FC236}">
                <a16:creationId xmlns:a16="http://schemas.microsoft.com/office/drawing/2014/main" id="{C4908F66-23A3-4E60-86DC-9B733AB771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107" name="그림 106">
            <a:extLst>
              <a:ext uri="{FF2B5EF4-FFF2-40B4-BE49-F238E27FC236}">
                <a16:creationId xmlns:a16="http://schemas.microsoft.com/office/drawing/2014/main" id="{B49DAD61-8980-4450-8EAF-3E0F1CF6AC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108" name="그림 107">
            <a:extLst>
              <a:ext uri="{FF2B5EF4-FFF2-40B4-BE49-F238E27FC236}">
                <a16:creationId xmlns:a16="http://schemas.microsoft.com/office/drawing/2014/main" id="{26470AA5-7AF9-4DFB-A729-6BD82583CE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23" y="3549696"/>
            <a:ext cx="247730" cy="217240"/>
          </a:xfrm>
          <a:prstGeom prst="rect">
            <a:avLst/>
          </a:prstGeom>
        </p:spPr>
      </p:pic>
      <p:pic>
        <p:nvPicPr>
          <p:cNvPr id="109" name="그림 108">
            <a:extLst>
              <a:ext uri="{FF2B5EF4-FFF2-40B4-BE49-F238E27FC236}">
                <a16:creationId xmlns:a16="http://schemas.microsoft.com/office/drawing/2014/main" id="{B7AA904D-279F-4968-96DE-CA4503ED99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7961" y="3789415"/>
            <a:ext cx="247730" cy="217240"/>
          </a:xfrm>
          <a:prstGeom prst="rect">
            <a:avLst/>
          </a:prstGeom>
        </p:spPr>
      </p:pic>
      <p:pic>
        <p:nvPicPr>
          <p:cNvPr id="110" name="그림 109">
            <a:extLst>
              <a:ext uri="{FF2B5EF4-FFF2-40B4-BE49-F238E27FC236}">
                <a16:creationId xmlns:a16="http://schemas.microsoft.com/office/drawing/2014/main" id="{50BAAD41-F757-4880-A4D8-0E7602EAF5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111" name="그림 110">
            <a:extLst>
              <a:ext uri="{FF2B5EF4-FFF2-40B4-BE49-F238E27FC236}">
                <a16:creationId xmlns:a16="http://schemas.microsoft.com/office/drawing/2014/main" id="{B8065C35-7514-40E2-88FF-104586765D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112" name="그림 111">
            <a:extLst>
              <a:ext uri="{FF2B5EF4-FFF2-40B4-BE49-F238E27FC236}">
                <a16:creationId xmlns:a16="http://schemas.microsoft.com/office/drawing/2014/main" id="{CACBC71D-9526-4875-B32B-AC230662C6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113" name="그림 112">
            <a:extLst>
              <a:ext uri="{FF2B5EF4-FFF2-40B4-BE49-F238E27FC236}">
                <a16:creationId xmlns:a16="http://schemas.microsoft.com/office/drawing/2014/main" id="{5E8500D8-1F27-4DD7-B62F-2E50BB6DBB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sp>
        <p:nvSpPr>
          <p:cNvPr id="114" name="TextBox 113">
            <a:extLst>
              <a:ext uri="{FF2B5EF4-FFF2-40B4-BE49-F238E27FC236}">
                <a16:creationId xmlns:a16="http://schemas.microsoft.com/office/drawing/2014/main" id="{5591EEAE-B132-487C-9EC9-EF59AF2AA20C}"/>
              </a:ext>
            </a:extLst>
          </p:cNvPr>
          <p:cNvSpPr txBox="1"/>
          <p:nvPr/>
        </p:nvSpPr>
        <p:spPr>
          <a:xfrm>
            <a:off x="8795734" y="2017629"/>
            <a:ext cx="3206327" cy="9631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백분율 텍스트 아이디어 검토</a:t>
            </a:r>
            <a:endParaRPr lang="en-US" altLang="ko-KR" sz="1200" dirty="0">
              <a:solidFill>
                <a:schemeClr val="tx1">
                  <a:lumMod val="65000"/>
                  <a:lumOff val="3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3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  <a:endParaRPr lang="en-US" altLang="ko-KR" sz="11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게이지 보유량에 따라 색상 등의 변경으로 강조</a:t>
            </a: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?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Ex, 0%~200%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는 흰색</a:t>
            </a:r>
            <a:endParaRPr lang="en-US" altLang="ko-KR" sz="11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Ex, 201%~400%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는 파란색</a:t>
            </a:r>
            <a:endParaRPr lang="en-US" altLang="ko-KR" sz="11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9566AEA5-18E4-45E1-B7AF-A36257684DF1}"/>
              </a:ext>
            </a:extLst>
          </p:cNvPr>
          <p:cNvSpPr txBox="1"/>
          <p:nvPr/>
        </p:nvSpPr>
        <p:spPr>
          <a:xfrm>
            <a:off x="10819815" y="2507491"/>
            <a:ext cx="593432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11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200%</a:t>
            </a:r>
            <a:endParaRPr lang="ko-KR" altLang="en-US" sz="11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13697D8-B62B-4D76-8055-0D1265F32339}"/>
              </a:ext>
            </a:extLst>
          </p:cNvPr>
          <p:cNvSpPr txBox="1"/>
          <p:nvPr/>
        </p:nvSpPr>
        <p:spPr>
          <a:xfrm>
            <a:off x="10819815" y="2717160"/>
            <a:ext cx="593432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1100" b="1" dirty="0">
                <a:solidFill>
                  <a:srgbClr val="00D2FF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248%</a:t>
            </a:r>
            <a:endParaRPr lang="ko-KR" altLang="en-US" sz="1100" b="1" dirty="0">
              <a:solidFill>
                <a:srgbClr val="00D2FF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857380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4" name="직사각형 633">
            <a:extLst>
              <a:ext uri="{FF2B5EF4-FFF2-40B4-BE49-F238E27FC236}">
                <a16:creationId xmlns:a16="http://schemas.microsoft.com/office/drawing/2014/main" id="{2539D10B-97A9-E57C-36D3-D9899D3A6896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635" name="TextBox 634">
            <a:extLst>
              <a:ext uri="{FF2B5EF4-FFF2-40B4-BE49-F238E27FC236}">
                <a16:creationId xmlns:a16="http://schemas.microsoft.com/office/drawing/2014/main" id="{74E2AE15-EB4D-3E25-5014-628916FC4450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FBCD24EB-4A1D-4CAE-83C3-BFB6EA09EE01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7AF7A5-9634-4B7D-88A1-2B5571BB132A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576E81C1-1099-45B2-A8A4-56056B24F16B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263DB26-156C-49DA-BABF-50F106C37D7F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620F4479-AE91-48D1-9161-62216903BA1E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CF8E5-A378-4A3F-8F6A-96063B779549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10AA640F-A62F-4FFE-9578-ACDCCA60C2E3}"/>
              </a:ext>
            </a:extLst>
          </p:cNvPr>
          <p:cNvSpPr/>
          <p:nvPr/>
        </p:nvSpPr>
        <p:spPr>
          <a:xfrm>
            <a:off x="815908" y="1460768"/>
            <a:ext cx="2775446" cy="4725427"/>
          </a:xfrm>
          <a:prstGeom prst="rect">
            <a:avLst/>
          </a:prstGeom>
          <a:noFill/>
          <a:ln w="25400">
            <a:solidFill>
              <a:srgbClr val="FFFF00"/>
            </a:solidFill>
          </a:ln>
          <a:effectLst>
            <a:glow rad="50800">
              <a:srgbClr val="EE7700">
                <a:alpha val="7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5910606A-E981-4D38-8CA4-5402E5107786}"/>
              </a:ext>
            </a:extLst>
          </p:cNvPr>
          <p:cNvSpPr/>
          <p:nvPr/>
        </p:nvSpPr>
        <p:spPr>
          <a:xfrm>
            <a:off x="699452" y="1347706"/>
            <a:ext cx="220980" cy="220980"/>
          </a:xfrm>
          <a:prstGeom prst="ellipse">
            <a:avLst/>
          </a:prstGeom>
          <a:solidFill>
            <a:srgbClr val="EE7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79855B3-C05C-47A9-BE27-C70B041B35D8}"/>
              </a:ext>
            </a:extLst>
          </p:cNvPr>
          <p:cNvSpPr txBox="1"/>
          <p:nvPr/>
        </p:nvSpPr>
        <p:spPr>
          <a:xfrm>
            <a:off x="840746" y="513168"/>
            <a:ext cx="13660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4.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리소스 점검</a:t>
            </a: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E71DFBE2-4076-4CA3-92E5-DEBC144EE13E}"/>
              </a:ext>
            </a:extLst>
          </p:cNvPr>
          <p:cNvSpPr/>
          <p:nvPr/>
        </p:nvSpPr>
        <p:spPr>
          <a:xfrm>
            <a:off x="4118713" y="1617195"/>
            <a:ext cx="220980" cy="220980"/>
          </a:xfrm>
          <a:prstGeom prst="ellipse">
            <a:avLst/>
          </a:prstGeom>
          <a:solidFill>
            <a:srgbClr val="EE7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</a:t>
            </a:r>
            <a:endParaRPr lang="ko-KR" altLang="en-US" sz="1200" dirty="0">
              <a:solidFill>
                <a:schemeClr val="bg1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443922A-5A85-4E83-8D67-F70D8D6AB0EF}"/>
              </a:ext>
            </a:extLst>
          </p:cNvPr>
          <p:cNvSpPr txBox="1"/>
          <p:nvPr/>
        </p:nvSpPr>
        <p:spPr>
          <a:xfrm>
            <a:off x="4299790" y="1542838"/>
            <a:ext cx="3515706" cy="33254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80000"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팝업창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 정보 팝업창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트럭 이미지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최대 기름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최대 속도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팝업창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PAUSE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텍스트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계속하기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홈으로 버튼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인게임 레벨업 시 등장하는 로그라이크성 선택지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각 선택지의 등급별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UI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효과 아이콘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효과의 이름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설명 텍스트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A0B2C364-6D58-4B8C-8D07-5F394B3FCBB8}"/>
              </a:ext>
            </a:extLst>
          </p:cNvPr>
          <p:cNvSpPr txBox="1"/>
          <p:nvPr/>
        </p:nvSpPr>
        <p:spPr>
          <a:xfrm>
            <a:off x="745699" y="755794"/>
            <a:ext cx="26949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필요한 리소스 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- UI</a:t>
            </a:r>
            <a:endParaRPr lang="ko-KR" altLang="en-US" sz="2400" dirty="0">
              <a:solidFill>
                <a:srgbClr val="1A0C2F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E00E1D0C-272A-464C-9D30-8FDC2F823B95}"/>
              </a:ext>
            </a:extLst>
          </p:cNvPr>
          <p:cNvSpPr/>
          <p:nvPr/>
        </p:nvSpPr>
        <p:spPr>
          <a:xfrm>
            <a:off x="8793427" y="3954529"/>
            <a:ext cx="1155654" cy="20544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2F4DEC25-B5A1-4DE2-A24D-0B4754C86C28}"/>
              </a:ext>
            </a:extLst>
          </p:cNvPr>
          <p:cNvSpPr/>
          <p:nvPr/>
        </p:nvSpPr>
        <p:spPr>
          <a:xfrm>
            <a:off x="8839002" y="3988844"/>
            <a:ext cx="194595" cy="222800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/>
          </a:p>
        </p:txBody>
      </p:sp>
      <p:sp>
        <p:nvSpPr>
          <p:cNvPr id="121" name="사각형: 둥근 모서리 120">
            <a:extLst>
              <a:ext uri="{FF2B5EF4-FFF2-40B4-BE49-F238E27FC236}">
                <a16:creationId xmlns:a16="http://schemas.microsoft.com/office/drawing/2014/main" id="{C6FBA9ED-36AE-4A72-A411-FEE43DA34A01}"/>
              </a:ext>
            </a:extLst>
          </p:cNvPr>
          <p:cNvSpPr/>
          <p:nvPr/>
        </p:nvSpPr>
        <p:spPr>
          <a:xfrm>
            <a:off x="8836887" y="4234155"/>
            <a:ext cx="194595" cy="241175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/>
          </a:p>
        </p:txBody>
      </p:sp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155BFC28-50BA-4FD2-9754-EA94AF580E7F}"/>
              </a:ext>
            </a:extLst>
          </p:cNvPr>
          <p:cNvSpPr/>
          <p:nvPr/>
        </p:nvSpPr>
        <p:spPr>
          <a:xfrm>
            <a:off x="9709310" y="3988844"/>
            <a:ext cx="194595" cy="9928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/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7353A689-E648-4166-A2B0-AAFF48B105D5}"/>
              </a:ext>
            </a:extLst>
          </p:cNvPr>
          <p:cNvSpPr/>
          <p:nvPr/>
        </p:nvSpPr>
        <p:spPr>
          <a:xfrm>
            <a:off x="9273956" y="3988844"/>
            <a:ext cx="194595" cy="9928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/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1D2BC7C0-C75A-41BB-90F7-0E3CB4FC0DDE}"/>
              </a:ext>
            </a:extLst>
          </p:cNvPr>
          <p:cNvSpPr/>
          <p:nvPr/>
        </p:nvSpPr>
        <p:spPr>
          <a:xfrm>
            <a:off x="8812754" y="5656797"/>
            <a:ext cx="1117000" cy="3281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600" dirty="0"/>
          </a:p>
        </p:txBody>
      </p:sp>
      <p:pic>
        <p:nvPicPr>
          <p:cNvPr id="125" name="그림 124">
            <a:extLst>
              <a:ext uri="{FF2B5EF4-FFF2-40B4-BE49-F238E27FC236}">
                <a16:creationId xmlns:a16="http://schemas.microsoft.com/office/drawing/2014/main" id="{9E5D595F-8317-43CA-AF5C-D52B23EA4A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6589" y="3992372"/>
            <a:ext cx="134785" cy="157873"/>
          </a:xfrm>
          <a:prstGeom prst="rect">
            <a:avLst/>
          </a:prstGeom>
        </p:spPr>
      </p:pic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7DB8ECC4-9C98-4232-BDE2-8E699DBCD588}"/>
              </a:ext>
            </a:extLst>
          </p:cNvPr>
          <p:cNvSpPr/>
          <p:nvPr/>
        </p:nvSpPr>
        <p:spPr>
          <a:xfrm>
            <a:off x="8812754" y="5653507"/>
            <a:ext cx="1117000" cy="91201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600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1FC3D83D-CB52-4ABD-B15B-81FACFD62084}"/>
              </a:ext>
            </a:extLst>
          </p:cNvPr>
          <p:cNvGrpSpPr/>
          <p:nvPr/>
        </p:nvGrpSpPr>
        <p:grpSpPr>
          <a:xfrm>
            <a:off x="8828463" y="5664462"/>
            <a:ext cx="203019" cy="69291"/>
            <a:chOff x="5671221" y="5337754"/>
            <a:chExt cx="449300" cy="153348"/>
          </a:xfrm>
        </p:grpSpPr>
        <p:grpSp>
          <p:nvGrpSpPr>
            <p:cNvPr id="128" name="그룹 127">
              <a:extLst>
                <a:ext uri="{FF2B5EF4-FFF2-40B4-BE49-F238E27FC236}">
                  <a16:creationId xmlns:a16="http://schemas.microsoft.com/office/drawing/2014/main" id="{6F565E32-7854-4DBF-BD8D-EE9D8CF2C25D}"/>
                </a:ext>
              </a:extLst>
            </p:cNvPr>
            <p:cNvGrpSpPr/>
            <p:nvPr/>
          </p:nvGrpSpPr>
          <p:grpSpPr>
            <a:xfrm>
              <a:off x="5694058" y="5343182"/>
              <a:ext cx="426463" cy="142494"/>
              <a:chOff x="5645144" y="3140870"/>
              <a:chExt cx="249768" cy="110534"/>
            </a:xfrm>
          </p:grpSpPr>
          <p:sp>
            <p:nvSpPr>
              <p:cNvPr id="130" name="사각형: 둥근 모서리 129">
                <a:extLst>
                  <a:ext uri="{FF2B5EF4-FFF2-40B4-BE49-F238E27FC236}">
                    <a16:creationId xmlns:a16="http://schemas.microsoft.com/office/drawing/2014/main" id="{BC8B3D64-B953-48BA-83A8-8A0A9E8D68AB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사각형: 둥근 모서리 130">
                <a:extLst>
                  <a:ext uri="{FF2B5EF4-FFF2-40B4-BE49-F238E27FC236}">
                    <a16:creationId xmlns:a16="http://schemas.microsoft.com/office/drawing/2014/main" id="{D1F4A3A2-D9EB-4A4C-A2EE-FD9A85E496B3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600" dirty="0"/>
              </a:p>
            </p:txBody>
          </p:sp>
        </p:grpSp>
        <p:pic>
          <p:nvPicPr>
            <p:cNvPr id="129" name="그림 128">
              <a:extLst>
                <a:ext uri="{FF2B5EF4-FFF2-40B4-BE49-F238E27FC236}">
                  <a16:creationId xmlns:a16="http://schemas.microsoft.com/office/drawing/2014/main" id="{7262D53C-C874-4A0D-9629-04DE5A89370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122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FCAA3CF9-4DD6-43BD-BD32-C918A18075C3}"/>
              </a:ext>
            </a:extLst>
          </p:cNvPr>
          <p:cNvGrpSpPr/>
          <p:nvPr/>
        </p:nvGrpSpPr>
        <p:grpSpPr>
          <a:xfrm>
            <a:off x="9048675" y="5664462"/>
            <a:ext cx="203019" cy="69291"/>
            <a:chOff x="6136251" y="5337754"/>
            <a:chExt cx="449300" cy="153348"/>
          </a:xfrm>
        </p:grpSpPr>
        <p:grpSp>
          <p:nvGrpSpPr>
            <p:cNvPr id="138" name="그룹 137">
              <a:extLst>
                <a:ext uri="{FF2B5EF4-FFF2-40B4-BE49-F238E27FC236}">
                  <a16:creationId xmlns:a16="http://schemas.microsoft.com/office/drawing/2014/main" id="{A7383F86-4834-4B7D-836C-14F5E00867EC}"/>
                </a:ext>
              </a:extLst>
            </p:cNvPr>
            <p:cNvGrpSpPr/>
            <p:nvPr/>
          </p:nvGrpSpPr>
          <p:grpSpPr>
            <a:xfrm>
              <a:off x="6159088" y="5343182"/>
              <a:ext cx="426463" cy="142494"/>
              <a:chOff x="5645144" y="3140870"/>
              <a:chExt cx="249768" cy="110534"/>
            </a:xfrm>
          </p:grpSpPr>
          <p:sp>
            <p:nvSpPr>
              <p:cNvPr id="143" name="사각형: 둥근 모서리 142">
                <a:extLst>
                  <a:ext uri="{FF2B5EF4-FFF2-40B4-BE49-F238E27FC236}">
                    <a16:creationId xmlns:a16="http://schemas.microsoft.com/office/drawing/2014/main" id="{51903770-FF13-4F9F-9A61-B0795BD104E9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44" name="사각형: 둥근 모서리 143">
                <a:extLst>
                  <a:ext uri="{FF2B5EF4-FFF2-40B4-BE49-F238E27FC236}">
                    <a16:creationId xmlns:a16="http://schemas.microsoft.com/office/drawing/2014/main" id="{0F2B1024-22B6-4893-A134-9F0AA32B51DB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600" dirty="0"/>
              </a:p>
            </p:txBody>
          </p:sp>
        </p:grpSp>
        <p:pic>
          <p:nvPicPr>
            <p:cNvPr id="139" name="그림 138">
              <a:extLst>
                <a:ext uri="{FF2B5EF4-FFF2-40B4-BE49-F238E27FC236}">
                  <a16:creationId xmlns:a16="http://schemas.microsoft.com/office/drawing/2014/main" id="{FEE79AEB-D870-4A70-99E0-A942FB203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625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145" name="그룹 144">
            <a:extLst>
              <a:ext uri="{FF2B5EF4-FFF2-40B4-BE49-F238E27FC236}">
                <a16:creationId xmlns:a16="http://schemas.microsoft.com/office/drawing/2014/main" id="{254DD168-2D52-4243-8217-5BE288D5B992}"/>
              </a:ext>
            </a:extLst>
          </p:cNvPr>
          <p:cNvGrpSpPr/>
          <p:nvPr/>
        </p:nvGrpSpPr>
        <p:grpSpPr>
          <a:xfrm>
            <a:off x="9268886" y="5664462"/>
            <a:ext cx="203019" cy="69291"/>
            <a:chOff x="6601281" y="5337754"/>
            <a:chExt cx="449300" cy="153348"/>
          </a:xfrm>
        </p:grpSpPr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BA51FA09-03BA-4047-B682-D72C4EF142CA}"/>
                </a:ext>
              </a:extLst>
            </p:cNvPr>
            <p:cNvGrpSpPr/>
            <p:nvPr/>
          </p:nvGrpSpPr>
          <p:grpSpPr>
            <a:xfrm>
              <a:off x="6624118" y="5343182"/>
              <a:ext cx="426463" cy="142494"/>
              <a:chOff x="5645144" y="3140870"/>
              <a:chExt cx="249768" cy="110534"/>
            </a:xfrm>
          </p:grpSpPr>
          <p:sp>
            <p:nvSpPr>
              <p:cNvPr id="148" name="사각형: 둥근 모서리 147">
                <a:extLst>
                  <a:ext uri="{FF2B5EF4-FFF2-40B4-BE49-F238E27FC236}">
                    <a16:creationId xmlns:a16="http://schemas.microsoft.com/office/drawing/2014/main" id="{F7EDFD40-3FB4-4A11-B66E-155DE9ADA8BC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8DF3DE8E-F9FC-4004-A2E7-589A43C49F93}"/>
                  </a:ext>
                </a:extLst>
              </p:cNvPr>
              <p:cNvSpPr/>
              <p:nvPr/>
            </p:nvSpPr>
            <p:spPr>
              <a:xfrm>
                <a:off x="5645145" y="3140870"/>
                <a:ext cx="100989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600" dirty="0"/>
              </a:p>
            </p:txBody>
          </p:sp>
        </p:grpSp>
        <p:pic>
          <p:nvPicPr>
            <p:cNvPr id="147" name="그림 146">
              <a:extLst>
                <a:ext uri="{FF2B5EF4-FFF2-40B4-BE49-F238E27FC236}">
                  <a16:creationId xmlns:a16="http://schemas.microsoft.com/office/drawing/2014/main" id="{0E0C56C7-D217-412F-A73F-2AEDF8379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128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C8AF8A04-1CC8-49CB-A90C-E17301F07693}"/>
              </a:ext>
            </a:extLst>
          </p:cNvPr>
          <p:cNvGrpSpPr/>
          <p:nvPr/>
        </p:nvGrpSpPr>
        <p:grpSpPr>
          <a:xfrm>
            <a:off x="9489098" y="5664462"/>
            <a:ext cx="203020" cy="69291"/>
            <a:chOff x="7066312" y="5337754"/>
            <a:chExt cx="449302" cy="153348"/>
          </a:xfrm>
        </p:grpSpPr>
        <p:grpSp>
          <p:nvGrpSpPr>
            <p:cNvPr id="151" name="그룹 150">
              <a:extLst>
                <a:ext uri="{FF2B5EF4-FFF2-40B4-BE49-F238E27FC236}">
                  <a16:creationId xmlns:a16="http://schemas.microsoft.com/office/drawing/2014/main" id="{06795F45-8589-4422-AB62-F0AF575D8E3C}"/>
                </a:ext>
              </a:extLst>
            </p:cNvPr>
            <p:cNvGrpSpPr/>
            <p:nvPr/>
          </p:nvGrpSpPr>
          <p:grpSpPr>
            <a:xfrm>
              <a:off x="7089150" y="5343182"/>
              <a:ext cx="426464" cy="142494"/>
              <a:chOff x="5645143" y="3140870"/>
              <a:chExt cx="249769" cy="110534"/>
            </a:xfrm>
          </p:grpSpPr>
          <p:sp>
            <p:nvSpPr>
              <p:cNvPr id="153" name="사각형: 둥근 모서리 152">
                <a:extLst>
                  <a:ext uri="{FF2B5EF4-FFF2-40B4-BE49-F238E27FC236}">
                    <a16:creationId xmlns:a16="http://schemas.microsoft.com/office/drawing/2014/main" id="{D3E83E6E-FA08-4212-8EAA-879B86A3F4B9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4" name="사각형: 둥근 모서리 153">
                <a:extLst>
                  <a:ext uri="{FF2B5EF4-FFF2-40B4-BE49-F238E27FC236}">
                    <a16:creationId xmlns:a16="http://schemas.microsoft.com/office/drawing/2014/main" id="{7EAD21A0-6FFD-4B5B-A2D4-D2006BD70137}"/>
                  </a:ext>
                </a:extLst>
              </p:cNvPr>
              <p:cNvSpPr/>
              <p:nvPr/>
            </p:nvSpPr>
            <p:spPr>
              <a:xfrm>
                <a:off x="5645143" y="3140870"/>
                <a:ext cx="247306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600" dirty="0"/>
              </a:p>
            </p:txBody>
          </p:sp>
        </p:grpSp>
        <p:pic>
          <p:nvPicPr>
            <p:cNvPr id="152" name="그림 151">
              <a:extLst>
                <a:ext uri="{FF2B5EF4-FFF2-40B4-BE49-F238E27FC236}">
                  <a16:creationId xmlns:a16="http://schemas.microsoft.com/office/drawing/2014/main" id="{4B9829A6-25FC-4FB6-B0CC-2F56944DE4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6312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155" name="그룹 154">
            <a:extLst>
              <a:ext uri="{FF2B5EF4-FFF2-40B4-BE49-F238E27FC236}">
                <a16:creationId xmlns:a16="http://schemas.microsoft.com/office/drawing/2014/main" id="{2AC3A908-D89F-44A0-BB47-CA67129198E1}"/>
              </a:ext>
            </a:extLst>
          </p:cNvPr>
          <p:cNvGrpSpPr/>
          <p:nvPr/>
        </p:nvGrpSpPr>
        <p:grpSpPr>
          <a:xfrm>
            <a:off x="9709310" y="5664462"/>
            <a:ext cx="203018" cy="69291"/>
            <a:chOff x="7531343" y="5337754"/>
            <a:chExt cx="449299" cy="153348"/>
          </a:xfrm>
        </p:grpSpPr>
        <p:grpSp>
          <p:nvGrpSpPr>
            <p:cNvPr id="156" name="그룹 155">
              <a:extLst>
                <a:ext uri="{FF2B5EF4-FFF2-40B4-BE49-F238E27FC236}">
                  <a16:creationId xmlns:a16="http://schemas.microsoft.com/office/drawing/2014/main" id="{478EC72C-6B4F-435F-BEBB-A4E09DEAA74D}"/>
                </a:ext>
              </a:extLst>
            </p:cNvPr>
            <p:cNvGrpSpPr/>
            <p:nvPr/>
          </p:nvGrpSpPr>
          <p:grpSpPr>
            <a:xfrm>
              <a:off x="7554179" y="5343182"/>
              <a:ext cx="426463" cy="142494"/>
              <a:chOff x="5645144" y="3140870"/>
              <a:chExt cx="249768" cy="110534"/>
            </a:xfrm>
          </p:grpSpPr>
          <p:sp>
            <p:nvSpPr>
              <p:cNvPr id="158" name="사각형: 둥근 모서리 157">
                <a:extLst>
                  <a:ext uri="{FF2B5EF4-FFF2-40B4-BE49-F238E27FC236}">
                    <a16:creationId xmlns:a16="http://schemas.microsoft.com/office/drawing/2014/main" id="{8FD12C93-D345-477B-87C7-9F0CFD51FA99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9" name="사각형: 둥근 모서리 158">
                <a:extLst>
                  <a:ext uri="{FF2B5EF4-FFF2-40B4-BE49-F238E27FC236}">
                    <a16:creationId xmlns:a16="http://schemas.microsoft.com/office/drawing/2014/main" id="{A6E66866-3205-43FA-88DC-8B9EA0A5E431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600" dirty="0"/>
              </a:p>
            </p:txBody>
          </p:sp>
        </p:grpSp>
        <p:pic>
          <p:nvPicPr>
            <p:cNvPr id="157" name="그림 156">
              <a:extLst>
                <a:ext uri="{FF2B5EF4-FFF2-40B4-BE49-F238E27FC236}">
                  <a16:creationId xmlns:a16="http://schemas.microsoft.com/office/drawing/2014/main" id="{C3606604-9C2F-434B-8E2F-A86CBE5C96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1343" y="5337754"/>
              <a:ext cx="174868" cy="153348"/>
            </a:xfrm>
            <a:prstGeom prst="rect">
              <a:avLst/>
            </a:prstGeom>
          </p:spPr>
        </p:pic>
      </p:grpSp>
      <p:pic>
        <p:nvPicPr>
          <p:cNvPr id="160" name="그림 159">
            <a:extLst>
              <a:ext uri="{FF2B5EF4-FFF2-40B4-BE49-F238E27FC236}">
                <a16:creationId xmlns:a16="http://schemas.microsoft.com/office/drawing/2014/main" id="{B4C95537-54AF-4946-A07B-498C6AF85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7806" y="4802371"/>
            <a:ext cx="173978" cy="203778"/>
          </a:xfrm>
          <a:prstGeom prst="rect">
            <a:avLst/>
          </a:prstGeom>
        </p:spPr>
      </p:pic>
      <p:sp>
        <p:nvSpPr>
          <p:cNvPr id="161" name="TextBox 160">
            <a:extLst>
              <a:ext uri="{FF2B5EF4-FFF2-40B4-BE49-F238E27FC236}">
                <a16:creationId xmlns:a16="http://schemas.microsoft.com/office/drawing/2014/main" id="{8905FDB4-0FFF-4389-9097-950CBE03B6F2}"/>
              </a:ext>
            </a:extLst>
          </p:cNvPr>
          <p:cNvSpPr txBox="1"/>
          <p:nvPr/>
        </p:nvSpPr>
        <p:spPr>
          <a:xfrm>
            <a:off x="9438297" y="5645241"/>
            <a:ext cx="298479" cy="1384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3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100%</a:t>
            </a:r>
            <a:endParaRPr lang="ko-KR" altLang="en-US" sz="3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7B9E8913-B6FC-4846-AD8D-825D26CEDB44}"/>
              </a:ext>
            </a:extLst>
          </p:cNvPr>
          <p:cNvSpPr txBox="1"/>
          <p:nvPr/>
        </p:nvSpPr>
        <p:spPr>
          <a:xfrm>
            <a:off x="9661939" y="5645241"/>
            <a:ext cx="298479" cy="138499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3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240%</a:t>
            </a:r>
            <a:endParaRPr lang="ko-KR" altLang="en-US" sz="3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0C8E7AE9-589E-40D6-8281-A0AA160FA822}"/>
              </a:ext>
            </a:extLst>
          </p:cNvPr>
          <p:cNvSpPr txBox="1"/>
          <p:nvPr/>
        </p:nvSpPr>
        <p:spPr>
          <a:xfrm>
            <a:off x="8807172" y="5672770"/>
            <a:ext cx="272831" cy="1384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3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3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A8142C25-F2EF-4704-A0E6-EDC9906DE6E4}"/>
              </a:ext>
            </a:extLst>
          </p:cNvPr>
          <p:cNvSpPr txBox="1"/>
          <p:nvPr/>
        </p:nvSpPr>
        <p:spPr>
          <a:xfrm>
            <a:off x="9026823" y="5672770"/>
            <a:ext cx="272831" cy="1384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3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3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161881B-610F-46BD-A870-550B7C9275D0}"/>
              </a:ext>
            </a:extLst>
          </p:cNvPr>
          <p:cNvSpPr txBox="1"/>
          <p:nvPr/>
        </p:nvSpPr>
        <p:spPr>
          <a:xfrm>
            <a:off x="9236651" y="5672770"/>
            <a:ext cx="272831" cy="1384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3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3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grpSp>
        <p:nvGrpSpPr>
          <p:cNvPr id="166" name="그룹 165">
            <a:extLst>
              <a:ext uri="{FF2B5EF4-FFF2-40B4-BE49-F238E27FC236}">
                <a16:creationId xmlns:a16="http://schemas.microsoft.com/office/drawing/2014/main" id="{9B26F362-559D-4BBB-AFDE-15E331BD5B37}"/>
              </a:ext>
            </a:extLst>
          </p:cNvPr>
          <p:cNvGrpSpPr/>
          <p:nvPr/>
        </p:nvGrpSpPr>
        <p:grpSpPr>
          <a:xfrm>
            <a:off x="8796332" y="3952875"/>
            <a:ext cx="1155653" cy="26845"/>
            <a:chOff x="5645144" y="3140870"/>
            <a:chExt cx="249768" cy="110534"/>
          </a:xfrm>
        </p:grpSpPr>
        <p:sp>
          <p:nvSpPr>
            <p:cNvPr id="167" name="사각형: 둥근 모서리 166">
              <a:extLst>
                <a:ext uri="{FF2B5EF4-FFF2-40B4-BE49-F238E27FC236}">
                  <a16:creationId xmlns:a16="http://schemas.microsoft.com/office/drawing/2014/main" id="{295D026F-6E56-498B-96D3-A07863D59F4B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 dirty="0"/>
            </a:p>
          </p:txBody>
        </p:sp>
        <p:sp>
          <p:nvSpPr>
            <p:cNvPr id="168" name="사각형: 둥근 모서리 167">
              <a:extLst>
                <a:ext uri="{FF2B5EF4-FFF2-40B4-BE49-F238E27FC236}">
                  <a16:creationId xmlns:a16="http://schemas.microsoft.com/office/drawing/2014/main" id="{FC1E35D9-AD4D-4F4F-A64D-C70DA4995E4B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 dirty="0"/>
            </a:p>
          </p:txBody>
        </p:sp>
      </p:grpSp>
      <p:sp>
        <p:nvSpPr>
          <p:cNvPr id="169" name="TextBox 168">
            <a:extLst>
              <a:ext uri="{FF2B5EF4-FFF2-40B4-BE49-F238E27FC236}">
                <a16:creationId xmlns:a16="http://schemas.microsoft.com/office/drawing/2014/main" id="{D4D61524-CB70-476C-A730-8275C4B0C092}"/>
              </a:ext>
            </a:extLst>
          </p:cNvPr>
          <p:cNvSpPr txBox="1"/>
          <p:nvPr/>
        </p:nvSpPr>
        <p:spPr>
          <a:xfrm>
            <a:off x="8724260" y="4090864"/>
            <a:ext cx="344966" cy="16927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5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5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170" name="Picture 2" descr="돋보기 - 무료 도구 및기구개 아이콘">
            <a:extLst>
              <a:ext uri="{FF2B5EF4-FFF2-40B4-BE49-F238E27FC236}">
                <a16:creationId xmlns:a16="http://schemas.microsoft.com/office/drawing/2014/main" id="{B9336093-98EA-4839-8B9D-28D91DDE3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8014" y="4130958"/>
            <a:ext cx="82375" cy="82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1" name="그림 170">
            <a:extLst>
              <a:ext uri="{FF2B5EF4-FFF2-40B4-BE49-F238E27FC236}">
                <a16:creationId xmlns:a16="http://schemas.microsoft.com/office/drawing/2014/main" id="{99B968B1-E960-4D70-945A-84B4427454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013869" y="5428077"/>
            <a:ext cx="100950" cy="88526"/>
          </a:xfrm>
          <a:prstGeom prst="rect">
            <a:avLst/>
          </a:prstGeom>
        </p:spPr>
      </p:pic>
      <p:pic>
        <p:nvPicPr>
          <p:cNvPr id="172" name="그림 171">
            <a:extLst>
              <a:ext uri="{FF2B5EF4-FFF2-40B4-BE49-F238E27FC236}">
                <a16:creationId xmlns:a16="http://schemas.microsoft.com/office/drawing/2014/main" id="{5AA6C60F-C122-4F3C-A62E-75D9E763BB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9867" y="4644925"/>
            <a:ext cx="100950" cy="88526"/>
          </a:xfrm>
          <a:prstGeom prst="rect">
            <a:avLst/>
          </a:prstGeom>
        </p:spPr>
      </p:pic>
      <p:pic>
        <p:nvPicPr>
          <p:cNvPr id="173" name="그림 172">
            <a:extLst>
              <a:ext uri="{FF2B5EF4-FFF2-40B4-BE49-F238E27FC236}">
                <a16:creationId xmlns:a16="http://schemas.microsoft.com/office/drawing/2014/main" id="{A7546906-C321-4360-B5AE-4B2FAA8BF5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8745" y="5123912"/>
            <a:ext cx="111938" cy="98161"/>
          </a:xfrm>
          <a:prstGeom prst="rect">
            <a:avLst/>
          </a:prstGeom>
        </p:spPr>
      </p:pic>
      <p:pic>
        <p:nvPicPr>
          <p:cNvPr id="174" name="그림 173">
            <a:extLst>
              <a:ext uri="{FF2B5EF4-FFF2-40B4-BE49-F238E27FC236}">
                <a16:creationId xmlns:a16="http://schemas.microsoft.com/office/drawing/2014/main" id="{6E03988D-5779-492A-A071-DA20BDA23A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5037" y="4861044"/>
            <a:ext cx="111938" cy="98161"/>
          </a:xfrm>
          <a:prstGeom prst="rect">
            <a:avLst/>
          </a:prstGeom>
        </p:spPr>
      </p:pic>
      <p:pic>
        <p:nvPicPr>
          <p:cNvPr id="175" name="그림 174">
            <a:extLst>
              <a:ext uri="{FF2B5EF4-FFF2-40B4-BE49-F238E27FC236}">
                <a16:creationId xmlns:a16="http://schemas.microsoft.com/office/drawing/2014/main" id="{D794A00F-CBDF-4DA8-9B0E-0083E1862A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6510" y="4969362"/>
            <a:ext cx="111938" cy="98161"/>
          </a:xfrm>
          <a:prstGeom prst="rect">
            <a:avLst/>
          </a:prstGeom>
        </p:spPr>
      </p:pic>
      <p:pic>
        <p:nvPicPr>
          <p:cNvPr id="176" name="그림 175">
            <a:extLst>
              <a:ext uri="{FF2B5EF4-FFF2-40B4-BE49-F238E27FC236}">
                <a16:creationId xmlns:a16="http://schemas.microsoft.com/office/drawing/2014/main" id="{A81CE511-C93A-4B36-9EF4-263A1F7E64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124382" y="5252859"/>
            <a:ext cx="123820" cy="108580"/>
          </a:xfrm>
          <a:prstGeom prst="rect">
            <a:avLst/>
          </a:prstGeom>
        </p:spPr>
      </p:pic>
      <p:pic>
        <p:nvPicPr>
          <p:cNvPr id="177" name="그림 176">
            <a:extLst>
              <a:ext uri="{FF2B5EF4-FFF2-40B4-BE49-F238E27FC236}">
                <a16:creationId xmlns:a16="http://schemas.microsoft.com/office/drawing/2014/main" id="{4890889E-67B3-4FCE-8445-6E471542B0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9880" y="4288212"/>
            <a:ext cx="111938" cy="98161"/>
          </a:xfrm>
          <a:prstGeom prst="rect">
            <a:avLst/>
          </a:prstGeom>
        </p:spPr>
      </p:pic>
      <p:pic>
        <p:nvPicPr>
          <p:cNvPr id="178" name="그림 177">
            <a:extLst>
              <a:ext uri="{FF2B5EF4-FFF2-40B4-BE49-F238E27FC236}">
                <a16:creationId xmlns:a16="http://schemas.microsoft.com/office/drawing/2014/main" id="{531EBB62-539E-4F6B-8011-E60FEF6165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6462" y="5468892"/>
            <a:ext cx="111938" cy="98161"/>
          </a:xfrm>
          <a:prstGeom prst="rect">
            <a:avLst/>
          </a:prstGeom>
        </p:spPr>
      </p:pic>
      <p:pic>
        <p:nvPicPr>
          <p:cNvPr id="179" name="그림 178">
            <a:extLst>
              <a:ext uri="{FF2B5EF4-FFF2-40B4-BE49-F238E27FC236}">
                <a16:creationId xmlns:a16="http://schemas.microsoft.com/office/drawing/2014/main" id="{E8D458AF-1828-4FC7-922B-D85C0CAFDA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0325" y="4467338"/>
            <a:ext cx="111938" cy="98161"/>
          </a:xfrm>
          <a:prstGeom prst="rect">
            <a:avLst/>
          </a:prstGeom>
        </p:spPr>
      </p:pic>
      <p:sp>
        <p:nvSpPr>
          <p:cNvPr id="180" name="직사각형 179">
            <a:extLst>
              <a:ext uri="{FF2B5EF4-FFF2-40B4-BE49-F238E27FC236}">
                <a16:creationId xmlns:a16="http://schemas.microsoft.com/office/drawing/2014/main" id="{9BFE4909-A567-4048-A8A5-8DCD6546CB6F}"/>
              </a:ext>
            </a:extLst>
          </p:cNvPr>
          <p:cNvSpPr/>
          <p:nvPr/>
        </p:nvSpPr>
        <p:spPr>
          <a:xfrm>
            <a:off x="9063087" y="5769174"/>
            <a:ext cx="188693" cy="1985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/>
          </a:p>
        </p:txBody>
      </p:sp>
      <p:grpSp>
        <p:nvGrpSpPr>
          <p:cNvPr id="181" name="그룹 180">
            <a:extLst>
              <a:ext uri="{FF2B5EF4-FFF2-40B4-BE49-F238E27FC236}">
                <a16:creationId xmlns:a16="http://schemas.microsoft.com/office/drawing/2014/main" id="{8E390B09-07C6-4F98-87ED-D6288EBBF412}"/>
              </a:ext>
            </a:extLst>
          </p:cNvPr>
          <p:cNvGrpSpPr/>
          <p:nvPr/>
        </p:nvGrpSpPr>
        <p:grpSpPr>
          <a:xfrm>
            <a:off x="9103199" y="5817205"/>
            <a:ext cx="107758" cy="105443"/>
            <a:chOff x="10356957" y="4935575"/>
            <a:chExt cx="321867" cy="314954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182" name="직사각형 181">
              <a:extLst>
                <a:ext uri="{FF2B5EF4-FFF2-40B4-BE49-F238E27FC236}">
                  <a16:creationId xmlns:a16="http://schemas.microsoft.com/office/drawing/2014/main" id="{56C29889-62B3-40E7-B2AE-A8E9191EBC7A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183" name="직사각형 182">
              <a:extLst>
                <a:ext uri="{FF2B5EF4-FFF2-40B4-BE49-F238E27FC236}">
                  <a16:creationId xmlns:a16="http://schemas.microsoft.com/office/drawing/2014/main" id="{CC68DC62-F1B7-4A4E-8966-76016519EFF2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16624B3F-5266-428A-90BE-8828BA79C604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185" name="직사각형 184">
              <a:extLst>
                <a:ext uri="{FF2B5EF4-FFF2-40B4-BE49-F238E27FC236}">
                  <a16:creationId xmlns:a16="http://schemas.microsoft.com/office/drawing/2014/main" id="{D96F3BA7-828F-41D9-A02E-0F18924F27A4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</p:grpSp>
      <p:pic>
        <p:nvPicPr>
          <p:cNvPr id="186" name="그림 185">
            <a:extLst>
              <a:ext uri="{FF2B5EF4-FFF2-40B4-BE49-F238E27FC236}">
                <a16:creationId xmlns:a16="http://schemas.microsoft.com/office/drawing/2014/main" id="{437CFCF6-09BD-4355-9AD7-697242977E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895" y="5838929"/>
            <a:ext cx="71219" cy="62454"/>
          </a:xfrm>
          <a:prstGeom prst="rect">
            <a:avLst/>
          </a:prstGeom>
        </p:spPr>
      </p:pic>
      <p:sp>
        <p:nvSpPr>
          <p:cNvPr id="190" name="직사각형 189">
            <a:extLst>
              <a:ext uri="{FF2B5EF4-FFF2-40B4-BE49-F238E27FC236}">
                <a16:creationId xmlns:a16="http://schemas.microsoft.com/office/drawing/2014/main" id="{C6B6B587-9F52-45A6-BEBD-27046888D515}"/>
              </a:ext>
            </a:extLst>
          </p:cNvPr>
          <p:cNvSpPr/>
          <p:nvPr/>
        </p:nvSpPr>
        <p:spPr>
          <a:xfrm>
            <a:off x="9282305" y="5769174"/>
            <a:ext cx="188693" cy="1985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/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197BFFB9-183F-4BAF-8B18-3859B59047E1}"/>
              </a:ext>
            </a:extLst>
          </p:cNvPr>
          <p:cNvGrpSpPr/>
          <p:nvPr/>
        </p:nvGrpSpPr>
        <p:grpSpPr>
          <a:xfrm>
            <a:off x="9322418" y="5788110"/>
            <a:ext cx="107758" cy="159382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BBD1134A-0C54-40A8-8A83-44DF427A9D90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193" name="직사각형 192">
              <a:extLst>
                <a:ext uri="{FF2B5EF4-FFF2-40B4-BE49-F238E27FC236}">
                  <a16:creationId xmlns:a16="http://schemas.microsoft.com/office/drawing/2014/main" id="{4778F228-2865-426C-AE7D-1142284564BE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194" name="직사각형 193">
              <a:extLst>
                <a:ext uri="{FF2B5EF4-FFF2-40B4-BE49-F238E27FC236}">
                  <a16:creationId xmlns:a16="http://schemas.microsoft.com/office/drawing/2014/main" id="{1F64A026-7D37-468B-A33C-66CC4330CDA2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195" name="직사각형 194">
              <a:extLst>
                <a:ext uri="{FF2B5EF4-FFF2-40B4-BE49-F238E27FC236}">
                  <a16:creationId xmlns:a16="http://schemas.microsoft.com/office/drawing/2014/main" id="{753D662D-54B2-494D-A198-23DDE0EF8F48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7D97E08E-F9E3-45C9-881E-C2EB912B3831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197" name="직사각형 196">
              <a:extLst>
                <a:ext uri="{FF2B5EF4-FFF2-40B4-BE49-F238E27FC236}">
                  <a16:creationId xmlns:a16="http://schemas.microsoft.com/office/drawing/2014/main" id="{5913918E-DF7A-40B6-9AF9-2D1BDAF92BB1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</p:grpSp>
      <p:pic>
        <p:nvPicPr>
          <p:cNvPr id="198" name="그림 197">
            <a:extLst>
              <a:ext uri="{FF2B5EF4-FFF2-40B4-BE49-F238E27FC236}">
                <a16:creationId xmlns:a16="http://schemas.microsoft.com/office/drawing/2014/main" id="{9FD1C564-A45E-4197-8FCA-1687BDFE8C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0114" y="5826042"/>
            <a:ext cx="71219" cy="62454"/>
          </a:xfrm>
          <a:prstGeom prst="rect">
            <a:avLst/>
          </a:prstGeom>
        </p:spPr>
      </p:pic>
      <p:sp>
        <p:nvSpPr>
          <p:cNvPr id="199" name="직사각형 198">
            <a:extLst>
              <a:ext uri="{FF2B5EF4-FFF2-40B4-BE49-F238E27FC236}">
                <a16:creationId xmlns:a16="http://schemas.microsoft.com/office/drawing/2014/main" id="{DCA7247F-41CE-400A-859B-380BD0E9DEC3}"/>
              </a:ext>
            </a:extLst>
          </p:cNvPr>
          <p:cNvSpPr/>
          <p:nvPr/>
        </p:nvSpPr>
        <p:spPr>
          <a:xfrm>
            <a:off x="9501524" y="5769174"/>
            <a:ext cx="188693" cy="1985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/>
          </a:p>
        </p:txBody>
      </p:sp>
      <p:grpSp>
        <p:nvGrpSpPr>
          <p:cNvPr id="200" name="그룹 199">
            <a:extLst>
              <a:ext uri="{FF2B5EF4-FFF2-40B4-BE49-F238E27FC236}">
                <a16:creationId xmlns:a16="http://schemas.microsoft.com/office/drawing/2014/main" id="{7341A918-7E65-47A0-AE12-CA7583F61504}"/>
              </a:ext>
            </a:extLst>
          </p:cNvPr>
          <p:cNvGrpSpPr/>
          <p:nvPr/>
        </p:nvGrpSpPr>
        <p:grpSpPr>
          <a:xfrm>
            <a:off x="9541637" y="5788110"/>
            <a:ext cx="107758" cy="159382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201" name="직사각형 200">
              <a:extLst>
                <a:ext uri="{FF2B5EF4-FFF2-40B4-BE49-F238E27FC236}">
                  <a16:creationId xmlns:a16="http://schemas.microsoft.com/office/drawing/2014/main" id="{F079EC70-668C-4A72-8D82-C2FACBC078F9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202" name="직사각형 201">
              <a:extLst>
                <a:ext uri="{FF2B5EF4-FFF2-40B4-BE49-F238E27FC236}">
                  <a16:creationId xmlns:a16="http://schemas.microsoft.com/office/drawing/2014/main" id="{CAB93904-C9AD-4337-8177-7FB9F729FBD4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203" name="직사각형 202">
              <a:extLst>
                <a:ext uri="{FF2B5EF4-FFF2-40B4-BE49-F238E27FC236}">
                  <a16:creationId xmlns:a16="http://schemas.microsoft.com/office/drawing/2014/main" id="{AE644715-DE63-44D7-886E-E9ACDE246708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204" name="직사각형 203">
              <a:extLst>
                <a:ext uri="{FF2B5EF4-FFF2-40B4-BE49-F238E27FC236}">
                  <a16:creationId xmlns:a16="http://schemas.microsoft.com/office/drawing/2014/main" id="{89312CB4-9C8F-44C8-8571-E55C7AE1A541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205" name="직사각형 204">
              <a:extLst>
                <a:ext uri="{FF2B5EF4-FFF2-40B4-BE49-F238E27FC236}">
                  <a16:creationId xmlns:a16="http://schemas.microsoft.com/office/drawing/2014/main" id="{EE602B1E-F505-4E94-8DA9-322F5E4A9D02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206" name="직사각형 205">
              <a:extLst>
                <a:ext uri="{FF2B5EF4-FFF2-40B4-BE49-F238E27FC236}">
                  <a16:creationId xmlns:a16="http://schemas.microsoft.com/office/drawing/2014/main" id="{DFE485FC-5F01-4C9A-830E-418EA2FC4C20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</p:grpSp>
      <p:pic>
        <p:nvPicPr>
          <p:cNvPr id="207" name="그림 206">
            <a:extLst>
              <a:ext uri="{FF2B5EF4-FFF2-40B4-BE49-F238E27FC236}">
                <a16:creationId xmlns:a16="http://schemas.microsoft.com/office/drawing/2014/main" id="{412062F0-BE00-4C53-BA58-93798F90FD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9332" y="5826042"/>
            <a:ext cx="71219" cy="62454"/>
          </a:xfrm>
          <a:prstGeom prst="rect">
            <a:avLst/>
          </a:prstGeom>
        </p:spPr>
      </p:pic>
      <p:sp>
        <p:nvSpPr>
          <p:cNvPr id="208" name="직사각형 207">
            <a:extLst>
              <a:ext uri="{FF2B5EF4-FFF2-40B4-BE49-F238E27FC236}">
                <a16:creationId xmlns:a16="http://schemas.microsoft.com/office/drawing/2014/main" id="{1AC02147-1207-4DFB-BC88-813E9E4C1070}"/>
              </a:ext>
            </a:extLst>
          </p:cNvPr>
          <p:cNvSpPr/>
          <p:nvPr/>
        </p:nvSpPr>
        <p:spPr>
          <a:xfrm>
            <a:off x="8796333" y="3952875"/>
            <a:ext cx="1164085" cy="2056105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24A76A4-756C-49F7-8432-9482E396AB56}"/>
              </a:ext>
            </a:extLst>
          </p:cNvPr>
          <p:cNvSpPr/>
          <p:nvPr/>
        </p:nvSpPr>
        <p:spPr>
          <a:xfrm>
            <a:off x="8884763" y="4542484"/>
            <a:ext cx="264141" cy="4963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DE750512-9FF8-4983-A769-EF63A2C0E5C9}"/>
              </a:ext>
            </a:extLst>
          </p:cNvPr>
          <p:cNvSpPr/>
          <p:nvPr/>
        </p:nvSpPr>
        <p:spPr>
          <a:xfrm>
            <a:off x="9246305" y="4542484"/>
            <a:ext cx="264141" cy="4963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0" name="직사각형 209">
            <a:extLst>
              <a:ext uri="{FF2B5EF4-FFF2-40B4-BE49-F238E27FC236}">
                <a16:creationId xmlns:a16="http://schemas.microsoft.com/office/drawing/2014/main" id="{5EBEE8A7-01F8-490F-872A-FBC1F1A75EF2}"/>
              </a:ext>
            </a:extLst>
          </p:cNvPr>
          <p:cNvSpPr/>
          <p:nvPr/>
        </p:nvSpPr>
        <p:spPr>
          <a:xfrm>
            <a:off x="9607847" y="4542484"/>
            <a:ext cx="264141" cy="4963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1" name="직사각형 210">
            <a:extLst>
              <a:ext uri="{FF2B5EF4-FFF2-40B4-BE49-F238E27FC236}">
                <a16:creationId xmlns:a16="http://schemas.microsoft.com/office/drawing/2014/main" id="{2F892B07-3F02-4190-87CF-E42EE319A088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DE40C09-4A65-4F8E-9123-2033883B0000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3" name="사각형: 둥근 모서리 212">
            <a:extLst>
              <a:ext uri="{FF2B5EF4-FFF2-40B4-BE49-F238E27FC236}">
                <a16:creationId xmlns:a16="http://schemas.microsoft.com/office/drawing/2014/main" id="{BD75BFEF-C968-4788-8F16-3F06B2775AF1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4" name="사각형: 둥근 모서리 213">
            <a:extLst>
              <a:ext uri="{FF2B5EF4-FFF2-40B4-BE49-F238E27FC236}">
                <a16:creationId xmlns:a16="http://schemas.microsoft.com/office/drawing/2014/main" id="{F43AAC74-541A-4873-93AD-1F9B382AF229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5" name="사각형: 둥근 모서리 214">
            <a:extLst>
              <a:ext uri="{FF2B5EF4-FFF2-40B4-BE49-F238E27FC236}">
                <a16:creationId xmlns:a16="http://schemas.microsoft.com/office/drawing/2014/main" id="{CFF4CAF4-F602-4ABC-BA95-A618A5745394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6" name="사각형: 둥근 모서리 215">
            <a:extLst>
              <a:ext uri="{FF2B5EF4-FFF2-40B4-BE49-F238E27FC236}">
                <a16:creationId xmlns:a16="http://schemas.microsoft.com/office/drawing/2014/main" id="{D69B8F68-9768-4C7B-96CF-08B5E1134021}"/>
              </a:ext>
            </a:extLst>
          </p:cNvPr>
          <p:cNvSpPr/>
          <p:nvPr/>
        </p:nvSpPr>
        <p:spPr>
          <a:xfrm>
            <a:off x="944253" y="5310776"/>
            <a:ext cx="2472030" cy="72619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pic>
        <p:nvPicPr>
          <p:cNvPr id="217" name="그림 216">
            <a:extLst>
              <a:ext uri="{FF2B5EF4-FFF2-40B4-BE49-F238E27FC236}">
                <a16:creationId xmlns:a16="http://schemas.microsoft.com/office/drawing/2014/main" id="{75542825-986A-43C6-BF48-E34BC4914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FABB4096-4D2C-49CB-8CCD-C9F41FBA5AA2}"/>
              </a:ext>
            </a:extLst>
          </p:cNvPr>
          <p:cNvSpPr/>
          <p:nvPr/>
        </p:nvSpPr>
        <p:spPr>
          <a:xfrm>
            <a:off x="944253" y="5303495"/>
            <a:ext cx="2472030" cy="201836"/>
          </a:xfrm>
          <a:prstGeom prst="roundRect">
            <a:avLst>
              <a:gd name="adj" fmla="val 6787"/>
            </a:avLst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grpSp>
        <p:nvGrpSpPr>
          <p:cNvPr id="219" name="그룹 218">
            <a:extLst>
              <a:ext uri="{FF2B5EF4-FFF2-40B4-BE49-F238E27FC236}">
                <a16:creationId xmlns:a16="http://schemas.microsoft.com/office/drawing/2014/main" id="{0F06C1FE-9470-4273-943E-374D5D077F2A}"/>
              </a:ext>
            </a:extLst>
          </p:cNvPr>
          <p:cNvGrpSpPr/>
          <p:nvPr/>
        </p:nvGrpSpPr>
        <p:grpSpPr>
          <a:xfrm>
            <a:off x="979019" y="5327739"/>
            <a:ext cx="449300" cy="153348"/>
            <a:chOff x="5671221" y="5337754"/>
            <a:chExt cx="449300" cy="153348"/>
          </a:xfrm>
        </p:grpSpPr>
        <p:grpSp>
          <p:nvGrpSpPr>
            <p:cNvPr id="220" name="그룹 219">
              <a:extLst>
                <a:ext uri="{FF2B5EF4-FFF2-40B4-BE49-F238E27FC236}">
                  <a16:creationId xmlns:a16="http://schemas.microsoft.com/office/drawing/2014/main" id="{F0336152-4E09-4B48-AEA6-138EA4000D2E}"/>
                </a:ext>
              </a:extLst>
            </p:cNvPr>
            <p:cNvGrpSpPr/>
            <p:nvPr/>
          </p:nvGrpSpPr>
          <p:grpSpPr>
            <a:xfrm>
              <a:off x="5694058" y="5343182"/>
              <a:ext cx="426463" cy="142494"/>
              <a:chOff x="5645144" y="3140870"/>
              <a:chExt cx="249768" cy="110534"/>
            </a:xfrm>
          </p:grpSpPr>
          <p:sp>
            <p:nvSpPr>
              <p:cNvPr id="222" name="사각형: 둥근 모서리 221">
                <a:extLst>
                  <a:ext uri="{FF2B5EF4-FFF2-40B4-BE49-F238E27FC236}">
                    <a16:creationId xmlns:a16="http://schemas.microsoft.com/office/drawing/2014/main" id="{7D785BFD-4C9C-46B6-B927-69C9CD98369F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223" name="사각형: 둥근 모서리 222">
                <a:extLst>
                  <a:ext uri="{FF2B5EF4-FFF2-40B4-BE49-F238E27FC236}">
                    <a16:creationId xmlns:a16="http://schemas.microsoft.com/office/drawing/2014/main" id="{8843BA73-FCD7-4381-B700-91AE48135946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221" name="그림 220">
              <a:extLst>
                <a:ext uri="{FF2B5EF4-FFF2-40B4-BE49-F238E27FC236}">
                  <a16:creationId xmlns:a16="http://schemas.microsoft.com/office/drawing/2014/main" id="{30D1ACB4-1EA2-4053-9DDD-31B8B4E7D9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122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224" name="그룹 223">
            <a:extLst>
              <a:ext uri="{FF2B5EF4-FFF2-40B4-BE49-F238E27FC236}">
                <a16:creationId xmlns:a16="http://schemas.microsoft.com/office/drawing/2014/main" id="{7020E59D-BAD5-4B8D-8424-A4EAFE2D28B3}"/>
              </a:ext>
            </a:extLst>
          </p:cNvPr>
          <p:cNvGrpSpPr/>
          <p:nvPr/>
        </p:nvGrpSpPr>
        <p:grpSpPr>
          <a:xfrm>
            <a:off x="1466369" y="5327739"/>
            <a:ext cx="449300" cy="153348"/>
            <a:chOff x="6136251" y="5337754"/>
            <a:chExt cx="449300" cy="153348"/>
          </a:xfrm>
        </p:grpSpPr>
        <p:grpSp>
          <p:nvGrpSpPr>
            <p:cNvPr id="225" name="그룹 224">
              <a:extLst>
                <a:ext uri="{FF2B5EF4-FFF2-40B4-BE49-F238E27FC236}">
                  <a16:creationId xmlns:a16="http://schemas.microsoft.com/office/drawing/2014/main" id="{8860F53D-4D58-475F-9D21-4914840D6FED}"/>
                </a:ext>
              </a:extLst>
            </p:cNvPr>
            <p:cNvGrpSpPr/>
            <p:nvPr/>
          </p:nvGrpSpPr>
          <p:grpSpPr>
            <a:xfrm>
              <a:off x="6159088" y="5343182"/>
              <a:ext cx="426463" cy="142494"/>
              <a:chOff x="5645144" y="3140870"/>
              <a:chExt cx="249768" cy="110534"/>
            </a:xfrm>
          </p:grpSpPr>
          <p:sp>
            <p:nvSpPr>
              <p:cNvPr id="227" name="사각형: 둥근 모서리 226">
                <a:extLst>
                  <a:ext uri="{FF2B5EF4-FFF2-40B4-BE49-F238E27FC236}">
                    <a16:creationId xmlns:a16="http://schemas.microsoft.com/office/drawing/2014/main" id="{F96CABB7-12FF-4390-AE05-68D0F4F44096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228" name="사각형: 둥근 모서리 227">
                <a:extLst>
                  <a:ext uri="{FF2B5EF4-FFF2-40B4-BE49-F238E27FC236}">
                    <a16:creationId xmlns:a16="http://schemas.microsoft.com/office/drawing/2014/main" id="{484D1248-E992-413F-8BD5-F3D9BBFF52DC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170235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226" name="그림 225">
              <a:extLst>
                <a:ext uri="{FF2B5EF4-FFF2-40B4-BE49-F238E27FC236}">
                  <a16:creationId xmlns:a16="http://schemas.microsoft.com/office/drawing/2014/main" id="{AC07D60D-1CE9-4E79-9B39-A321AD88FD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625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229" name="그룹 228">
            <a:extLst>
              <a:ext uri="{FF2B5EF4-FFF2-40B4-BE49-F238E27FC236}">
                <a16:creationId xmlns:a16="http://schemas.microsoft.com/office/drawing/2014/main" id="{0031DB94-137D-47B0-B7AE-DD7CB036D10B}"/>
              </a:ext>
            </a:extLst>
          </p:cNvPr>
          <p:cNvGrpSpPr/>
          <p:nvPr/>
        </p:nvGrpSpPr>
        <p:grpSpPr>
          <a:xfrm>
            <a:off x="1953719" y="5327739"/>
            <a:ext cx="449300" cy="153348"/>
            <a:chOff x="6601281" y="5337754"/>
            <a:chExt cx="449300" cy="153348"/>
          </a:xfrm>
        </p:grpSpPr>
        <p:grpSp>
          <p:nvGrpSpPr>
            <p:cNvPr id="230" name="그룹 229">
              <a:extLst>
                <a:ext uri="{FF2B5EF4-FFF2-40B4-BE49-F238E27FC236}">
                  <a16:creationId xmlns:a16="http://schemas.microsoft.com/office/drawing/2014/main" id="{E14B85FB-D8E5-473F-B865-EF8B5B2EDE43}"/>
                </a:ext>
              </a:extLst>
            </p:cNvPr>
            <p:cNvGrpSpPr/>
            <p:nvPr/>
          </p:nvGrpSpPr>
          <p:grpSpPr>
            <a:xfrm>
              <a:off x="6624118" y="5343182"/>
              <a:ext cx="426463" cy="142494"/>
              <a:chOff x="5645144" y="3140870"/>
              <a:chExt cx="249768" cy="110534"/>
            </a:xfrm>
          </p:grpSpPr>
          <p:sp>
            <p:nvSpPr>
              <p:cNvPr id="232" name="사각형: 둥근 모서리 231">
                <a:extLst>
                  <a:ext uri="{FF2B5EF4-FFF2-40B4-BE49-F238E27FC236}">
                    <a16:creationId xmlns:a16="http://schemas.microsoft.com/office/drawing/2014/main" id="{7E7444DE-0999-457C-BDBE-BB18D5A96F5C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233" name="사각형: 둥근 모서리 232">
                <a:extLst>
                  <a:ext uri="{FF2B5EF4-FFF2-40B4-BE49-F238E27FC236}">
                    <a16:creationId xmlns:a16="http://schemas.microsoft.com/office/drawing/2014/main" id="{C734F0AC-545D-406B-825E-084D14630002}"/>
                  </a:ext>
                </a:extLst>
              </p:cNvPr>
              <p:cNvSpPr/>
              <p:nvPr/>
            </p:nvSpPr>
            <p:spPr>
              <a:xfrm>
                <a:off x="5645145" y="3140870"/>
                <a:ext cx="100989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231" name="그림 230">
              <a:extLst>
                <a:ext uri="{FF2B5EF4-FFF2-40B4-BE49-F238E27FC236}">
                  <a16:creationId xmlns:a16="http://schemas.microsoft.com/office/drawing/2014/main" id="{889884C6-30DA-4374-B695-28B2988776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1281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234" name="그룹 233">
            <a:extLst>
              <a:ext uri="{FF2B5EF4-FFF2-40B4-BE49-F238E27FC236}">
                <a16:creationId xmlns:a16="http://schemas.microsoft.com/office/drawing/2014/main" id="{A76E82D9-BEB0-492C-ABF8-D195C2FC65F8}"/>
              </a:ext>
            </a:extLst>
          </p:cNvPr>
          <p:cNvGrpSpPr/>
          <p:nvPr/>
        </p:nvGrpSpPr>
        <p:grpSpPr>
          <a:xfrm>
            <a:off x="2441069" y="5327739"/>
            <a:ext cx="449302" cy="153348"/>
            <a:chOff x="7066312" y="5337754"/>
            <a:chExt cx="449302" cy="153348"/>
          </a:xfrm>
        </p:grpSpPr>
        <p:grpSp>
          <p:nvGrpSpPr>
            <p:cNvPr id="235" name="그룹 234">
              <a:extLst>
                <a:ext uri="{FF2B5EF4-FFF2-40B4-BE49-F238E27FC236}">
                  <a16:creationId xmlns:a16="http://schemas.microsoft.com/office/drawing/2014/main" id="{C9DF3912-A154-4345-A9C8-9952A1679FB1}"/>
                </a:ext>
              </a:extLst>
            </p:cNvPr>
            <p:cNvGrpSpPr/>
            <p:nvPr/>
          </p:nvGrpSpPr>
          <p:grpSpPr>
            <a:xfrm>
              <a:off x="7089150" y="5343182"/>
              <a:ext cx="426464" cy="142494"/>
              <a:chOff x="5645143" y="3140870"/>
              <a:chExt cx="249769" cy="110534"/>
            </a:xfrm>
          </p:grpSpPr>
          <p:sp>
            <p:nvSpPr>
              <p:cNvPr id="237" name="사각형: 둥근 모서리 236">
                <a:extLst>
                  <a:ext uri="{FF2B5EF4-FFF2-40B4-BE49-F238E27FC236}">
                    <a16:creationId xmlns:a16="http://schemas.microsoft.com/office/drawing/2014/main" id="{927ABF27-6699-4E80-B2B1-FBE8ED779C81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238" name="사각형: 둥근 모서리 237">
                <a:extLst>
                  <a:ext uri="{FF2B5EF4-FFF2-40B4-BE49-F238E27FC236}">
                    <a16:creationId xmlns:a16="http://schemas.microsoft.com/office/drawing/2014/main" id="{5815BF05-F0A1-42EC-AD4D-06204268F9FA}"/>
                  </a:ext>
                </a:extLst>
              </p:cNvPr>
              <p:cNvSpPr/>
              <p:nvPr/>
            </p:nvSpPr>
            <p:spPr>
              <a:xfrm>
                <a:off x="5645143" y="3140870"/>
                <a:ext cx="247306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236" name="그림 235">
              <a:extLst>
                <a:ext uri="{FF2B5EF4-FFF2-40B4-BE49-F238E27FC236}">
                  <a16:creationId xmlns:a16="http://schemas.microsoft.com/office/drawing/2014/main" id="{A220018D-2A73-4824-8055-42C674B240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6312" y="5337754"/>
              <a:ext cx="174868" cy="153348"/>
            </a:xfrm>
            <a:prstGeom prst="rect">
              <a:avLst/>
            </a:prstGeom>
          </p:spPr>
        </p:pic>
      </p:grpSp>
      <p:grpSp>
        <p:nvGrpSpPr>
          <p:cNvPr id="239" name="그룹 238">
            <a:extLst>
              <a:ext uri="{FF2B5EF4-FFF2-40B4-BE49-F238E27FC236}">
                <a16:creationId xmlns:a16="http://schemas.microsoft.com/office/drawing/2014/main" id="{65E08888-7437-4668-A780-15B64C45E5C2}"/>
              </a:ext>
            </a:extLst>
          </p:cNvPr>
          <p:cNvGrpSpPr/>
          <p:nvPr/>
        </p:nvGrpSpPr>
        <p:grpSpPr>
          <a:xfrm>
            <a:off x="2928420" y="5327739"/>
            <a:ext cx="449299" cy="153348"/>
            <a:chOff x="7531343" y="5337754"/>
            <a:chExt cx="449299" cy="153348"/>
          </a:xfrm>
        </p:grpSpPr>
        <p:grpSp>
          <p:nvGrpSpPr>
            <p:cNvPr id="240" name="그룹 239">
              <a:extLst>
                <a:ext uri="{FF2B5EF4-FFF2-40B4-BE49-F238E27FC236}">
                  <a16:creationId xmlns:a16="http://schemas.microsoft.com/office/drawing/2014/main" id="{9A301B42-876D-4E4C-B4FA-276BA4E0086E}"/>
                </a:ext>
              </a:extLst>
            </p:cNvPr>
            <p:cNvGrpSpPr/>
            <p:nvPr/>
          </p:nvGrpSpPr>
          <p:grpSpPr>
            <a:xfrm>
              <a:off x="7554179" y="5343182"/>
              <a:ext cx="426463" cy="142494"/>
              <a:chOff x="5645144" y="3140870"/>
              <a:chExt cx="249768" cy="110534"/>
            </a:xfrm>
          </p:grpSpPr>
          <p:sp>
            <p:nvSpPr>
              <p:cNvPr id="242" name="사각형: 둥근 모서리 241">
                <a:extLst>
                  <a:ext uri="{FF2B5EF4-FFF2-40B4-BE49-F238E27FC236}">
                    <a16:creationId xmlns:a16="http://schemas.microsoft.com/office/drawing/2014/main" id="{1030CEE5-08B1-4672-9EB9-13F6C68F100F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1A0C2F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  <p:sp>
            <p:nvSpPr>
              <p:cNvPr id="243" name="사각형: 둥근 모서리 242">
                <a:extLst>
                  <a:ext uri="{FF2B5EF4-FFF2-40B4-BE49-F238E27FC236}">
                    <a16:creationId xmlns:a16="http://schemas.microsoft.com/office/drawing/2014/main" id="{00451F20-4B9D-44BF-9232-5B92D44E51F7}"/>
                  </a:ext>
                </a:extLst>
              </p:cNvPr>
              <p:cNvSpPr/>
              <p:nvPr/>
            </p:nvSpPr>
            <p:spPr>
              <a:xfrm>
                <a:off x="5645144" y="3140870"/>
                <a:ext cx="249768" cy="110534"/>
              </a:xfrm>
              <a:prstGeom prst="roundRect">
                <a:avLst/>
              </a:prstGeom>
              <a:solidFill>
                <a:srgbClr val="00B0F0"/>
              </a:solidFill>
              <a:ln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/>
              </a:p>
            </p:txBody>
          </p:sp>
        </p:grpSp>
        <p:pic>
          <p:nvPicPr>
            <p:cNvPr id="241" name="그림 240">
              <a:extLst>
                <a:ext uri="{FF2B5EF4-FFF2-40B4-BE49-F238E27FC236}">
                  <a16:creationId xmlns:a16="http://schemas.microsoft.com/office/drawing/2014/main" id="{4BBDB189-EDE7-4E8B-852C-B7B656EA60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1343" y="5337754"/>
              <a:ext cx="174868" cy="153348"/>
            </a:xfrm>
            <a:prstGeom prst="rect">
              <a:avLst/>
            </a:prstGeom>
          </p:spPr>
        </p:pic>
      </p:grpSp>
      <p:pic>
        <p:nvPicPr>
          <p:cNvPr id="244" name="그림 243">
            <a:extLst>
              <a:ext uri="{FF2B5EF4-FFF2-40B4-BE49-F238E27FC236}">
                <a16:creationId xmlns:a16="http://schemas.microsoft.com/office/drawing/2014/main" id="{7B52F004-4715-4873-B4CC-A9DDD6D9CB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245" name="TextBox 244">
            <a:extLst>
              <a:ext uri="{FF2B5EF4-FFF2-40B4-BE49-F238E27FC236}">
                <a16:creationId xmlns:a16="http://schemas.microsoft.com/office/drawing/2014/main" id="{03E3692A-B8B1-4E15-9E32-89BE32E84F54}"/>
              </a:ext>
            </a:extLst>
          </p:cNvPr>
          <p:cNvSpPr txBox="1"/>
          <p:nvPr/>
        </p:nvSpPr>
        <p:spPr>
          <a:xfrm>
            <a:off x="2581720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CB937E92-FCA9-4641-8C19-9461889E02E1}"/>
              </a:ext>
            </a:extLst>
          </p:cNvPr>
          <p:cNvSpPr txBox="1"/>
          <p:nvPr/>
        </p:nvSpPr>
        <p:spPr>
          <a:xfrm>
            <a:off x="3076662" y="5346125"/>
            <a:ext cx="407484" cy="184666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240%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C9F5596D-D5C1-4FBC-9D11-C45071C65695}"/>
              </a:ext>
            </a:extLst>
          </p:cNvPr>
          <p:cNvSpPr txBox="1"/>
          <p:nvPr/>
        </p:nvSpPr>
        <p:spPr>
          <a:xfrm>
            <a:off x="1177913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FDEFB481-D329-4C68-B5AC-4043102FDC87}"/>
              </a:ext>
            </a:extLst>
          </p:cNvPr>
          <p:cNvSpPr txBox="1"/>
          <p:nvPr/>
        </p:nvSpPr>
        <p:spPr>
          <a:xfrm>
            <a:off x="166402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55%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CC19318E-2DD0-4504-85B0-DE7EDF74878B}"/>
              </a:ext>
            </a:extLst>
          </p:cNvPr>
          <p:cNvSpPr txBox="1"/>
          <p:nvPr/>
        </p:nvSpPr>
        <p:spPr>
          <a:xfrm>
            <a:off x="2128391" y="5346125"/>
            <a:ext cx="35779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6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10%</a:t>
            </a:r>
            <a:endParaRPr lang="ko-KR" altLang="en-US" sz="6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F214B186-8007-4311-B443-D3FBA7254651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251" name="사각형: 둥근 모서리 250">
              <a:extLst>
                <a:ext uri="{FF2B5EF4-FFF2-40B4-BE49-F238E27FC236}">
                  <a16:creationId xmlns:a16="http://schemas.microsoft.com/office/drawing/2014/main" id="{0E0D8CD9-735C-4BBE-B56E-BD7109A8B5A1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252" name="사각형: 둥근 모서리 251">
              <a:extLst>
                <a:ext uri="{FF2B5EF4-FFF2-40B4-BE49-F238E27FC236}">
                  <a16:creationId xmlns:a16="http://schemas.microsoft.com/office/drawing/2014/main" id="{7EF60877-2BF0-4757-8B77-1CFE038E93DC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253" name="TextBox 252">
            <a:extLst>
              <a:ext uri="{FF2B5EF4-FFF2-40B4-BE49-F238E27FC236}">
                <a16:creationId xmlns:a16="http://schemas.microsoft.com/office/drawing/2014/main" id="{DA5C46CD-F429-4F47-8B41-4EFCA3E50046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254" name="Picture 2" descr="돋보기 - 무료 도구 및기구개 아이콘">
            <a:extLst>
              <a:ext uri="{FF2B5EF4-FFF2-40B4-BE49-F238E27FC236}">
                <a16:creationId xmlns:a16="http://schemas.microsoft.com/office/drawing/2014/main" id="{7679545F-AFEB-4AA2-80D6-CC771DBBB6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5" name="직사각형 254">
            <a:extLst>
              <a:ext uri="{FF2B5EF4-FFF2-40B4-BE49-F238E27FC236}">
                <a16:creationId xmlns:a16="http://schemas.microsoft.com/office/drawing/2014/main" id="{04933E1D-E2A0-48EF-B3AD-70674010D5DB}"/>
              </a:ext>
            </a:extLst>
          </p:cNvPr>
          <p:cNvSpPr/>
          <p:nvPr/>
        </p:nvSpPr>
        <p:spPr>
          <a:xfrm>
            <a:off x="1498265" y="5559476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56" name="그룹 255">
            <a:extLst>
              <a:ext uri="{FF2B5EF4-FFF2-40B4-BE49-F238E27FC236}">
                <a16:creationId xmlns:a16="http://schemas.microsoft.com/office/drawing/2014/main" id="{960BE1B4-A509-4464-9B0C-4DC0F01DAFE0}"/>
              </a:ext>
            </a:extLst>
          </p:cNvPr>
          <p:cNvGrpSpPr/>
          <p:nvPr/>
        </p:nvGrpSpPr>
        <p:grpSpPr>
          <a:xfrm>
            <a:off x="1587038" y="5665773"/>
            <a:ext cx="238478" cy="233355"/>
            <a:chOff x="10356957" y="4935575"/>
            <a:chExt cx="321867" cy="314954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257" name="직사각형 256">
              <a:extLst>
                <a:ext uri="{FF2B5EF4-FFF2-40B4-BE49-F238E27FC236}">
                  <a16:creationId xmlns:a16="http://schemas.microsoft.com/office/drawing/2014/main" id="{ED5FED07-98F4-481E-B9DA-D0EB1CBC0A8F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58" name="직사각형 257">
              <a:extLst>
                <a:ext uri="{FF2B5EF4-FFF2-40B4-BE49-F238E27FC236}">
                  <a16:creationId xmlns:a16="http://schemas.microsoft.com/office/drawing/2014/main" id="{75FF2C49-2E61-4274-B43B-0ADA6103A915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59" name="직사각형 258">
              <a:extLst>
                <a:ext uri="{FF2B5EF4-FFF2-40B4-BE49-F238E27FC236}">
                  <a16:creationId xmlns:a16="http://schemas.microsoft.com/office/drawing/2014/main" id="{29FD6F70-164A-4819-BA64-9BF48BE94D94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0" name="직사각형 259">
              <a:extLst>
                <a:ext uri="{FF2B5EF4-FFF2-40B4-BE49-F238E27FC236}">
                  <a16:creationId xmlns:a16="http://schemas.microsoft.com/office/drawing/2014/main" id="{61002A28-FA92-4B20-898E-10114213A4E1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261" name="그림 260">
            <a:extLst>
              <a:ext uri="{FF2B5EF4-FFF2-40B4-BE49-F238E27FC236}">
                <a16:creationId xmlns:a16="http://schemas.microsoft.com/office/drawing/2014/main" id="{3733671C-6C8E-45B1-8606-CAA4AC195C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199" y="5713852"/>
            <a:ext cx="157615" cy="138217"/>
          </a:xfrm>
          <a:prstGeom prst="rect">
            <a:avLst/>
          </a:prstGeom>
        </p:spPr>
      </p:pic>
      <p:sp>
        <p:nvSpPr>
          <p:cNvPr id="262" name="직사각형 261">
            <a:extLst>
              <a:ext uri="{FF2B5EF4-FFF2-40B4-BE49-F238E27FC236}">
                <a16:creationId xmlns:a16="http://schemas.microsoft.com/office/drawing/2014/main" id="{64003045-3526-4A42-BABE-0B63494E44A4}"/>
              </a:ext>
            </a:extLst>
          </p:cNvPr>
          <p:cNvSpPr/>
          <p:nvPr/>
        </p:nvSpPr>
        <p:spPr>
          <a:xfrm>
            <a:off x="1983417" y="5559476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63" name="그룹 262">
            <a:extLst>
              <a:ext uri="{FF2B5EF4-FFF2-40B4-BE49-F238E27FC236}">
                <a16:creationId xmlns:a16="http://schemas.microsoft.com/office/drawing/2014/main" id="{29BAB67B-8CEE-48E8-BFB8-9C848330BE32}"/>
              </a:ext>
            </a:extLst>
          </p:cNvPr>
          <p:cNvGrpSpPr/>
          <p:nvPr/>
        </p:nvGrpSpPr>
        <p:grpSpPr>
          <a:xfrm>
            <a:off x="2072190" y="5601383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264" name="직사각형 263">
              <a:extLst>
                <a:ext uri="{FF2B5EF4-FFF2-40B4-BE49-F238E27FC236}">
                  <a16:creationId xmlns:a16="http://schemas.microsoft.com/office/drawing/2014/main" id="{206E868A-BE8D-468E-9BFD-62106A404CA9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5" name="직사각형 264">
              <a:extLst>
                <a:ext uri="{FF2B5EF4-FFF2-40B4-BE49-F238E27FC236}">
                  <a16:creationId xmlns:a16="http://schemas.microsoft.com/office/drawing/2014/main" id="{91C8E27C-035D-448E-B490-D6E902E9DB23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6" name="직사각형 265">
              <a:extLst>
                <a:ext uri="{FF2B5EF4-FFF2-40B4-BE49-F238E27FC236}">
                  <a16:creationId xmlns:a16="http://schemas.microsoft.com/office/drawing/2014/main" id="{568957DA-30F1-42B6-A4A2-FAD0D72E565F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7" name="직사각형 266">
              <a:extLst>
                <a:ext uri="{FF2B5EF4-FFF2-40B4-BE49-F238E27FC236}">
                  <a16:creationId xmlns:a16="http://schemas.microsoft.com/office/drawing/2014/main" id="{7A6C2BB8-0488-49A3-8080-B901EFC2E2FA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8" name="직사각형 267">
              <a:extLst>
                <a:ext uri="{FF2B5EF4-FFF2-40B4-BE49-F238E27FC236}">
                  <a16:creationId xmlns:a16="http://schemas.microsoft.com/office/drawing/2014/main" id="{D3514452-90FE-46C8-A024-0D8D4B5A41CD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9" name="직사각형 268">
              <a:extLst>
                <a:ext uri="{FF2B5EF4-FFF2-40B4-BE49-F238E27FC236}">
                  <a16:creationId xmlns:a16="http://schemas.microsoft.com/office/drawing/2014/main" id="{DE9FD369-E3B3-46C5-A7A5-21180044DE8F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270" name="그림 269">
            <a:extLst>
              <a:ext uri="{FF2B5EF4-FFF2-40B4-BE49-F238E27FC236}">
                <a16:creationId xmlns:a16="http://schemas.microsoft.com/office/drawing/2014/main" id="{24A3EF54-B37B-43F7-BF3F-F32B1F51AF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1352" y="5685331"/>
            <a:ext cx="157615" cy="138217"/>
          </a:xfrm>
          <a:prstGeom prst="rect">
            <a:avLst/>
          </a:prstGeom>
        </p:spPr>
      </p:pic>
      <p:sp>
        <p:nvSpPr>
          <p:cNvPr id="271" name="직사각형 270">
            <a:extLst>
              <a:ext uri="{FF2B5EF4-FFF2-40B4-BE49-F238E27FC236}">
                <a16:creationId xmlns:a16="http://schemas.microsoft.com/office/drawing/2014/main" id="{6C4294F4-6B42-4D55-B15F-54001B98A2E5}"/>
              </a:ext>
            </a:extLst>
          </p:cNvPr>
          <p:cNvSpPr/>
          <p:nvPr/>
        </p:nvSpPr>
        <p:spPr>
          <a:xfrm>
            <a:off x="2468569" y="5559476"/>
            <a:ext cx="417597" cy="43929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72" name="그룹 271">
            <a:extLst>
              <a:ext uri="{FF2B5EF4-FFF2-40B4-BE49-F238E27FC236}">
                <a16:creationId xmlns:a16="http://schemas.microsoft.com/office/drawing/2014/main" id="{A41B86DB-BF58-4D09-BF49-0E32BDD0AB2E}"/>
              </a:ext>
            </a:extLst>
          </p:cNvPr>
          <p:cNvGrpSpPr/>
          <p:nvPr/>
        </p:nvGrpSpPr>
        <p:grpSpPr>
          <a:xfrm>
            <a:off x="2557342" y="5601383"/>
            <a:ext cx="238478" cy="352727"/>
            <a:chOff x="10356957" y="4774461"/>
            <a:chExt cx="321867" cy="476068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273" name="직사각형 272">
              <a:extLst>
                <a:ext uri="{FF2B5EF4-FFF2-40B4-BE49-F238E27FC236}">
                  <a16:creationId xmlns:a16="http://schemas.microsoft.com/office/drawing/2014/main" id="{044EAA17-1569-41DB-9D53-E532AE16F70E}"/>
                </a:ext>
              </a:extLst>
            </p:cNvPr>
            <p:cNvSpPr/>
            <p:nvPr/>
          </p:nvSpPr>
          <p:spPr>
            <a:xfrm>
              <a:off x="10356958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74" name="직사각형 273">
              <a:extLst>
                <a:ext uri="{FF2B5EF4-FFF2-40B4-BE49-F238E27FC236}">
                  <a16:creationId xmlns:a16="http://schemas.microsoft.com/office/drawing/2014/main" id="{6FA12EC0-434A-45D0-808F-14A13625951C}"/>
                </a:ext>
              </a:extLst>
            </p:cNvPr>
            <p:cNvSpPr/>
            <p:nvPr/>
          </p:nvSpPr>
          <p:spPr>
            <a:xfrm>
              <a:off x="10516581" y="4935575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75" name="직사각형 274">
              <a:extLst>
                <a:ext uri="{FF2B5EF4-FFF2-40B4-BE49-F238E27FC236}">
                  <a16:creationId xmlns:a16="http://schemas.microsoft.com/office/drawing/2014/main" id="{15CD0C26-DE48-4147-8CDD-C87D01E2BD12}"/>
                </a:ext>
              </a:extLst>
            </p:cNvPr>
            <p:cNvSpPr/>
            <p:nvPr/>
          </p:nvSpPr>
          <p:spPr>
            <a:xfrm>
              <a:off x="10516581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76" name="직사각형 275">
              <a:extLst>
                <a:ext uri="{FF2B5EF4-FFF2-40B4-BE49-F238E27FC236}">
                  <a16:creationId xmlns:a16="http://schemas.microsoft.com/office/drawing/2014/main" id="{651BE861-47DE-4B84-94F5-9DA03423CB28}"/>
                </a:ext>
              </a:extLst>
            </p:cNvPr>
            <p:cNvSpPr/>
            <p:nvPr/>
          </p:nvSpPr>
          <p:spPr>
            <a:xfrm>
              <a:off x="10356957" y="5088286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77" name="직사각형 276">
              <a:extLst>
                <a:ext uri="{FF2B5EF4-FFF2-40B4-BE49-F238E27FC236}">
                  <a16:creationId xmlns:a16="http://schemas.microsoft.com/office/drawing/2014/main" id="{A2BD68F2-5464-4A35-AD3C-2BA71CBA67E2}"/>
                </a:ext>
              </a:extLst>
            </p:cNvPr>
            <p:cNvSpPr/>
            <p:nvPr/>
          </p:nvSpPr>
          <p:spPr>
            <a:xfrm>
              <a:off x="10356958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78" name="직사각형 277">
              <a:extLst>
                <a:ext uri="{FF2B5EF4-FFF2-40B4-BE49-F238E27FC236}">
                  <a16:creationId xmlns:a16="http://schemas.microsoft.com/office/drawing/2014/main" id="{98C017A9-5BB0-410C-B8E1-62CE55D7771A}"/>
                </a:ext>
              </a:extLst>
            </p:cNvPr>
            <p:cNvSpPr/>
            <p:nvPr/>
          </p:nvSpPr>
          <p:spPr>
            <a:xfrm>
              <a:off x="10516581" y="4774461"/>
              <a:ext cx="162243" cy="162243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279" name="그림 278">
            <a:extLst>
              <a:ext uri="{FF2B5EF4-FFF2-40B4-BE49-F238E27FC236}">
                <a16:creationId xmlns:a16="http://schemas.microsoft.com/office/drawing/2014/main" id="{6E37E7EA-9897-4768-9229-169E0BD294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6504" y="5685331"/>
            <a:ext cx="157615" cy="138217"/>
          </a:xfrm>
          <a:prstGeom prst="rect">
            <a:avLst/>
          </a:prstGeom>
        </p:spPr>
      </p:pic>
      <p:pic>
        <p:nvPicPr>
          <p:cNvPr id="280" name="그림 279">
            <a:extLst>
              <a:ext uri="{FF2B5EF4-FFF2-40B4-BE49-F238E27FC236}">
                <a16:creationId xmlns:a16="http://schemas.microsoft.com/office/drawing/2014/main" id="{3DA04980-71DF-40D9-9E69-90AD8EDA17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389340" y="4804595"/>
            <a:ext cx="223412" cy="195916"/>
          </a:xfrm>
          <a:prstGeom prst="rect">
            <a:avLst/>
          </a:prstGeom>
        </p:spPr>
      </p:pic>
      <p:pic>
        <p:nvPicPr>
          <p:cNvPr id="281" name="그림 280">
            <a:extLst>
              <a:ext uri="{FF2B5EF4-FFF2-40B4-BE49-F238E27FC236}">
                <a16:creationId xmlns:a16="http://schemas.microsoft.com/office/drawing/2014/main" id="{79DF7A45-B070-4EAF-9328-579BB2C399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282" name="그림 281">
            <a:extLst>
              <a:ext uri="{FF2B5EF4-FFF2-40B4-BE49-F238E27FC236}">
                <a16:creationId xmlns:a16="http://schemas.microsoft.com/office/drawing/2014/main" id="{AF2B0FA0-97AC-43D0-9C92-62F30C048A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283" name="그림 282">
            <a:extLst>
              <a:ext uri="{FF2B5EF4-FFF2-40B4-BE49-F238E27FC236}">
                <a16:creationId xmlns:a16="http://schemas.microsoft.com/office/drawing/2014/main" id="{23914B74-0696-4729-8BA8-B5745BA504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23" y="3549696"/>
            <a:ext cx="247730" cy="217240"/>
          </a:xfrm>
          <a:prstGeom prst="rect">
            <a:avLst/>
          </a:prstGeom>
        </p:spPr>
      </p:pic>
      <p:pic>
        <p:nvPicPr>
          <p:cNvPr id="284" name="그림 283">
            <a:extLst>
              <a:ext uri="{FF2B5EF4-FFF2-40B4-BE49-F238E27FC236}">
                <a16:creationId xmlns:a16="http://schemas.microsoft.com/office/drawing/2014/main" id="{26F09AC0-872C-4719-9D60-B2593EC3E2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7961" y="3789415"/>
            <a:ext cx="247730" cy="217240"/>
          </a:xfrm>
          <a:prstGeom prst="rect">
            <a:avLst/>
          </a:prstGeom>
        </p:spPr>
      </p:pic>
      <p:pic>
        <p:nvPicPr>
          <p:cNvPr id="285" name="그림 284">
            <a:extLst>
              <a:ext uri="{FF2B5EF4-FFF2-40B4-BE49-F238E27FC236}">
                <a16:creationId xmlns:a16="http://schemas.microsoft.com/office/drawing/2014/main" id="{C21D446A-B1B1-4B36-A36D-428C789F9C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286" name="그림 285">
            <a:extLst>
              <a:ext uri="{FF2B5EF4-FFF2-40B4-BE49-F238E27FC236}">
                <a16:creationId xmlns:a16="http://schemas.microsoft.com/office/drawing/2014/main" id="{61B2B556-7914-4AF6-92CD-C460A7B265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287" name="그림 286">
            <a:extLst>
              <a:ext uri="{FF2B5EF4-FFF2-40B4-BE49-F238E27FC236}">
                <a16:creationId xmlns:a16="http://schemas.microsoft.com/office/drawing/2014/main" id="{D9C54A69-35B8-4926-8CF4-E59E7CC71A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288" name="그림 287">
            <a:extLst>
              <a:ext uri="{FF2B5EF4-FFF2-40B4-BE49-F238E27FC236}">
                <a16:creationId xmlns:a16="http://schemas.microsoft.com/office/drawing/2014/main" id="{B60A56E0-E451-4D52-99EB-CF9BD660B0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5329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9C9E6-2D47-1BEE-12A2-B742D0B23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직사각형 49">
            <a:extLst>
              <a:ext uri="{FF2B5EF4-FFF2-40B4-BE49-F238E27FC236}">
                <a16:creationId xmlns:a16="http://schemas.microsoft.com/office/drawing/2014/main" id="{3DD1FF31-2180-65C7-762D-2E6F3C051F02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79855B3-C05C-47A9-BE27-C70B041B35D8}"/>
              </a:ext>
            </a:extLst>
          </p:cNvPr>
          <p:cNvSpPr txBox="1"/>
          <p:nvPr/>
        </p:nvSpPr>
        <p:spPr>
          <a:xfrm>
            <a:off x="840746" y="513168"/>
            <a:ext cx="2428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5.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육성 방식 및 재화의 흐름</a:t>
            </a:r>
          </a:p>
        </p:txBody>
      </p:sp>
    </p:spTree>
    <p:extLst>
      <p:ext uri="{BB962C8B-B14F-4D97-AF65-F5344CB8AC3E}">
        <p14:creationId xmlns:p14="http://schemas.microsoft.com/office/powerpoint/2010/main" val="5534880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1770</TotalTime>
  <Words>3277</Words>
  <Application>Microsoft Office PowerPoint</Application>
  <PresentationFormat>와이드스크린</PresentationFormat>
  <Paragraphs>634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맑은 고딕</vt:lpstr>
      <vt:lpstr>에스코어 드림 3 Light</vt:lpstr>
      <vt:lpstr>에스코어 드림 5 Medium</vt:lpstr>
      <vt:lpstr>에스코어 드림 7 ExtraBold</vt:lpstr>
      <vt:lpstr>에스코어 드림 9 Black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박준병</dc:creator>
  <cp:lastModifiedBy>박준병</cp:lastModifiedBy>
  <cp:revision>757</cp:revision>
  <dcterms:created xsi:type="dcterms:W3CDTF">2025-03-08T18:51:50Z</dcterms:created>
  <dcterms:modified xsi:type="dcterms:W3CDTF">2025-04-01T19:25:19Z</dcterms:modified>
</cp:coreProperties>
</file>