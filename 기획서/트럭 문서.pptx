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98" r:id="rId3"/>
    <p:sldId id="268" r:id="rId4"/>
    <p:sldId id="266" r:id="rId5"/>
    <p:sldId id="262" r:id="rId6"/>
    <p:sldId id="276" r:id="rId7"/>
    <p:sldId id="273" r:id="rId8"/>
    <p:sldId id="272" r:id="rId9"/>
    <p:sldId id="274" r:id="rId10"/>
    <p:sldId id="283" r:id="rId11"/>
    <p:sldId id="284" r:id="rId12"/>
    <p:sldId id="277" r:id="rId13"/>
    <p:sldId id="278" r:id="rId14"/>
    <p:sldId id="279" r:id="rId15"/>
    <p:sldId id="280" r:id="rId16"/>
    <p:sldId id="282" r:id="rId17"/>
    <p:sldId id="295" r:id="rId18"/>
    <p:sldId id="294" r:id="rId19"/>
    <p:sldId id="291" r:id="rId20"/>
    <p:sldId id="290" r:id="rId21"/>
    <p:sldId id="287" r:id="rId22"/>
    <p:sldId id="285" r:id="rId23"/>
    <p:sldId id="289" r:id="rId24"/>
    <p:sldId id="288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700"/>
    <a:srgbClr val="00D2FF"/>
    <a:srgbClr val="F0C6ED"/>
    <a:srgbClr val="111B0B"/>
    <a:srgbClr val="1A0C2F"/>
    <a:srgbClr val="9CE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03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E532E-8432-4D76-B3AA-88B5986BA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87FD774-1097-4C19-8AD5-42D205D7B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CCB4AA-9F05-4319-ABA2-0239A7BFB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485D-A686-4D7A-8A08-B5EE2A8C58BA}" type="datetimeFigureOut">
              <a:rPr lang="ko-KR" altLang="en-US" smtClean="0"/>
              <a:t>2025-04-17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D4CAE1-2D7C-46F7-94C8-AC9037636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945EA2-CEDE-41DF-AD83-C4E3B6985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31B1-B289-48E9-9E7E-858859D912E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7766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66F264-270B-4882-8DBD-3D5A30C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181A34-837C-4169-93B9-C71BAAFDC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1E5ED6-61A4-47A5-8897-93ECC20F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485D-A686-4D7A-8A08-B5EE2A8C58BA}" type="datetimeFigureOut">
              <a:rPr lang="ko-KR" altLang="en-US" smtClean="0"/>
              <a:t>2025-04-17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296748-C4F2-4E41-A55D-AD31F890F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07AA91-8CA0-4F00-8F3B-7D0054602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31B1-B289-48E9-9E7E-858859D912E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3796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8C06DD-25D9-4BB5-9BA9-30E06DA2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39591C-280B-48DD-95D1-53CBBC429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66C70D-0AA1-4D1F-AA5D-CF22F8C03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485D-A686-4D7A-8A08-B5EE2A8C58BA}" type="datetimeFigureOut">
              <a:rPr lang="ko-KR" altLang="en-US" smtClean="0"/>
              <a:t>2025-04-17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6C1FEF-848B-40AA-B164-EAB418FCD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5E943C-2E84-4E57-AD13-67207B2B4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31B1-B289-48E9-9E7E-858859D912E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9168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16537C-BD02-48AD-9C66-7B7DF647D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469337-FC35-414A-A134-8BEF035D82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CA2217-4D05-4D54-A620-53D5A1E7B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36E034-AD4B-4C62-AEDF-78BD405E9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485D-A686-4D7A-8A08-B5EE2A8C58BA}" type="datetimeFigureOut">
              <a:rPr lang="ko-KR" altLang="en-US" smtClean="0"/>
              <a:t>2025-04-17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F37101-F28F-402C-AC7A-60640ED0D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544BC6-246A-4D77-9731-2332BB6D3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31B1-B289-48E9-9E7E-858859D912E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8694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8BAF3C-AA9D-4545-99D2-EDDDA0FD6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4F8566-6FCC-47EB-828E-7878C5A7A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187E1B-7EE8-4895-92F6-191FFA3CE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CE1E76-5FA5-4E2C-9BB2-52AE89990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EA1D9C-95A6-48DC-A9B2-A856D41EE3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5E3830-BEF0-4401-92C2-9DE5ACC88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485D-A686-4D7A-8A08-B5EE2A8C58BA}" type="datetimeFigureOut">
              <a:rPr lang="ko-KR" altLang="en-US" smtClean="0"/>
              <a:t>2025-04-17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0BFC09B-95FA-40EA-9C19-A7238005B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CA444DC-B239-4E19-A021-C64A0DE0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31B1-B289-48E9-9E7E-858859D912E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0813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41D16-B2FD-4524-98CC-615C0BF29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0309A8-065E-478A-91FC-BE3F90999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485D-A686-4D7A-8A08-B5EE2A8C58BA}" type="datetimeFigureOut">
              <a:rPr lang="ko-KR" altLang="en-US" smtClean="0"/>
              <a:t>2025-04-17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8E85FB-5EF4-49D8-B62B-64AB4CB4B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D89E9C-FCDA-40EC-8CD2-0DC7B0BA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31B1-B289-48E9-9E7E-858859D912E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8859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7F8B3E-0817-423F-BB2B-3A070EA60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485D-A686-4D7A-8A08-B5EE2A8C58BA}" type="datetimeFigureOut">
              <a:rPr lang="ko-KR" altLang="en-US" smtClean="0"/>
              <a:t>2025-04-17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6468252-CBA3-4996-A4EF-955244B02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C994BB-CCA1-496F-A59E-73CC21FE3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31B1-B289-48E9-9E7E-858859D912E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3849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FF8A6-C6CD-4F3F-9181-DD431A8C1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2D3EEF-A7C4-4815-A9DB-41401064E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B796C8-1E55-431D-AFF6-8A78CA494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86A04D-A420-411D-BE3E-874EEBE0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485D-A686-4D7A-8A08-B5EE2A8C58BA}" type="datetimeFigureOut">
              <a:rPr lang="ko-KR" altLang="en-US" smtClean="0"/>
              <a:t>2025-04-17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D9D7EB-1044-48BB-940B-74AB97172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977674-B661-4B0A-80CF-82E90C255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31B1-B289-48E9-9E7E-858859D912E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2573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44AE80-22C3-4B83-B89A-8EBDFA366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227DDCA-C215-49E3-8AE9-48B8CC3BE4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0616CD-1DBF-4AEA-8BBC-6E0DA8CC9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916F31-217E-4E06-9097-DD4EE1D8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485D-A686-4D7A-8A08-B5EE2A8C58BA}" type="datetimeFigureOut">
              <a:rPr lang="ko-KR" altLang="en-US" smtClean="0"/>
              <a:t>2025-04-17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EB9BFD-1F9D-4126-A969-E5CEEDC2E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F233EA-ECB3-455F-9605-51B9AC1F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31B1-B289-48E9-9E7E-858859D912E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8716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89D4F-1DDD-4E35-BB00-5590B186A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5F4EFA-F3AF-4104-AD41-CD7D4601CA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09EABA-A17D-4BC4-87FE-05FADBD8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485D-A686-4D7A-8A08-B5EE2A8C58BA}" type="datetimeFigureOut">
              <a:rPr lang="ko-KR" altLang="en-US" smtClean="0"/>
              <a:t>2025-04-17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AC4EAA-7F9E-4EF2-970F-18F359920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53B4DA-53AB-4C28-87C7-8D33D1C0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31B1-B289-48E9-9E7E-858859D912E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111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602BD4-54B2-47F2-BC2C-EE6826D314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CBF73C-A0F8-4E6A-B156-D2EC4EE351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A98BED-B322-47C0-8BA9-B1852C2DA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485D-A686-4D7A-8A08-B5EE2A8C58BA}" type="datetimeFigureOut">
              <a:rPr lang="ko-KR" altLang="en-US" smtClean="0"/>
              <a:t>2025-04-17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BB4BCA-5020-47BA-8586-0B4517BE2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F8106D-44DA-4F9B-91BA-C9938FA3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31B1-B289-48E9-9E7E-858859D912E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2584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87D2AAA-A278-4366-B0F7-C203522C9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2E6A13-0D60-4FAA-899A-DB5AB4D07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F75C70-4874-49C7-BD28-5F7E2996A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6485D-A686-4D7A-8A08-B5EE2A8C58BA}" type="datetimeFigureOut">
              <a:rPr lang="ko-KR" altLang="en-US" smtClean="0"/>
              <a:t>2025-04-17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1E4BD3-5EE0-48E3-B189-CD38B3DE9E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B9C812-40F5-407C-9B1B-4AEBE437D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931B1-B289-48E9-9E7E-858859D912E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416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jpe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809117-44D3-4EC6-8984-AF412B2E9323}"/>
              </a:ext>
            </a:extLst>
          </p:cNvPr>
          <p:cNvSpPr txBox="1"/>
          <p:nvPr/>
        </p:nvSpPr>
        <p:spPr>
          <a:xfrm>
            <a:off x="5029042" y="663576"/>
            <a:ext cx="213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문서 수정 내역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0125581-7BFA-472F-ABA2-C4B6719D17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681222"/>
              </p:ext>
            </p:extLst>
          </p:nvPr>
        </p:nvGraphicFramePr>
        <p:xfrm>
          <a:off x="714376" y="1470597"/>
          <a:ext cx="10763248" cy="425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169">
                  <a:extLst>
                    <a:ext uri="{9D8B030D-6E8A-4147-A177-3AD203B41FA5}">
                      <a16:colId xmlns:a16="http://schemas.microsoft.com/office/drawing/2014/main" val="4084353122"/>
                    </a:ext>
                  </a:extLst>
                </a:gridCol>
                <a:gridCol w="6357044">
                  <a:extLst>
                    <a:ext uri="{9D8B030D-6E8A-4147-A177-3AD203B41FA5}">
                      <a16:colId xmlns:a16="http://schemas.microsoft.com/office/drawing/2014/main" val="10204353"/>
                    </a:ext>
                  </a:extLst>
                </a:gridCol>
                <a:gridCol w="2140035">
                  <a:extLst>
                    <a:ext uri="{9D8B030D-6E8A-4147-A177-3AD203B41FA5}">
                      <a16:colId xmlns:a16="http://schemas.microsoft.com/office/drawing/2014/main" val="3250840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에스코어 드림 7 ExtraBold" panose="020B0803030302020204" pitchFamily="34" charset="-127"/>
                          <a:ea typeface="에스코어 드림 7 ExtraBold" panose="020B0803030302020204" pitchFamily="34" charset="-127"/>
                        </a:rPr>
                        <a:t>날짜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에스코어 드림 7 ExtraBold" panose="020B0803030302020204" pitchFamily="34" charset="-127"/>
                          <a:ea typeface="에스코어 드림 7 ExtraBold" panose="020B0803030302020204" pitchFamily="34" charset="-127"/>
                        </a:rPr>
                        <a:t>수정 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에스코어 드림 7 ExtraBold" panose="020B0803030302020204" pitchFamily="34" charset="-127"/>
                          <a:ea typeface="에스코어 드림 7 ExtraBold" panose="020B0803030302020204" pitchFamily="34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25127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2025. 03. 27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문서 최초 공유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72309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2025. 04. 01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카메라 처리 방식 확정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논의했던 방향으로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hlinkClick r:id="rId2" action="ppaction://hlinksldjump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hlinkClick r:id="rId2" action="ppaction://hlinksldjump"/>
                        </a:rPr>
                        <a:t>이동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hlinkClick r:id="rId2" action="ppaction://hlinksldjump"/>
                        </a:rPr>
                        <a:t>= Ctrl +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hlinkClick r:id="rId2" action="ppaction://hlinksldjump"/>
                        </a:rPr>
                        <a:t>좌클릭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hlinkClick r:id="rId2" action="ppaction://hlinksldjump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40462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2025. 04. 17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범부 통합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영웅 뽑기 단계 삭제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회의했던 내용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hlinkClick r:id="rId3" action="ppaction://hlinksldjump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hlinkClick r:id="rId3" action="ppaction://hlinksldjump"/>
                        </a:rPr>
                        <a:t>이동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hlinkClick r:id="rId3" action="ppaction://hlinksldjump"/>
                        </a:rPr>
                        <a:t>= Ctrl +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hlinkClick r:id="rId3" action="ppaction://hlinksldjump"/>
                        </a:rPr>
                        <a:t>좌클릭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hlinkClick r:id="rId3" action="ppaction://hlinksldjump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69377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88364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789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2981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78437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7512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0910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4525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48638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046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530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D4B2D04-8EF8-32ED-164F-1CA812CF0F92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EE7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D21A8-3B3B-514D-5278-C3B72D563056}"/>
              </a:ext>
            </a:extLst>
          </p:cNvPr>
          <p:cNvSpPr txBox="1"/>
          <p:nvPr/>
        </p:nvSpPr>
        <p:spPr>
          <a:xfrm>
            <a:off x="840746" y="513168"/>
            <a:ext cx="1309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EE77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주요 변경사항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6246E-FB8F-A6C4-A440-A66DDE34D3A3}"/>
              </a:ext>
            </a:extLst>
          </p:cNvPr>
          <p:cNvSpPr txBox="1"/>
          <p:nvPr/>
        </p:nvSpPr>
        <p:spPr>
          <a:xfrm>
            <a:off x="745699" y="755794"/>
            <a:ext cx="3531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2025. 04. 17 </a:t>
            </a:r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변경사항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C1E5D7-D116-4F8F-9248-FECF491090C0}"/>
              </a:ext>
            </a:extLst>
          </p:cNvPr>
          <p:cNvSpPr/>
          <p:nvPr/>
        </p:nvSpPr>
        <p:spPr>
          <a:xfrm>
            <a:off x="3977485" y="1553507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96FB0AF-4E38-4DD1-A00C-273BFC7879F3}"/>
              </a:ext>
            </a:extLst>
          </p:cNvPr>
          <p:cNvSpPr/>
          <p:nvPr/>
        </p:nvSpPr>
        <p:spPr>
          <a:xfrm>
            <a:off x="4078348" y="1657441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8B61AE2-1613-4408-BE71-B33C81DAB93F}"/>
              </a:ext>
            </a:extLst>
          </p:cNvPr>
          <p:cNvSpPr/>
          <p:nvPr/>
        </p:nvSpPr>
        <p:spPr>
          <a:xfrm>
            <a:off x="4073666" y="2200338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4931DE0-F930-4396-B722-4FD5AA69D02A}"/>
              </a:ext>
            </a:extLst>
          </p:cNvPr>
          <p:cNvSpPr/>
          <p:nvPr/>
        </p:nvSpPr>
        <p:spPr>
          <a:xfrm>
            <a:off x="6004424" y="1657441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4B5811B-D151-4B18-9789-77158D0CDC07}"/>
              </a:ext>
            </a:extLst>
          </p:cNvPr>
          <p:cNvSpPr/>
          <p:nvPr/>
        </p:nvSpPr>
        <p:spPr>
          <a:xfrm>
            <a:off x="5040942" y="1657441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F7BC461-4602-4D4A-8D73-B1D0A801F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549421" y="3900003"/>
            <a:ext cx="223412" cy="19591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F0CDCD0-5211-4AB0-86E9-161B17B28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954" y="3081419"/>
            <a:ext cx="223412" cy="19591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657039F-574C-424E-B1FE-EE49C37E1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601" y="4141464"/>
            <a:ext cx="247730" cy="21724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D125366-5F8A-4173-BBCE-991CD4C2B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283" y="3506370"/>
            <a:ext cx="247730" cy="21724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7FE0E5F-1209-4B57-A88C-DCDF72E18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157" y="3724645"/>
            <a:ext cx="247730" cy="21724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8682D66-FB6C-41CA-940E-3E8E97B7C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709921" y="4426837"/>
            <a:ext cx="274025" cy="2402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AA58158-FF64-4AC3-BA87-20300C281B4D}"/>
              </a:ext>
            </a:extLst>
          </p:cNvPr>
          <p:cNvSpPr txBox="1"/>
          <p:nvPr/>
        </p:nvSpPr>
        <p:spPr>
          <a:xfrm>
            <a:off x="4986009" y="6183178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이후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23DC876-505E-467C-A64D-5317ED211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446" y="2319972"/>
            <a:ext cx="247730" cy="21724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898B332F-9B9E-4834-BF2E-B32025CC6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168" y="4904938"/>
            <a:ext cx="247730" cy="21724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329D426-1261-42D9-813B-D5F2769BD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801" y="2688403"/>
            <a:ext cx="247730" cy="21724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82CC6EC7-A104-4600-A59B-00ABECC30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964" y="4214079"/>
            <a:ext cx="385031" cy="450981"/>
          </a:xfrm>
          <a:prstGeom prst="rect">
            <a:avLst/>
          </a:prstGeom>
        </p:spPr>
      </p:pic>
      <p:grpSp>
        <p:nvGrpSpPr>
          <p:cNvPr id="61" name="그룹 60">
            <a:extLst>
              <a:ext uri="{FF2B5EF4-FFF2-40B4-BE49-F238E27FC236}">
                <a16:creationId xmlns:a16="http://schemas.microsoft.com/office/drawing/2014/main" id="{F5993774-1ED5-4609-844B-78A41627BE87}"/>
              </a:ext>
            </a:extLst>
          </p:cNvPr>
          <p:cNvGrpSpPr/>
          <p:nvPr/>
        </p:nvGrpSpPr>
        <p:grpSpPr>
          <a:xfrm>
            <a:off x="3982555" y="1549162"/>
            <a:ext cx="2557573" cy="59411"/>
            <a:chOff x="5645144" y="3140870"/>
            <a:chExt cx="249768" cy="110534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3D4739B6-EE2F-45AE-9431-3DCD16D7A7FD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9807A181-7417-4C9E-B7B2-C1A6E7FA71E5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B03DBE9B-89EC-425C-A5E9-F844EC11C0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531" y="1680943"/>
            <a:ext cx="298293" cy="349388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CFEB4A60-C26E-488B-8B54-DE06B5A81C1E}"/>
              </a:ext>
            </a:extLst>
          </p:cNvPr>
          <p:cNvSpPr txBox="1"/>
          <p:nvPr/>
        </p:nvSpPr>
        <p:spPr>
          <a:xfrm>
            <a:off x="4146708" y="1978508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66" name="Picture 2" descr="돋보기 - 무료 도구 및기구개 아이콘">
            <a:extLst>
              <a:ext uri="{FF2B5EF4-FFF2-40B4-BE49-F238E27FC236}">
                <a16:creationId xmlns:a16="http://schemas.microsoft.com/office/drawing/2014/main" id="{2AD226EA-CBDE-4FCF-8F31-77D383E12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029" y="1987647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직사각형 66">
            <a:extLst>
              <a:ext uri="{FF2B5EF4-FFF2-40B4-BE49-F238E27FC236}">
                <a16:creationId xmlns:a16="http://schemas.microsoft.com/office/drawing/2014/main" id="{0811997F-6434-40B1-86BA-45F045094101}"/>
              </a:ext>
            </a:extLst>
          </p:cNvPr>
          <p:cNvSpPr/>
          <p:nvPr/>
        </p:nvSpPr>
        <p:spPr>
          <a:xfrm>
            <a:off x="845092" y="1553507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1A969783-D02E-4FF1-BED1-19EC0750FFDB}"/>
              </a:ext>
            </a:extLst>
          </p:cNvPr>
          <p:cNvSpPr/>
          <p:nvPr/>
        </p:nvSpPr>
        <p:spPr>
          <a:xfrm>
            <a:off x="945955" y="1657441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DE8C5476-5FCB-4AB1-BC86-63E096BDC509}"/>
              </a:ext>
            </a:extLst>
          </p:cNvPr>
          <p:cNvSpPr/>
          <p:nvPr/>
        </p:nvSpPr>
        <p:spPr>
          <a:xfrm>
            <a:off x="941273" y="2200338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C2310F6C-15F0-4358-8B98-26969B5704B0}"/>
              </a:ext>
            </a:extLst>
          </p:cNvPr>
          <p:cNvSpPr/>
          <p:nvPr/>
        </p:nvSpPr>
        <p:spPr>
          <a:xfrm>
            <a:off x="2872031" y="1657441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2A05EC79-BCA0-4B3B-8A71-F12961D02AC9}"/>
              </a:ext>
            </a:extLst>
          </p:cNvPr>
          <p:cNvSpPr/>
          <p:nvPr/>
        </p:nvSpPr>
        <p:spPr>
          <a:xfrm>
            <a:off x="1908549" y="1657441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CD6885E2-407B-47C0-95DF-A5C4CE328B2A}"/>
              </a:ext>
            </a:extLst>
          </p:cNvPr>
          <p:cNvSpPr/>
          <p:nvPr/>
        </p:nvSpPr>
        <p:spPr>
          <a:xfrm>
            <a:off x="887864" y="5320791"/>
            <a:ext cx="2472030" cy="726196"/>
          </a:xfrm>
          <a:prstGeom prst="roundRect">
            <a:avLst>
              <a:gd name="adj" fmla="val 6787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66BE0DBF-58E9-475C-A78F-732B2652C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17028" y="3900003"/>
            <a:ext cx="223412" cy="195916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DC1C8D94-F417-4856-9749-5BA2C8B64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561" y="3081419"/>
            <a:ext cx="223412" cy="195916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3F0E5143-DB34-4994-A908-8D70C5814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208" y="4141464"/>
            <a:ext cx="247730" cy="217240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F9A33ADB-DDB4-4A72-87F7-4F38B7DCD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890" y="3506370"/>
            <a:ext cx="247730" cy="217240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37F36A37-2C51-4B8B-BDE1-0D0E0ED6E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764" y="3724645"/>
            <a:ext cx="247730" cy="217240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D4738720-FD24-418F-9A1A-FE4F878862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77528" y="4426837"/>
            <a:ext cx="274025" cy="240298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55F88225-7A80-442F-974F-EC3958347313}"/>
              </a:ext>
            </a:extLst>
          </p:cNvPr>
          <p:cNvSpPr txBox="1"/>
          <p:nvPr/>
        </p:nvSpPr>
        <p:spPr>
          <a:xfrm>
            <a:off x="1853616" y="6183178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이전</a:t>
            </a: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B7CE4837-6103-4C6F-BCEC-212678E13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053" y="2319972"/>
            <a:ext cx="247730" cy="217240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DB8CC99B-97AE-4DE9-9AB5-6F78C3920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775" y="4904938"/>
            <a:ext cx="247730" cy="217240"/>
          </a:xfrm>
          <a:prstGeom prst="rect">
            <a:avLst/>
          </a:prstGeom>
        </p:spPr>
      </p:pic>
      <p:pic>
        <p:nvPicPr>
          <p:cNvPr id="82" name="그림 81">
            <a:extLst>
              <a:ext uri="{FF2B5EF4-FFF2-40B4-BE49-F238E27FC236}">
                <a16:creationId xmlns:a16="http://schemas.microsoft.com/office/drawing/2014/main" id="{0D8FA742-0247-47FB-AECB-FAF901B50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408" y="2688403"/>
            <a:ext cx="247730" cy="217240"/>
          </a:xfrm>
          <a:prstGeom prst="rect">
            <a:avLst/>
          </a:prstGeom>
        </p:spPr>
      </p:pic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435B94EC-90DD-4183-B48C-DD0686C7C8B4}"/>
              </a:ext>
            </a:extLst>
          </p:cNvPr>
          <p:cNvSpPr/>
          <p:nvPr/>
        </p:nvSpPr>
        <p:spPr>
          <a:xfrm>
            <a:off x="887864" y="5313510"/>
            <a:ext cx="2472030" cy="201836"/>
          </a:xfrm>
          <a:prstGeom prst="roundRect">
            <a:avLst>
              <a:gd name="adj" fmla="val 6787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19607A2D-D135-4265-9131-0276503CC1F3}"/>
              </a:ext>
            </a:extLst>
          </p:cNvPr>
          <p:cNvGrpSpPr/>
          <p:nvPr/>
        </p:nvGrpSpPr>
        <p:grpSpPr>
          <a:xfrm>
            <a:off x="922630" y="5337754"/>
            <a:ext cx="449300" cy="153348"/>
            <a:chOff x="5671221" y="5337754"/>
            <a:chExt cx="449300" cy="153348"/>
          </a:xfrm>
        </p:grpSpPr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62F5F7E2-CDCD-42DD-A9A0-46EF6D877F79}"/>
                </a:ext>
              </a:extLst>
            </p:cNvPr>
            <p:cNvGrpSpPr/>
            <p:nvPr/>
          </p:nvGrpSpPr>
          <p:grpSpPr>
            <a:xfrm>
              <a:off x="5694058" y="5343182"/>
              <a:ext cx="426463" cy="142494"/>
              <a:chOff x="5645144" y="3140870"/>
              <a:chExt cx="249768" cy="110534"/>
            </a:xfrm>
          </p:grpSpPr>
          <p:sp>
            <p:nvSpPr>
              <p:cNvPr id="87" name="사각형: 둥근 모서리 86">
                <a:extLst>
                  <a:ext uri="{FF2B5EF4-FFF2-40B4-BE49-F238E27FC236}">
                    <a16:creationId xmlns:a16="http://schemas.microsoft.com/office/drawing/2014/main" id="{BADA0F80-D233-4219-8F47-6D78CE772D4A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249768" cy="110534"/>
              </a:xfrm>
              <a:prstGeom prst="roundRect">
                <a:avLst/>
              </a:prstGeom>
              <a:solidFill>
                <a:srgbClr val="1A0C2F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  <p:sp>
            <p:nvSpPr>
              <p:cNvPr id="88" name="사각형: 둥근 모서리 87">
                <a:extLst>
                  <a:ext uri="{FF2B5EF4-FFF2-40B4-BE49-F238E27FC236}">
                    <a16:creationId xmlns:a16="http://schemas.microsoft.com/office/drawing/2014/main" id="{31C3CB7A-76D1-4DF4-AA0A-28D616E19B2B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170235" cy="110534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</p:grpSp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E82B34E1-D87F-4897-B4DD-41AFF82D8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1221" y="5337754"/>
              <a:ext cx="174868" cy="153348"/>
            </a:xfrm>
            <a:prstGeom prst="rect">
              <a:avLst/>
            </a:prstGeom>
          </p:spPr>
        </p:pic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9A74CB7E-A73A-4E0A-B432-21227A52A4D0}"/>
              </a:ext>
            </a:extLst>
          </p:cNvPr>
          <p:cNvGrpSpPr/>
          <p:nvPr/>
        </p:nvGrpSpPr>
        <p:grpSpPr>
          <a:xfrm>
            <a:off x="1409980" y="5337754"/>
            <a:ext cx="449300" cy="153348"/>
            <a:chOff x="6136251" y="5337754"/>
            <a:chExt cx="449300" cy="153348"/>
          </a:xfrm>
        </p:grpSpPr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7E0027CC-E49D-4DE8-A39B-EBC7F25BBDDD}"/>
                </a:ext>
              </a:extLst>
            </p:cNvPr>
            <p:cNvGrpSpPr/>
            <p:nvPr/>
          </p:nvGrpSpPr>
          <p:grpSpPr>
            <a:xfrm>
              <a:off x="6159088" y="5343182"/>
              <a:ext cx="426463" cy="142494"/>
              <a:chOff x="5645144" y="3140870"/>
              <a:chExt cx="249768" cy="110534"/>
            </a:xfrm>
          </p:grpSpPr>
          <p:sp>
            <p:nvSpPr>
              <p:cNvPr id="92" name="사각형: 둥근 모서리 91">
                <a:extLst>
                  <a:ext uri="{FF2B5EF4-FFF2-40B4-BE49-F238E27FC236}">
                    <a16:creationId xmlns:a16="http://schemas.microsoft.com/office/drawing/2014/main" id="{F825E6F7-7441-441D-B0EA-28FE45337700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249768" cy="110534"/>
              </a:xfrm>
              <a:prstGeom prst="roundRect">
                <a:avLst/>
              </a:prstGeom>
              <a:solidFill>
                <a:srgbClr val="1A0C2F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  <p:sp>
            <p:nvSpPr>
              <p:cNvPr id="93" name="사각형: 둥근 모서리 92">
                <a:extLst>
                  <a:ext uri="{FF2B5EF4-FFF2-40B4-BE49-F238E27FC236}">
                    <a16:creationId xmlns:a16="http://schemas.microsoft.com/office/drawing/2014/main" id="{3D350A68-F3E1-4844-99A1-CCE1470895FB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170235" cy="110534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</p:grpSp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87C4308D-A999-452A-AD98-2699418C5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6251" y="5337754"/>
              <a:ext cx="174868" cy="153348"/>
            </a:xfrm>
            <a:prstGeom prst="rect">
              <a:avLst/>
            </a:prstGeom>
          </p:spPr>
        </p:pic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52BE26CF-D294-43FC-AAD3-03CBCFB1705D}"/>
              </a:ext>
            </a:extLst>
          </p:cNvPr>
          <p:cNvGrpSpPr/>
          <p:nvPr/>
        </p:nvGrpSpPr>
        <p:grpSpPr>
          <a:xfrm>
            <a:off x="1897330" y="5337754"/>
            <a:ext cx="449300" cy="153348"/>
            <a:chOff x="6601281" y="5337754"/>
            <a:chExt cx="449300" cy="153348"/>
          </a:xfrm>
        </p:grpSpPr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62AB9F08-586F-4620-8B58-9857AFB2B0AD}"/>
                </a:ext>
              </a:extLst>
            </p:cNvPr>
            <p:cNvGrpSpPr/>
            <p:nvPr/>
          </p:nvGrpSpPr>
          <p:grpSpPr>
            <a:xfrm>
              <a:off x="6624118" y="5343182"/>
              <a:ext cx="426463" cy="142494"/>
              <a:chOff x="5645144" y="3140870"/>
              <a:chExt cx="249768" cy="110534"/>
            </a:xfrm>
          </p:grpSpPr>
          <p:sp>
            <p:nvSpPr>
              <p:cNvPr id="97" name="사각형: 둥근 모서리 96">
                <a:extLst>
                  <a:ext uri="{FF2B5EF4-FFF2-40B4-BE49-F238E27FC236}">
                    <a16:creationId xmlns:a16="http://schemas.microsoft.com/office/drawing/2014/main" id="{7CB921B0-D0E5-45E9-8C01-38995AC8EBDD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249768" cy="110534"/>
              </a:xfrm>
              <a:prstGeom prst="roundRect">
                <a:avLst/>
              </a:prstGeom>
              <a:solidFill>
                <a:srgbClr val="1A0C2F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  <p:sp>
            <p:nvSpPr>
              <p:cNvPr id="98" name="사각형: 둥근 모서리 97">
                <a:extLst>
                  <a:ext uri="{FF2B5EF4-FFF2-40B4-BE49-F238E27FC236}">
                    <a16:creationId xmlns:a16="http://schemas.microsoft.com/office/drawing/2014/main" id="{65E75297-CFFC-47BB-8002-A4001BFE4BF1}"/>
                  </a:ext>
                </a:extLst>
              </p:cNvPr>
              <p:cNvSpPr/>
              <p:nvPr/>
            </p:nvSpPr>
            <p:spPr>
              <a:xfrm>
                <a:off x="5645145" y="3140870"/>
                <a:ext cx="100989" cy="110534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</p:grpSp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1375E379-3364-414C-BCF0-1B8CBA9C8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1281" y="5337754"/>
              <a:ext cx="174868" cy="153348"/>
            </a:xfrm>
            <a:prstGeom prst="rect">
              <a:avLst/>
            </a:prstGeom>
          </p:spPr>
        </p:pic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D48649A3-E0AC-4C2E-BE3C-5435B11F18BF}"/>
              </a:ext>
            </a:extLst>
          </p:cNvPr>
          <p:cNvGrpSpPr/>
          <p:nvPr/>
        </p:nvGrpSpPr>
        <p:grpSpPr>
          <a:xfrm>
            <a:off x="2384680" y="5337754"/>
            <a:ext cx="449302" cy="153348"/>
            <a:chOff x="7066312" y="5337754"/>
            <a:chExt cx="449302" cy="153348"/>
          </a:xfrm>
        </p:grpSpPr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814DFCE8-6CA5-4299-9124-1E43693E7C75}"/>
                </a:ext>
              </a:extLst>
            </p:cNvPr>
            <p:cNvGrpSpPr/>
            <p:nvPr/>
          </p:nvGrpSpPr>
          <p:grpSpPr>
            <a:xfrm>
              <a:off x="7089150" y="5343182"/>
              <a:ext cx="426464" cy="142494"/>
              <a:chOff x="5645143" y="3140870"/>
              <a:chExt cx="249769" cy="110534"/>
            </a:xfrm>
          </p:grpSpPr>
          <p:sp>
            <p:nvSpPr>
              <p:cNvPr id="102" name="사각형: 둥근 모서리 101">
                <a:extLst>
                  <a:ext uri="{FF2B5EF4-FFF2-40B4-BE49-F238E27FC236}">
                    <a16:creationId xmlns:a16="http://schemas.microsoft.com/office/drawing/2014/main" id="{4927085D-4B5E-41CD-9014-05BF44ED8FAC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249768" cy="110534"/>
              </a:xfrm>
              <a:prstGeom prst="roundRect">
                <a:avLst/>
              </a:prstGeom>
              <a:solidFill>
                <a:srgbClr val="1A0C2F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  <p:sp>
            <p:nvSpPr>
              <p:cNvPr id="103" name="사각형: 둥근 모서리 102">
                <a:extLst>
                  <a:ext uri="{FF2B5EF4-FFF2-40B4-BE49-F238E27FC236}">
                    <a16:creationId xmlns:a16="http://schemas.microsoft.com/office/drawing/2014/main" id="{1E5DCFAB-7933-4E23-A5E0-F0DE701E73B4}"/>
                  </a:ext>
                </a:extLst>
              </p:cNvPr>
              <p:cNvSpPr/>
              <p:nvPr/>
            </p:nvSpPr>
            <p:spPr>
              <a:xfrm>
                <a:off x="5645143" y="3140870"/>
                <a:ext cx="247306" cy="110534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</p:grpSp>
        <p:pic>
          <p:nvPicPr>
            <p:cNvPr id="101" name="그림 100">
              <a:extLst>
                <a:ext uri="{FF2B5EF4-FFF2-40B4-BE49-F238E27FC236}">
                  <a16:creationId xmlns:a16="http://schemas.microsoft.com/office/drawing/2014/main" id="{330D336B-0B60-47CE-A9FC-13E013BD0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6312" y="5337754"/>
              <a:ext cx="174868" cy="153348"/>
            </a:xfrm>
            <a:prstGeom prst="rect">
              <a:avLst/>
            </a:prstGeom>
          </p:spPr>
        </p:pic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6646F120-7B8A-41B9-A4FA-FA53829F5D66}"/>
              </a:ext>
            </a:extLst>
          </p:cNvPr>
          <p:cNvGrpSpPr/>
          <p:nvPr/>
        </p:nvGrpSpPr>
        <p:grpSpPr>
          <a:xfrm>
            <a:off x="2872031" y="5337754"/>
            <a:ext cx="449299" cy="153348"/>
            <a:chOff x="7531343" y="5337754"/>
            <a:chExt cx="449299" cy="153348"/>
          </a:xfrm>
        </p:grpSpPr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5C4402A7-F9E4-40E0-929B-46ADB6A7B536}"/>
                </a:ext>
              </a:extLst>
            </p:cNvPr>
            <p:cNvGrpSpPr/>
            <p:nvPr/>
          </p:nvGrpSpPr>
          <p:grpSpPr>
            <a:xfrm>
              <a:off x="7554179" y="5343182"/>
              <a:ext cx="426463" cy="142494"/>
              <a:chOff x="5645144" y="3140870"/>
              <a:chExt cx="249768" cy="110534"/>
            </a:xfrm>
          </p:grpSpPr>
          <p:sp>
            <p:nvSpPr>
              <p:cNvPr id="107" name="사각형: 둥근 모서리 106">
                <a:extLst>
                  <a:ext uri="{FF2B5EF4-FFF2-40B4-BE49-F238E27FC236}">
                    <a16:creationId xmlns:a16="http://schemas.microsoft.com/office/drawing/2014/main" id="{241A8E71-B0B5-413D-B339-60CCCEB0EFD0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249768" cy="110534"/>
              </a:xfrm>
              <a:prstGeom prst="roundRect">
                <a:avLst/>
              </a:prstGeom>
              <a:solidFill>
                <a:srgbClr val="1A0C2F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9D5E196E-15D0-4519-B29A-3FEE209409A7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249768" cy="110534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</p:grpSp>
        <p:pic>
          <p:nvPicPr>
            <p:cNvPr id="106" name="그림 105">
              <a:extLst>
                <a:ext uri="{FF2B5EF4-FFF2-40B4-BE49-F238E27FC236}">
                  <a16:creationId xmlns:a16="http://schemas.microsoft.com/office/drawing/2014/main" id="{48A0DF73-925F-4D8E-BB22-88C313AC6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1343" y="5337754"/>
              <a:ext cx="174868" cy="153348"/>
            </a:xfrm>
            <a:prstGeom prst="rect">
              <a:avLst/>
            </a:prstGeom>
          </p:spPr>
        </p:pic>
      </p:grpSp>
      <p:pic>
        <p:nvPicPr>
          <p:cNvPr id="109" name="그림 108">
            <a:extLst>
              <a:ext uri="{FF2B5EF4-FFF2-40B4-BE49-F238E27FC236}">
                <a16:creationId xmlns:a16="http://schemas.microsoft.com/office/drawing/2014/main" id="{6282C338-D639-47CF-BAB1-C02C341A43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571" y="4214079"/>
            <a:ext cx="385031" cy="450981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891BC01D-55A3-46F7-B77C-D6CD11C8576E}"/>
              </a:ext>
            </a:extLst>
          </p:cNvPr>
          <p:cNvSpPr txBox="1"/>
          <p:nvPr/>
        </p:nvSpPr>
        <p:spPr>
          <a:xfrm>
            <a:off x="2525331" y="5356140"/>
            <a:ext cx="40748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6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100%</a:t>
            </a:r>
            <a:endParaRPr lang="ko-KR" altLang="en-US" sz="6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3ABD584-88D9-4CE8-A00A-6C3271825C78}"/>
              </a:ext>
            </a:extLst>
          </p:cNvPr>
          <p:cNvSpPr txBox="1"/>
          <p:nvPr/>
        </p:nvSpPr>
        <p:spPr>
          <a:xfrm>
            <a:off x="3020273" y="5356140"/>
            <a:ext cx="40748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6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240%</a:t>
            </a:r>
            <a:endParaRPr lang="ko-KR" altLang="en-US" sz="6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0077A3E-C975-4F8F-9EA8-462D65A3FF14}"/>
              </a:ext>
            </a:extLst>
          </p:cNvPr>
          <p:cNvSpPr txBox="1"/>
          <p:nvPr/>
        </p:nvSpPr>
        <p:spPr>
          <a:xfrm>
            <a:off x="1121524" y="5356140"/>
            <a:ext cx="35779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55%</a:t>
            </a:r>
            <a:endParaRPr lang="ko-KR" altLang="en-US" sz="6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EBE56F5-22A3-4DAE-9076-90FF0553FCC6}"/>
              </a:ext>
            </a:extLst>
          </p:cNvPr>
          <p:cNvSpPr txBox="1"/>
          <p:nvPr/>
        </p:nvSpPr>
        <p:spPr>
          <a:xfrm>
            <a:off x="1607632" y="5356140"/>
            <a:ext cx="35779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55%</a:t>
            </a:r>
            <a:endParaRPr lang="ko-KR" altLang="en-US" sz="6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BA11E3E-6C14-48AE-9405-4C97D9128D6F}"/>
              </a:ext>
            </a:extLst>
          </p:cNvPr>
          <p:cNvSpPr txBox="1"/>
          <p:nvPr/>
        </p:nvSpPr>
        <p:spPr>
          <a:xfrm>
            <a:off x="2072002" y="5356140"/>
            <a:ext cx="35779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10%</a:t>
            </a:r>
            <a:endParaRPr lang="ko-KR" altLang="en-US" sz="6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EBF89C9B-4315-4850-A853-2B09C6CA1CFB}"/>
              </a:ext>
            </a:extLst>
          </p:cNvPr>
          <p:cNvGrpSpPr/>
          <p:nvPr/>
        </p:nvGrpSpPr>
        <p:grpSpPr>
          <a:xfrm>
            <a:off x="850162" y="1549162"/>
            <a:ext cx="2557573" cy="59411"/>
            <a:chOff x="5645144" y="3140870"/>
            <a:chExt cx="249768" cy="110534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ED5DD981-D420-4A95-9704-8374E37B7DBF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17" name="사각형: 둥근 모서리 116">
              <a:extLst>
                <a:ext uri="{FF2B5EF4-FFF2-40B4-BE49-F238E27FC236}">
                  <a16:creationId xmlns:a16="http://schemas.microsoft.com/office/drawing/2014/main" id="{5B36669F-0E12-4890-BE1B-18E28910AC80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pic>
        <p:nvPicPr>
          <p:cNvPr id="118" name="그림 117">
            <a:extLst>
              <a:ext uri="{FF2B5EF4-FFF2-40B4-BE49-F238E27FC236}">
                <a16:creationId xmlns:a16="http://schemas.microsoft.com/office/drawing/2014/main" id="{A79B986E-5AF1-4CE7-BAFA-9AE7CB002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138" y="1680943"/>
            <a:ext cx="298293" cy="349388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B1244188-6649-48A1-BCB3-CC55886F92E7}"/>
              </a:ext>
            </a:extLst>
          </p:cNvPr>
          <p:cNvSpPr txBox="1"/>
          <p:nvPr/>
        </p:nvSpPr>
        <p:spPr>
          <a:xfrm>
            <a:off x="1014315" y="1978508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20" name="Picture 2" descr="돋보기 - 무료 도구 및기구개 아이콘">
            <a:extLst>
              <a:ext uri="{FF2B5EF4-FFF2-40B4-BE49-F238E27FC236}">
                <a16:creationId xmlns:a16="http://schemas.microsoft.com/office/drawing/2014/main" id="{1DF25907-942E-47E1-A237-D30D732FC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636" y="1987647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" name="사각형: 둥근 모서리 152">
            <a:extLst>
              <a:ext uri="{FF2B5EF4-FFF2-40B4-BE49-F238E27FC236}">
                <a16:creationId xmlns:a16="http://schemas.microsoft.com/office/drawing/2014/main" id="{5D7AAA67-1161-4443-8ED3-238250EFA03B}"/>
              </a:ext>
            </a:extLst>
          </p:cNvPr>
          <p:cNvSpPr/>
          <p:nvPr/>
        </p:nvSpPr>
        <p:spPr>
          <a:xfrm>
            <a:off x="4024212" y="5316721"/>
            <a:ext cx="2472030" cy="726196"/>
          </a:xfrm>
          <a:prstGeom prst="roundRect">
            <a:avLst>
              <a:gd name="adj" fmla="val 6787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6105EA08-21EF-4395-B3B9-EAB08F7BC1E3}"/>
              </a:ext>
            </a:extLst>
          </p:cNvPr>
          <p:cNvSpPr/>
          <p:nvPr/>
        </p:nvSpPr>
        <p:spPr>
          <a:xfrm>
            <a:off x="4024212" y="5309440"/>
            <a:ext cx="2472030" cy="201836"/>
          </a:xfrm>
          <a:prstGeom prst="roundRect">
            <a:avLst>
              <a:gd name="adj" fmla="val 6787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23A49F1C-68CB-4E4F-831E-F21F1CDFE696}"/>
              </a:ext>
            </a:extLst>
          </p:cNvPr>
          <p:cNvSpPr/>
          <p:nvPr/>
        </p:nvSpPr>
        <p:spPr>
          <a:xfrm>
            <a:off x="4488030" y="5558479"/>
            <a:ext cx="417597" cy="4392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4A98098B-E422-41E0-8E91-3A2D5A55B0E2}"/>
              </a:ext>
            </a:extLst>
          </p:cNvPr>
          <p:cNvGrpSpPr/>
          <p:nvPr/>
        </p:nvGrpSpPr>
        <p:grpSpPr>
          <a:xfrm>
            <a:off x="4576803" y="5664776"/>
            <a:ext cx="238478" cy="233355"/>
            <a:chOff x="10356957" y="4935575"/>
            <a:chExt cx="321867" cy="314954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A16E6418-5171-433A-9BB4-47B2F7211B81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878EC8A4-96B4-4B6C-A347-B53912E3DB21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E4E246E9-A72E-4C26-A951-759A27F7E0DC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506B4E87-8BAD-4EFE-AB56-B8840ACBFFE9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61" name="그림 160">
            <a:extLst>
              <a:ext uri="{FF2B5EF4-FFF2-40B4-BE49-F238E27FC236}">
                <a16:creationId xmlns:a16="http://schemas.microsoft.com/office/drawing/2014/main" id="{DE8CBE29-9F22-4C9B-98C8-39346C439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964" y="5712855"/>
            <a:ext cx="157615" cy="138217"/>
          </a:xfrm>
          <a:prstGeom prst="rect">
            <a:avLst/>
          </a:prstGeom>
        </p:spPr>
      </p:pic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25C597AC-675F-43E1-B660-9B188F6A210B}"/>
              </a:ext>
            </a:extLst>
          </p:cNvPr>
          <p:cNvSpPr/>
          <p:nvPr/>
        </p:nvSpPr>
        <p:spPr>
          <a:xfrm>
            <a:off x="4973182" y="5558479"/>
            <a:ext cx="417597" cy="4392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482585A4-CABA-4C0F-85E6-4DABF1BC56D5}"/>
              </a:ext>
            </a:extLst>
          </p:cNvPr>
          <p:cNvGrpSpPr/>
          <p:nvPr/>
        </p:nvGrpSpPr>
        <p:grpSpPr>
          <a:xfrm>
            <a:off x="5061955" y="5600386"/>
            <a:ext cx="238478" cy="352727"/>
            <a:chOff x="10356957" y="4774461"/>
            <a:chExt cx="321867" cy="47606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E93EABAA-7D2A-4E66-A2B4-2CC953B03A9E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C487996C-07BB-4665-9A5A-A8200B453EFE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041864D7-626C-427E-9952-B29661A68229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0B5FEFB0-87A0-4607-9376-C08D99D28528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5651032D-B876-481D-9785-C2BD08C07AD9}"/>
                </a:ext>
              </a:extLst>
            </p:cNvPr>
            <p:cNvSpPr/>
            <p:nvPr/>
          </p:nvSpPr>
          <p:spPr>
            <a:xfrm>
              <a:off x="10356958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F05223B8-F7F2-415D-9F3C-83A36DA1650B}"/>
                </a:ext>
              </a:extLst>
            </p:cNvPr>
            <p:cNvSpPr/>
            <p:nvPr/>
          </p:nvSpPr>
          <p:spPr>
            <a:xfrm>
              <a:off x="10516581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70" name="그림 169">
            <a:extLst>
              <a:ext uri="{FF2B5EF4-FFF2-40B4-BE49-F238E27FC236}">
                <a16:creationId xmlns:a16="http://schemas.microsoft.com/office/drawing/2014/main" id="{46CD9D3C-C4AA-463F-8B5B-4CAF37A6A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117" y="5684334"/>
            <a:ext cx="157615" cy="138217"/>
          </a:xfrm>
          <a:prstGeom prst="rect">
            <a:avLst/>
          </a:prstGeom>
        </p:spPr>
      </p:pic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04DB8082-F535-4684-BC2C-741656F17CE9}"/>
              </a:ext>
            </a:extLst>
          </p:cNvPr>
          <p:cNvSpPr/>
          <p:nvPr/>
        </p:nvSpPr>
        <p:spPr>
          <a:xfrm>
            <a:off x="5458334" y="5558479"/>
            <a:ext cx="417597" cy="4392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69C1B230-9618-45C5-84E2-02880DFCDABF}"/>
              </a:ext>
            </a:extLst>
          </p:cNvPr>
          <p:cNvGrpSpPr/>
          <p:nvPr/>
        </p:nvGrpSpPr>
        <p:grpSpPr>
          <a:xfrm>
            <a:off x="5547107" y="5600386"/>
            <a:ext cx="238478" cy="352727"/>
            <a:chOff x="10356957" y="4774461"/>
            <a:chExt cx="321867" cy="47606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4C728B0F-2E62-45E6-A908-64B8F28E3CAD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E0BF490A-5565-4056-98D4-809EA9975C41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3D18D2CC-5D4C-46D3-AA12-627A4631E4AC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68935062-3897-4089-93E7-3A12C5B0D8B3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4BB1D5DA-DA88-4CD4-8B83-B1D896B0B002}"/>
                </a:ext>
              </a:extLst>
            </p:cNvPr>
            <p:cNvSpPr/>
            <p:nvPr/>
          </p:nvSpPr>
          <p:spPr>
            <a:xfrm>
              <a:off x="10356958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AE50083E-957A-41D4-96FB-146BA87E4849}"/>
                </a:ext>
              </a:extLst>
            </p:cNvPr>
            <p:cNvSpPr/>
            <p:nvPr/>
          </p:nvSpPr>
          <p:spPr>
            <a:xfrm>
              <a:off x="10516581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79" name="그림 178">
            <a:extLst>
              <a:ext uri="{FF2B5EF4-FFF2-40B4-BE49-F238E27FC236}">
                <a16:creationId xmlns:a16="http://schemas.microsoft.com/office/drawing/2014/main" id="{1AFCA209-6279-4B65-AB5A-CC15E7AA4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6269" y="5684334"/>
            <a:ext cx="157615" cy="138217"/>
          </a:xfrm>
          <a:prstGeom prst="rect">
            <a:avLst/>
          </a:prstGeom>
        </p:spPr>
      </p:pic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1070EC36-7581-41FC-947E-FA9220EBC318}"/>
              </a:ext>
            </a:extLst>
          </p:cNvPr>
          <p:cNvSpPr/>
          <p:nvPr/>
        </p:nvSpPr>
        <p:spPr>
          <a:xfrm>
            <a:off x="4140893" y="5306368"/>
            <a:ext cx="1992740" cy="184832"/>
          </a:xfrm>
          <a:prstGeom prst="roundRect">
            <a:avLst>
              <a:gd name="adj" fmla="val 6787"/>
            </a:avLst>
          </a:prstGeom>
          <a:solidFill>
            <a:srgbClr val="00D2FF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C05288A-EDD8-4758-B641-1E95E4CD36D6}"/>
              </a:ext>
            </a:extLst>
          </p:cNvPr>
          <p:cNvSpPr txBox="1"/>
          <p:nvPr/>
        </p:nvSpPr>
        <p:spPr>
          <a:xfrm>
            <a:off x="5068946" y="5260526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90%</a:t>
            </a:r>
            <a:endParaRPr lang="ko-KR" altLang="en-US" sz="12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8EA160EC-B78D-48F2-87A8-29C4626FFCE9}"/>
              </a:ext>
            </a:extLst>
          </p:cNvPr>
          <p:cNvGrpSpPr/>
          <p:nvPr/>
        </p:nvGrpSpPr>
        <p:grpSpPr>
          <a:xfrm>
            <a:off x="3997507" y="5225702"/>
            <a:ext cx="330766" cy="330766"/>
            <a:chOff x="3782121" y="3757226"/>
            <a:chExt cx="1094680" cy="109468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949047F0-9076-43F2-8DFB-DC90E69D97DA}"/>
                </a:ext>
              </a:extLst>
            </p:cNvPr>
            <p:cNvSpPr/>
            <p:nvPr/>
          </p:nvSpPr>
          <p:spPr>
            <a:xfrm>
              <a:off x="3782121" y="3757226"/>
              <a:ext cx="1094680" cy="1094680"/>
            </a:xfrm>
            <a:prstGeom prst="roundRect">
              <a:avLst>
                <a:gd name="adj" fmla="val 4397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84" name="Picture 12">
              <a:extLst>
                <a:ext uri="{FF2B5EF4-FFF2-40B4-BE49-F238E27FC236}">
                  <a16:creationId xmlns:a16="http://schemas.microsoft.com/office/drawing/2014/main" id="{AC2920CB-CBC3-4A8E-B2E6-1DE67FC576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2492" y="3768673"/>
              <a:ext cx="998443" cy="9984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5" name="TextBox 184">
            <a:extLst>
              <a:ext uri="{FF2B5EF4-FFF2-40B4-BE49-F238E27FC236}">
                <a16:creationId xmlns:a16="http://schemas.microsoft.com/office/drawing/2014/main" id="{E043991C-25FA-4225-84A6-BBD3B92F05EB}"/>
              </a:ext>
            </a:extLst>
          </p:cNvPr>
          <p:cNvSpPr txBox="1"/>
          <p:nvPr/>
        </p:nvSpPr>
        <p:spPr>
          <a:xfrm>
            <a:off x="6785461" y="1549162"/>
            <a:ext cx="5069016" cy="1109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80000"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영웅의 범부 통일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변경 전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빌드업 웨이브는 로비에서 장착한 영웅의 범부가 등장한다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!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변경 후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빌드업 웨이브는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3~4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종류의 범부가 랜덤 확률로 등장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변경 사유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영웅마다 전용 범부를 만들면 작업량이 필요 이상으로 </a:t>
            </a:r>
            <a:r>
              <a:rPr lang="ko-KR" alt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많아짐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FBD7AAB-6E2C-4DCD-A958-1A2304B5DA85}"/>
              </a:ext>
            </a:extLst>
          </p:cNvPr>
          <p:cNvSpPr txBox="1"/>
          <p:nvPr/>
        </p:nvSpPr>
        <p:spPr>
          <a:xfrm>
            <a:off x="6785461" y="3506370"/>
            <a:ext cx="4673074" cy="155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80000"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영웅 뽑기 개선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변경 전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빌드업 웨이브에서 범부를 치면 해당 영웅의 게이지 상승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변경 후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하단에 공통 게이지가 있고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범부를 치면 게이지가 충전됨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			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게이지가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100%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를 달성할 때마다 랜덤 타워를 뽑음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			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뽑기는 로비에서 장착한 영웅 중에서 하나를 뽑음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			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뽑은 타워는 타워 인벤토리에 수납됨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9298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F2A25C4-FACB-479C-9276-C0ECB9225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403" y="1551805"/>
            <a:ext cx="2014884" cy="447751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8452560-D784-4B02-9729-5D7FC9A08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558" y="1551805"/>
            <a:ext cx="2014884" cy="447751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4106222-FE80-49EB-8B38-31032717D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714" y="1551805"/>
            <a:ext cx="2014884" cy="4477519"/>
          </a:xfrm>
          <a:prstGeom prst="rect">
            <a:avLst/>
          </a:prstGeom>
        </p:spPr>
      </p:pic>
      <p:cxnSp>
        <p:nvCxnSpPr>
          <p:cNvPr id="352" name="직선 화살표 연결선 351">
            <a:extLst>
              <a:ext uri="{FF2B5EF4-FFF2-40B4-BE49-F238E27FC236}">
                <a16:creationId xmlns:a16="http://schemas.microsoft.com/office/drawing/2014/main" id="{3BFA8890-568B-4F19-AD80-65716054C885}"/>
              </a:ext>
            </a:extLst>
          </p:cNvPr>
          <p:cNvCxnSpPr>
            <a:cxnSpLocks/>
          </p:cNvCxnSpPr>
          <p:nvPr/>
        </p:nvCxnSpPr>
        <p:spPr>
          <a:xfrm>
            <a:off x="2976608" y="3661969"/>
            <a:ext cx="1281067" cy="0"/>
          </a:xfrm>
          <a:prstGeom prst="straightConnector1">
            <a:avLst/>
          </a:prstGeom>
          <a:ln w="25400">
            <a:solidFill>
              <a:srgbClr val="FF0000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직선 화살표 연결선 353">
            <a:extLst>
              <a:ext uri="{FF2B5EF4-FFF2-40B4-BE49-F238E27FC236}">
                <a16:creationId xmlns:a16="http://schemas.microsoft.com/office/drawing/2014/main" id="{71457E60-CEC7-44B6-AE09-F24309654896}"/>
              </a:ext>
            </a:extLst>
          </p:cNvPr>
          <p:cNvCxnSpPr>
            <a:cxnSpLocks/>
          </p:cNvCxnSpPr>
          <p:nvPr/>
        </p:nvCxnSpPr>
        <p:spPr>
          <a:xfrm>
            <a:off x="6005760" y="5766994"/>
            <a:ext cx="1820262" cy="0"/>
          </a:xfrm>
          <a:prstGeom prst="straightConnector1">
            <a:avLst/>
          </a:prstGeom>
          <a:ln w="25400">
            <a:solidFill>
              <a:srgbClr val="FF0000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61213F1-4178-ECCE-8C52-F914F4F73595}"/>
              </a:ext>
            </a:extLst>
          </p:cNvPr>
          <p:cNvSpPr txBox="1"/>
          <p:nvPr/>
        </p:nvSpPr>
        <p:spPr>
          <a:xfrm>
            <a:off x="3342286" y="3755869"/>
            <a:ext cx="17027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화살표</a:t>
            </a:r>
            <a:r>
              <a:rPr lang="en-US" altLang="ko-KR" sz="1200" b="1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: </a:t>
            </a:r>
            <a:r>
              <a:rPr lang="ko-KR" altLang="en-US" sz="1200" b="1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터치를 의미함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4B2D04-8EF8-32ED-164F-1CA812CF0F92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D21A8-3B3B-514D-5278-C3B72D563056}"/>
              </a:ext>
            </a:extLst>
          </p:cNvPr>
          <p:cNvSpPr txBox="1"/>
          <p:nvPr/>
        </p:nvSpPr>
        <p:spPr>
          <a:xfrm>
            <a:off x="840746" y="513168"/>
            <a:ext cx="1544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0.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레퍼런스 점검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6246E-FB8F-A6C4-A440-A66DDE34D3A3}"/>
              </a:ext>
            </a:extLst>
          </p:cNvPr>
          <p:cNvSpPr txBox="1"/>
          <p:nvPr/>
        </p:nvSpPr>
        <p:spPr>
          <a:xfrm>
            <a:off x="745699" y="755794"/>
            <a:ext cx="50257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영웅 변경 </a:t>
            </a:r>
            <a:r>
              <a:rPr lang="en-US" altLang="ko-KR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UX</a:t>
            </a:r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의 레퍼런스</a:t>
            </a:r>
            <a:r>
              <a:rPr lang="en-US" altLang="ko-KR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: </a:t>
            </a:r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언더 다크</a:t>
            </a:r>
          </a:p>
        </p:txBody>
      </p:sp>
    </p:spTree>
    <p:extLst>
      <p:ext uri="{BB962C8B-B14F-4D97-AF65-F5344CB8AC3E}">
        <p14:creationId xmlns:p14="http://schemas.microsoft.com/office/powerpoint/2010/main" val="896662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566AB7C-8DB8-42B6-98D6-44F8BCEE7425}"/>
              </a:ext>
            </a:extLst>
          </p:cNvPr>
          <p:cNvSpPr/>
          <p:nvPr/>
        </p:nvSpPr>
        <p:spPr>
          <a:xfrm>
            <a:off x="905513" y="1543492"/>
            <a:ext cx="1185487" cy="21075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tx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781CD8D-7264-4663-8868-4D64EC08DD30}"/>
              </a:ext>
            </a:extLst>
          </p:cNvPr>
          <p:cNvSpPr/>
          <p:nvPr/>
        </p:nvSpPr>
        <p:spPr>
          <a:xfrm>
            <a:off x="3151802" y="1543492"/>
            <a:ext cx="1185487" cy="21075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tx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67F2E71-B1D7-4682-A82F-B6DB080A619B}"/>
              </a:ext>
            </a:extLst>
          </p:cNvPr>
          <p:cNvCxnSpPr>
            <a:cxnSpLocks/>
          </p:cNvCxnSpPr>
          <p:nvPr/>
        </p:nvCxnSpPr>
        <p:spPr>
          <a:xfrm>
            <a:off x="1867301" y="3224766"/>
            <a:ext cx="914400" cy="0"/>
          </a:xfrm>
          <a:prstGeom prst="straightConnector1">
            <a:avLst/>
          </a:prstGeom>
          <a:ln w="25400">
            <a:solidFill>
              <a:srgbClr val="C00000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50E33C2-9193-486F-9E21-3CAD8B384161}"/>
              </a:ext>
            </a:extLst>
          </p:cNvPr>
          <p:cNvSpPr txBox="1"/>
          <p:nvPr/>
        </p:nvSpPr>
        <p:spPr>
          <a:xfrm>
            <a:off x="1139023" y="3694853"/>
            <a:ext cx="718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타이틀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55FE4B-24B2-4A0D-80CF-9BD50AED631D}"/>
              </a:ext>
            </a:extLst>
          </p:cNvPr>
          <p:cNvSpPr txBox="1"/>
          <p:nvPr/>
        </p:nvSpPr>
        <p:spPr>
          <a:xfrm>
            <a:off x="3474279" y="3694853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로비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B444B9B-1DB6-44E5-B9FE-9121D66BE366}"/>
              </a:ext>
            </a:extLst>
          </p:cNvPr>
          <p:cNvGrpSpPr/>
          <p:nvPr/>
        </p:nvGrpSpPr>
        <p:grpSpPr>
          <a:xfrm>
            <a:off x="3178039" y="3413260"/>
            <a:ext cx="1117208" cy="197646"/>
            <a:chOff x="3716730" y="3118584"/>
            <a:chExt cx="1021885" cy="185919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87E14F6B-6EE5-4352-855E-636560DE8327}"/>
                </a:ext>
              </a:extLst>
            </p:cNvPr>
            <p:cNvSpPr/>
            <p:nvPr/>
          </p:nvSpPr>
          <p:spPr>
            <a:xfrm>
              <a:off x="3716730" y="3118584"/>
              <a:ext cx="306629" cy="1859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15BF77DF-6B24-4113-8B11-8E3EA7F295C1}"/>
                </a:ext>
              </a:extLst>
            </p:cNvPr>
            <p:cNvSpPr/>
            <p:nvPr/>
          </p:nvSpPr>
          <p:spPr>
            <a:xfrm>
              <a:off x="4072127" y="3118584"/>
              <a:ext cx="306629" cy="1859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21117F2-0B40-4461-B08B-87BD685D8485}"/>
                </a:ext>
              </a:extLst>
            </p:cNvPr>
            <p:cNvSpPr/>
            <p:nvPr/>
          </p:nvSpPr>
          <p:spPr>
            <a:xfrm>
              <a:off x="4431986" y="3118584"/>
              <a:ext cx="306629" cy="1859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32B152D-8929-4CEF-A33B-0E64D45C6D58}"/>
              </a:ext>
            </a:extLst>
          </p:cNvPr>
          <p:cNvSpPr/>
          <p:nvPr/>
        </p:nvSpPr>
        <p:spPr>
          <a:xfrm>
            <a:off x="3491734" y="3126682"/>
            <a:ext cx="505622" cy="203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975D008-9927-4E31-9FFB-3EB099399D7B}"/>
              </a:ext>
            </a:extLst>
          </p:cNvPr>
          <p:cNvGrpSpPr/>
          <p:nvPr/>
        </p:nvGrpSpPr>
        <p:grpSpPr>
          <a:xfrm>
            <a:off x="3200400" y="1581227"/>
            <a:ext cx="1096392" cy="152261"/>
            <a:chOff x="3711001" y="1282642"/>
            <a:chExt cx="1143532" cy="158808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16AB19B1-BE07-47B1-9640-204CE90AE014}"/>
                </a:ext>
              </a:extLst>
            </p:cNvPr>
            <p:cNvSpPr/>
            <p:nvPr/>
          </p:nvSpPr>
          <p:spPr>
            <a:xfrm>
              <a:off x="4012969" y="1282642"/>
              <a:ext cx="335232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D2F9E7C-5FB1-45FB-AD58-00F8F2C76F5C}"/>
                </a:ext>
              </a:extLst>
            </p:cNvPr>
            <p:cNvSpPr/>
            <p:nvPr/>
          </p:nvSpPr>
          <p:spPr>
            <a:xfrm>
              <a:off x="4383856" y="1282642"/>
              <a:ext cx="335232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D4058AC-D334-42C2-B7B0-2289EAA09E07}"/>
                </a:ext>
              </a:extLst>
            </p:cNvPr>
            <p:cNvSpPr/>
            <p:nvPr/>
          </p:nvSpPr>
          <p:spPr>
            <a:xfrm>
              <a:off x="3711001" y="1282642"/>
              <a:ext cx="243773" cy="1588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393A665A-51D2-4FF5-B435-B920216C4E95}"/>
                </a:ext>
              </a:extLst>
            </p:cNvPr>
            <p:cNvSpPr/>
            <p:nvPr/>
          </p:nvSpPr>
          <p:spPr>
            <a:xfrm>
              <a:off x="4763074" y="1282642"/>
              <a:ext cx="91459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36157-876E-4DAD-97BB-7E604290C39C}"/>
              </a:ext>
            </a:extLst>
          </p:cNvPr>
          <p:cNvSpPr/>
          <p:nvPr/>
        </p:nvSpPr>
        <p:spPr>
          <a:xfrm>
            <a:off x="3151802" y="4203832"/>
            <a:ext cx="1185487" cy="21075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tx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851154-B818-4115-9977-D6E790E621D1}"/>
              </a:ext>
            </a:extLst>
          </p:cNvPr>
          <p:cNvSpPr txBox="1"/>
          <p:nvPr/>
        </p:nvSpPr>
        <p:spPr>
          <a:xfrm>
            <a:off x="3356459" y="6355193"/>
            <a:ext cx="776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영웅 탭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811605D-FF2E-4465-B40C-C0F0B758CA00}"/>
              </a:ext>
            </a:extLst>
          </p:cNvPr>
          <p:cNvGrpSpPr/>
          <p:nvPr/>
        </p:nvGrpSpPr>
        <p:grpSpPr>
          <a:xfrm>
            <a:off x="3178039" y="6063762"/>
            <a:ext cx="1117208" cy="203262"/>
            <a:chOff x="3716730" y="3118584"/>
            <a:chExt cx="1021885" cy="185919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8F3C8D0B-076C-4C7F-8C93-B461C03A5389}"/>
                </a:ext>
              </a:extLst>
            </p:cNvPr>
            <p:cNvSpPr/>
            <p:nvPr/>
          </p:nvSpPr>
          <p:spPr>
            <a:xfrm>
              <a:off x="3716730" y="3118584"/>
              <a:ext cx="306629" cy="1859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6961F43-1AD6-4B18-B0A9-4A76724254CD}"/>
                </a:ext>
              </a:extLst>
            </p:cNvPr>
            <p:cNvSpPr/>
            <p:nvPr/>
          </p:nvSpPr>
          <p:spPr>
            <a:xfrm>
              <a:off x="4072127" y="3118584"/>
              <a:ext cx="306629" cy="1859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C5A2859-7A0D-463A-8D9B-239812AB6D26}"/>
                </a:ext>
              </a:extLst>
            </p:cNvPr>
            <p:cNvSpPr/>
            <p:nvPr/>
          </p:nvSpPr>
          <p:spPr>
            <a:xfrm>
              <a:off x="4431986" y="3118584"/>
              <a:ext cx="306629" cy="1859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44E47EB0-0DCA-4819-B861-36B9376D5472}"/>
              </a:ext>
            </a:extLst>
          </p:cNvPr>
          <p:cNvGrpSpPr/>
          <p:nvPr/>
        </p:nvGrpSpPr>
        <p:grpSpPr>
          <a:xfrm>
            <a:off x="3195431" y="5639690"/>
            <a:ext cx="1098228" cy="306986"/>
            <a:chOff x="3722805" y="5514975"/>
            <a:chExt cx="1120862" cy="272038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5A9628E-E076-433C-BFF6-4E0F9DD97A61}"/>
                </a:ext>
              </a:extLst>
            </p:cNvPr>
            <p:cNvSpPr/>
            <p:nvPr/>
          </p:nvSpPr>
          <p:spPr>
            <a:xfrm>
              <a:off x="3722805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2440599-E1ED-4784-9BFF-CEFA367FF338}"/>
                </a:ext>
              </a:extLst>
            </p:cNvPr>
            <p:cNvSpPr/>
            <p:nvPr/>
          </p:nvSpPr>
          <p:spPr>
            <a:xfrm>
              <a:off x="395528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5DC23CB-5EEE-4D99-8BF6-74809946A21F}"/>
                </a:ext>
              </a:extLst>
            </p:cNvPr>
            <p:cNvSpPr/>
            <p:nvPr/>
          </p:nvSpPr>
          <p:spPr>
            <a:xfrm>
              <a:off x="4187758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9B7FFB1-B0B2-4542-9100-D5840C073030}"/>
                </a:ext>
              </a:extLst>
            </p:cNvPr>
            <p:cNvSpPr/>
            <p:nvPr/>
          </p:nvSpPr>
          <p:spPr>
            <a:xfrm>
              <a:off x="4420234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7A1AB46-6F1C-4FF4-9BDB-D37739AEBE74}"/>
                </a:ext>
              </a:extLst>
            </p:cNvPr>
            <p:cNvSpPr/>
            <p:nvPr/>
          </p:nvSpPr>
          <p:spPr>
            <a:xfrm>
              <a:off x="465271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3C0CBCCC-70DE-4992-B8A1-62E4973FF6E7}"/>
                </a:ext>
              </a:extLst>
            </p:cNvPr>
            <p:cNvSpPr/>
            <p:nvPr/>
          </p:nvSpPr>
          <p:spPr>
            <a:xfrm>
              <a:off x="3722805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80D0A371-0B74-412E-81E9-2B3582AFFD68}"/>
                </a:ext>
              </a:extLst>
            </p:cNvPr>
            <p:cNvSpPr/>
            <p:nvPr/>
          </p:nvSpPr>
          <p:spPr>
            <a:xfrm>
              <a:off x="395528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A2FC2D78-369C-40C2-B9E8-C8D7F80EFB05}"/>
                </a:ext>
              </a:extLst>
            </p:cNvPr>
            <p:cNvSpPr/>
            <p:nvPr/>
          </p:nvSpPr>
          <p:spPr>
            <a:xfrm>
              <a:off x="4187758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E3E45A70-4911-4F6B-B98A-4650140CE819}"/>
                </a:ext>
              </a:extLst>
            </p:cNvPr>
            <p:cNvSpPr/>
            <p:nvPr/>
          </p:nvSpPr>
          <p:spPr>
            <a:xfrm>
              <a:off x="4420234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69AD1F24-1CED-44C0-A4F1-558A4EACA728}"/>
                </a:ext>
              </a:extLst>
            </p:cNvPr>
            <p:cNvSpPr/>
            <p:nvPr/>
          </p:nvSpPr>
          <p:spPr>
            <a:xfrm>
              <a:off x="465271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E6AA559B-E491-42A7-A48F-575A7DDC3A34}"/>
                </a:ext>
              </a:extLst>
            </p:cNvPr>
            <p:cNvSpPr/>
            <p:nvPr/>
          </p:nvSpPr>
          <p:spPr>
            <a:xfrm>
              <a:off x="3722805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48F024E8-C1C5-47DD-9FA7-85EDC2D59863}"/>
                </a:ext>
              </a:extLst>
            </p:cNvPr>
            <p:cNvSpPr/>
            <p:nvPr/>
          </p:nvSpPr>
          <p:spPr>
            <a:xfrm>
              <a:off x="395528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B5E30695-281D-433F-8780-63D313903074}"/>
                </a:ext>
              </a:extLst>
            </p:cNvPr>
            <p:cNvSpPr/>
            <p:nvPr/>
          </p:nvSpPr>
          <p:spPr>
            <a:xfrm>
              <a:off x="4187758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83BF6ACC-56A6-4A4C-B0EE-EA4B80B07E2A}"/>
                </a:ext>
              </a:extLst>
            </p:cNvPr>
            <p:cNvSpPr/>
            <p:nvPr/>
          </p:nvSpPr>
          <p:spPr>
            <a:xfrm>
              <a:off x="4420234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F9D0B343-622D-4A78-B6A6-707E693F12FB}"/>
                </a:ext>
              </a:extLst>
            </p:cNvPr>
            <p:cNvSpPr/>
            <p:nvPr/>
          </p:nvSpPr>
          <p:spPr>
            <a:xfrm>
              <a:off x="465271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D2FF455C-3AD5-4EFA-B8B8-C3C3DE9BD30B}"/>
              </a:ext>
            </a:extLst>
          </p:cNvPr>
          <p:cNvGrpSpPr/>
          <p:nvPr/>
        </p:nvGrpSpPr>
        <p:grpSpPr>
          <a:xfrm>
            <a:off x="3195431" y="4433142"/>
            <a:ext cx="1098228" cy="306986"/>
            <a:chOff x="3722805" y="5514975"/>
            <a:chExt cx="1120862" cy="272038"/>
          </a:xfrm>
        </p:grpSpPr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5875E170-FEBD-4934-8377-ADCCFC35E475}"/>
                </a:ext>
              </a:extLst>
            </p:cNvPr>
            <p:cNvSpPr/>
            <p:nvPr/>
          </p:nvSpPr>
          <p:spPr>
            <a:xfrm>
              <a:off x="3722805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E05D5EDC-0E1D-45BD-8B1B-4782E70E50DA}"/>
                </a:ext>
              </a:extLst>
            </p:cNvPr>
            <p:cNvSpPr/>
            <p:nvPr/>
          </p:nvSpPr>
          <p:spPr>
            <a:xfrm>
              <a:off x="395528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72DD62B8-FCA6-4842-84E2-D1C613CE6B61}"/>
                </a:ext>
              </a:extLst>
            </p:cNvPr>
            <p:cNvSpPr/>
            <p:nvPr/>
          </p:nvSpPr>
          <p:spPr>
            <a:xfrm>
              <a:off x="4187758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07A5A080-DC52-4510-825D-2CB3FFC62083}"/>
                </a:ext>
              </a:extLst>
            </p:cNvPr>
            <p:cNvSpPr/>
            <p:nvPr/>
          </p:nvSpPr>
          <p:spPr>
            <a:xfrm>
              <a:off x="4420234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ED92B98A-65A6-4D58-996E-F3A5D3DDD919}"/>
                </a:ext>
              </a:extLst>
            </p:cNvPr>
            <p:cNvSpPr/>
            <p:nvPr/>
          </p:nvSpPr>
          <p:spPr>
            <a:xfrm>
              <a:off x="465271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BC09BCA5-1533-4F2F-994D-44A9DCB04431}"/>
                </a:ext>
              </a:extLst>
            </p:cNvPr>
            <p:cNvSpPr/>
            <p:nvPr/>
          </p:nvSpPr>
          <p:spPr>
            <a:xfrm>
              <a:off x="3722805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A89692F7-23AB-4B35-A96B-C2FEDB820F0E}"/>
                </a:ext>
              </a:extLst>
            </p:cNvPr>
            <p:cNvSpPr/>
            <p:nvPr/>
          </p:nvSpPr>
          <p:spPr>
            <a:xfrm>
              <a:off x="395528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EFB7DEB0-64A8-4521-AEB7-8467B928CCAA}"/>
                </a:ext>
              </a:extLst>
            </p:cNvPr>
            <p:cNvSpPr/>
            <p:nvPr/>
          </p:nvSpPr>
          <p:spPr>
            <a:xfrm>
              <a:off x="4187758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79E51A4E-62BE-4FF1-8611-33F81974BC92}"/>
                </a:ext>
              </a:extLst>
            </p:cNvPr>
            <p:cNvSpPr/>
            <p:nvPr/>
          </p:nvSpPr>
          <p:spPr>
            <a:xfrm>
              <a:off x="4420234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4CC3365F-7443-414A-8910-9753491047E5}"/>
                </a:ext>
              </a:extLst>
            </p:cNvPr>
            <p:cNvSpPr/>
            <p:nvPr/>
          </p:nvSpPr>
          <p:spPr>
            <a:xfrm>
              <a:off x="465271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BD345F06-6677-4926-AD10-46495E7F9E36}"/>
                </a:ext>
              </a:extLst>
            </p:cNvPr>
            <p:cNvSpPr/>
            <p:nvPr/>
          </p:nvSpPr>
          <p:spPr>
            <a:xfrm>
              <a:off x="3722805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7055CF93-F70F-4BA1-B4CD-E1C959E6AB6A}"/>
                </a:ext>
              </a:extLst>
            </p:cNvPr>
            <p:cNvSpPr/>
            <p:nvPr/>
          </p:nvSpPr>
          <p:spPr>
            <a:xfrm>
              <a:off x="395528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14B92849-39AE-410D-9093-059832DADAFF}"/>
                </a:ext>
              </a:extLst>
            </p:cNvPr>
            <p:cNvSpPr/>
            <p:nvPr/>
          </p:nvSpPr>
          <p:spPr>
            <a:xfrm>
              <a:off x="4187758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07DEBF87-62CD-4C70-AB4A-2610FA197CEF}"/>
                </a:ext>
              </a:extLst>
            </p:cNvPr>
            <p:cNvSpPr/>
            <p:nvPr/>
          </p:nvSpPr>
          <p:spPr>
            <a:xfrm>
              <a:off x="4420234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B3031F19-85C2-4A87-8939-84F6FB295DEA}"/>
                </a:ext>
              </a:extLst>
            </p:cNvPr>
            <p:cNvSpPr/>
            <p:nvPr/>
          </p:nvSpPr>
          <p:spPr>
            <a:xfrm>
              <a:off x="465271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7C8A9B99-075C-4C9B-A155-1B2D73C717FD}"/>
              </a:ext>
            </a:extLst>
          </p:cNvPr>
          <p:cNvGrpSpPr/>
          <p:nvPr/>
        </p:nvGrpSpPr>
        <p:grpSpPr>
          <a:xfrm>
            <a:off x="3195431" y="4803852"/>
            <a:ext cx="1098228" cy="306986"/>
            <a:chOff x="3722805" y="5514975"/>
            <a:chExt cx="1120862" cy="272038"/>
          </a:xfrm>
        </p:grpSpPr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650801BF-D7DC-4EEB-A626-0455080763E0}"/>
                </a:ext>
              </a:extLst>
            </p:cNvPr>
            <p:cNvSpPr/>
            <p:nvPr/>
          </p:nvSpPr>
          <p:spPr>
            <a:xfrm>
              <a:off x="3722805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894D2FDB-05E1-49F1-86B9-F0888C5960C3}"/>
                </a:ext>
              </a:extLst>
            </p:cNvPr>
            <p:cNvSpPr/>
            <p:nvPr/>
          </p:nvSpPr>
          <p:spPr>
            <a:xfrm>
              <a:off x="395528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6038B214-F950-456C-B7A3-EF5E89B8EF21}"/>
                </a:ext>
              </a:extLst>
            </p:cNvPr>
            <p:cNvSpPr/>
            <p:nvPr/>
          </p:nvSpPr>
          <p:spPr>
            <a:xfrm>
              <a:off x="4187758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D76EFED2-F9E9-4ED6-B425-E933ED96D4FE}"/>
                </a:ext>
              </a:extLst>
            </p:cNvPr>
            <p:cNvSpPr/>
            <p:nvPr/>
          </p:nvSpPr>
          <p:spPr>
            <a:xfrm>
              <a:off x="4420234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942E3B02-457B-4C2C-AFFA-561E2DC87A54}"/>
                </a:ext>
              </a:extLst>
            </p:cNvPr>
            <p:cNvSpPr/>
            <p:nvPr/>
          </p:nvSpPr>
          <p:spPr>
            <a:xfrm>
              <a:off x="465271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55E7D26D-2738-480C-B883-70F622910584}"/>
                </a:ext>
              </a:extLst>
            </p:cNvPr>
            <p:cNvSpPr/>
            <p:nvPr/>
          </p:nvSpPr>
          <p:spPr>
            <a:xfrm>
              <a:off x="3722805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3302A73E-83B2-407C-827B-CA514D0D40D1}"/>
                </a:ext>
              </a:extLst>
            </p:cNvPr>
            <p:cNvSpPr/>
            <p:nvPr/>
          </p:nvSpPr>
          <p:spPr>
            <a:xfrm>
              <a:off x="395528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8533E8C5-923F-40FB-9318-2829CDD12889}"/>
                </a:ext>
              </a:extLst>
            </p:cNvPr>
            <p:cNvSpPr/>
            <p:nvPr/>
          </p:nvSpPr>
          <p:spPr>
            <a:xfrm>
              <a:off x="4187758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3EBFD8B1-97FE-4A6B-85F5-442173596571}"/>
                </a:ext>
              </a:extLst>
            </p:cNvPr>
            <p:cNvSpPr/>
            <p:nvPr/>
          </p:nvSpPr>
          <p:spPr>
            <a:xfrm>
              <a:off x="4420234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6BB62CA2-BA7F-4313-B9F8-63E5E44EEFF7}"/>
                </a:ext>
              </a:extLst>
            </p:cNvPr>
            <p:cNvSpPr/>
            <p:nvPr/>
          </p:nvSpPr>
          <p:spPr>
            <a:xfrm>
              <a:off x="465271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D99F2C75-FD97-4226-B756-9CA10B65AF78}"/>
                </a:ext>
              </a:extLst>
            </p:cNvPr>
            <p:cNvSpPr/>
            <p:nvPr/>
          </p:nvSpPr>
          <p:spPr>
            <a:xfrm>
              <a:off x="3722805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01702E19-23FA-4C0F-9D3E-91CE3B63F82B}"/>
                </a:ext>
              </a:extLst>
            </p:cNvPr>
            <p:cNvSpPr/>
            <p:nvPr/>
          </p:nvSpPr>
          <p:spPr>
            <a:xfrm>
              <a:off x="395528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AE30C49B-4923-46BE-8791-679AF5712B2C}"/>
                </a:ext>
              </a:extLst>
            </p:cNvPr>
            <p:cNvSpPr/>
            <p:nvPr/>
          </p:nvSpPr>
          <p:spPr>
            <a:xfrm>
              <a:off x="4187758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1C8235EF-BDA9-4851-A0A1-AC1D05E14E96}"/>
                </a:ext>
              </a:extLst>
            </p:cNvPr>
            <p:cNvSpPr/>
            <p:nvPr/>
          </p:nvSpPr>
          <p:spPr>
            <a:xfrm>
              <a:off x="4420234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5D68CAAA-C6AF-4324-BCC1-BA366F7DFDDA}"/>
                </a:ext>
              </a:extLst>
            </p:cNvPr>
            <p:cNvSpPr/>
            <p:nvPr/>
          </p:nvSpPr>
          <p:spPr>
            <a:xfrm>
              <a:off x="465271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EC80CB7B-271F-4BDA-AE28-17D7FA7562A1}"/>
              </a:ext>
            </a:extLst>
          </p:cNvPr>
          <p:cNvGrpSpPr/>
          <p:nvPr/>
        </p:nvGrpSpPr>
        <p:grpSpPr>
          <a:xfrm>
            <a:off x="3195431" y="5174561"/>
            <a:ext cx="1098228" cy="306986"/>
            <a:chOff x="3722805" y="5514975"/>
            <a:chExt cx="1120862" cy="272038"/>
          </a:xfrm>
        </p:grpSpPr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E00234B9-5B6F-49DA-A1D8-E4FF271A92D2}"/>
                </a:ext>
              </a:extLst>
            </p:cNvPr>
            <p:cNvSpPr/>
            <p:nvPr/>
          </p:nvSpPr>
          <p:spPr>
            <a:xfrm>
              <a:off x="3722805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11FCB16A-C934-4AEB-B19C-7C4BED66E974}"/>
                </a:ext>
              </a:extLst>
            </p:cNvPr>
            <p:cNvSpPr/>
            <p:nvPr/>
          </p:nvSpPr>
          <p:spPr>
            <a:xfrm>
              <a:off x="395528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BA42AAAF-ECB0-49C4-A9EA-094EAB78C132}"/>
                </a:ext>
              </a:extLst>
            </p:cNvPr>
            <p:cNvSpPr/>
            <p:nvPr/>
          </p:nvSpPr>
          <p:spPr>
            <a:xfrm>
              <a:off x="4187758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531E4A2D-D928-449C-9002-AB3879A33F43}"/>
                </a:ext>
              </a:extLst>
            </p:cNvPr>
            <p:cNvSpPr/>
            <p:nvPr/>
          </p:nvSpPr>
          <p:spPr>
            <a:xfrm>
              <a:off x="4420234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D86CC155-1B56-4CD8-BFB6-905A5ADC0320}"/>
                </a:ext>
              </a:extLst>
            </p:cNvPr>
            <p:cNvSpPr/>
            <p:nvPr/>
          </p:nvSpPr>
          <p:spPr>
            <a:xfrm>
              <a:off x="465271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D72DE4C4-6AF0-4544-A602-791C731E2FD1}"/>
                </a:ext>
              </a:extLst>
            </p:cNvPr>
            <p:cNvSpPr/>
            <p:nvPr/>
          </p:nvSpPr>
          <p:spPr>
            <a:xfrm>
              <a:off x="3722805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7505840C-C433-49F9-9E86-389B2066D0FF}"/>
                </a:ext>
              </a:extLst>
            </p:cNvPr>
            <p:cNvSpPr/>
            <p:nvPr/>
          </p:nvSpPr>
          <p:spPr>
            <a:xfrm>
              <a:off x="395528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59860E2C-CE06-4ED7-B860-B732704F493C}"/>
                </a:ext>
              </a:extLst>
            </p:cNvPr>
            <p:cNvSpPr/>
            <p:nvPr/>
          </p:nvSpPr>
          <p:spPr>
            <a:xfrm>
              <a:off x="4187758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667EF2DB-5899-4AE3-8C76-4F3BFE420FD8}"/>
                </a:ext>
              </a:extLst>
            </p:cNvPr>
            <p:cNvSpPr/>
            <p:nvPr/>
          </p:nvSpPr>
          <p:spPr>
            <a:xfrm>
              <a:off x="4420234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2A133621-42D6-4BFB-A4CA-7E7A7EE45962}"/>
                </a:ext>
              </a:extLst>
            </p:cNvPr>
            <p:cNvSpPr/>
            <p:nvPr/>
          </p:nvSpPr>
          <p:spPr>
            <a:xfrm>
              <a:off x="465271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29FAA89C-D060-493A-8EBC-F3B0B994302D}"/>
                </a:ext>
              </a:extLst>
            </p:cNvPr>
            <p:cNvSpPr/>
            <p:nvPr/>
          </p:nvSpPr>
          <p:spPr>
            <a:xfrm>
              <a:off x="3722805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E2A825F5-8DCB-4BBB-92EC-5DBD8E1EA1DB}"/>
                </a:ext>
              </a:extLst>
            </p:cNvPr>
            <p:cNvSpPr/>
            <p:nvPr/>
          </p:nvSpPr>
          <p:spPr>
            <a:xfrm>
              <a:off x="395528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52685EFA-DDB7-4A04-9C9B-A107C4047DAD}"/>
                </a:ext>
              </a:extLst>
            </p:cNvPr>
            <p:cNvSpPr/>
            <p:nvPr/>
          </p:nvSpPr>
          <p:spPr>
            <a:xfrm>
              <a:off x="4187758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264F7C26-A895-498A-8690-8973A1FB5C82}"/>
                </a:ext>
              </a:extLst>
            </p:cNvPr>
            <p:cNvSpPr/>
            <p:nvPr/>
          </p:nvSpPr>
          <p:spPr>
            <a:xfrm>
              <a:off x="4420234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72EA176E-E47D-4D98-B5D5-084C228457E2}"/>
                </a:ext>
              </a:extLst>
            </p:cNvPr>
            <p:cNvSpPr/>
            <p:nvPr/>
          </p:nvSpPr>
          <p:spPr>
            <a:xfrm>
              <a:off x="465271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49" name="타원 148">
            <a:extLst>
              <a:ext uri="{FF2B5EF4-FFF2-40B4-BE49-F238E27FC236}">
                <a16:creationId xmlns:a16="http://schemas.microsoft.com/office/drawing/2014/main" id="{FA3D52E9-EFCB-4DAA-BCFF-9025BED9172C}"/>
              </a:ext>
            </a:extLst>
          </p:cNvPr>
          <p:cNvSpPr/>
          <p:nvPr/>
        </p:nvSpPr>
        <p:spPr>
          <a:xfrm>
            <a:off x="3532575" y="2531673"/>
            <a:ext cx="423940" cy="4239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</a:t>
            </a:r>
          </a:p>
        </p:txBody>
      </p:sp>
      <p:cxnSp>
        <p:nvCxnSpPr>
          <p:cNvPr id="321" name="직선 화살표 연결선 320">
            <a:extLst>
              <a:ext uri="{FF2B5EF4-FFF2-40B4-BE49-F238E27FC236}">
                <a16:creationId xmlns:a16="http://schemas.microsoft.com/office/drawing/2014/main" id="{706321B1-83D9-4BEB-8F67-455A758E924B}"/>
              </a:ext>
            </a:extLst>
          </p:cNvPr>
          <p:cNvCxnSpPr>
            <a:cxnSpLocks/>
          </p:cNvCxnSpPr>
          <p:nvPr/>
        </p:nvCxnSpPr>
        <p:spPr>
          <a:xfrm>
            <a:off x="3350123" y="3542399"/>
            <a:ext cx="0" cy="526681"/>
          </a:xfrm>
          <a:prstGeom prst="straightConnector1">
            <a:avLst/>
          </a:prstGeom>
          <a:ln w="25400">
            <a:solidFill>
              <a:srgbClr val="C00000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직선 화살표 연결선 504">
            <a:extLst>
              <a:ext uri="{FF2B5EF4-FFF2-40B4-BE49-F238E27FC236}">
                <a16:creationId xmlns:a16="http://schemas.microsoft.com/office/drawing/2014/main" id="{1AF3C98F-9F34-4E3C-80EC-A76D90138E15}"/>
              </a:ext>
            </a:extLst>
          </p:cNvPr>
          <p:cNvCxnSpPr>
            <a:cxnSpLocks/>
          </p:cNvCxnSpPr>
          <p:nvPr/>
        </p:nvCxnSpPr>
        <p:spPr>
          <a:xfrm>
            <a:off x="4224383" y="4904029"/>
            <a:ext cx="511246" cy="0"/>
          </a:xfrm>
          <a:prstGeom prst="straightConnector1">
            <a:avLst/>
          </a:prstGeom>
          <a:ln w="25400">
            <a:solidFill>
              <a:srgbClr val="C00000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직사각형 354">
            <a:extLst>
              <a:ext uri="{FF2B5EF4-FFF2-40B4-BE49-F238E27FC236}">
                <a16:creationId xmlns:a16="http://schemas.microsoft.com/office/drawing/2014/main" id="{DBD34073-C9AC-4CC4-B2C7-DBDC188C79DC}"/>
              </a:ext>
            </a:extLst>
          </p:cNvPr>
          <p:cNvSpPr/>
          <p:nvPr/>
        </p:nvSpPr>
        <p:spPr>
          <a:xfrm>
            <a:off x="5150984" y="4203832"/>
            <a:ext cx="1185487" cy="21075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tx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9C503A4B-8ECB-4AE7-B8A2-68E278BBF104}"/>
              </a:ext>
            </a:extLst>
          </p:cNvPr>
          <p:cNvSpPr txBox="1"/>
          <p:nvPr/>
        </p:nvSpPr>
        <p:spPr>
          <a:xfrm>
            <a:off x="5266676" y="6355193"/>
            <a:ext cx="954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영웅 정보</a:t>
            </a:r>
          </a:p>
        </p:txBody>
      </p:sp>
      <p:grpSp>
        <p:nvGrpSpPr>
          <p:cNvPr id="357" name="그룹 356">
            <a:extLst>
              <a:ext uri="{FF2B5EF4-FFF2-40B4-BE49-F238E27FC236}">
                <a16:creationId xmlns:a16="http://schemas.microsoft.com/office/drawing/2014/main" id="{A5A8ACA3-4326-471F-BEBD-775257754AF5}"/>
              </a:ext>
            </a:extLst>
          </p:cNvPr>
          <p:cNvGrpSpPr/>
          <p:nvPr/>
        </p:nvGrpSpPr>
        <p:grpSpPr>
          <a:xfrm>
            <a:off x="5177221" y="6063762"/>
            <a:ext cx="1117208" cy="203262"/>
            <a:chOff x="3716730" y="3118584"/>
            <a:chExt cx="1021885" cy="185919"/>
          </a:xfrm>
        </p:grpSpPr>
        <p:sp>
          <p:nvSpPr>
            <p:cNvPr id="358" name="직사각형 357">
              <a:extLst>
                <a:ext uri="{FF2B5EF4-FFF2-40B4-BE49-F238E27FC236}">
                  <a16:creationId xmlns:a16="http://schemas.microsoft.com/office/drawing/2014/main" id="{BFFFD8E6-0578-4AD8-B55D-210962702550}"/>
                </a:ext>
              </a:extLst>
            </p:cNvPr>
            <p:cNvSpPr/>
            <p:nvPr/>
          </p:nvSpPr>
          <p:spPr>
            <a:xfrm>
              <a:off x="3716730" y="3118584"/>
              <a:ext cx="306629" cy="1859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9" name="직사각형 358">
              <a:extLst>
                <a:ext uri="{FF2B5EF4-FFF2-40B4-BE49-F238E27FC236}">
                  <a16:creationId xmlns:a16="http://schemas.microsoft.com/office/drawing/2014/main" id="{A55CB9DA-78F7-4F94-B998-4F64DC8AD3F5}"/>
                </a:ext>
              </a:extLst>
            </p:cNvPr>
            <p:cNvSpPr/>
            <p:nvPr/>
          </p:nvSpPr>
          <p:spPr>
            <a:xfrm>
              <a:off x="4072127" y="3118584"/>
              <a:ext cx="306629" cy="1859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0" name="직사각형 359">
              <a:extLst>
                <a:ext uri="{FF2B5EF4-FFF2-40B4-BE49-F238E27FC236}">
                  <a16:creationId xmlns:a16="http://schemas.microsoft.com/office/drawing/2014/main" id="{4A2803B8-6973-445A-9E2B-2E9693B17557}"/>
                </a:ext>
              </a:extLst>
            </p:cNvPr>
            <p:cNvSpPr/>
            <p:nvPr/>
          </p:nvSpPr>
          <p:spPr>
            <a:xfrm>
              <a:off x="4431986" y="3118584"/>
              <a:ext cx="306629" cy="1859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61" name="그룹 360">
            <a:extLst>
              <a:ext uri="{FF2B5EF4-FFF2-40B4-BE49-F238E27FC236}">
                <a16:creationId xmlns:a16="http://schemas.microsoft.com/office/drawing/2014/main" id="{7CB36481-E34E-4D84-BB71-46BCEFB95C91}"/>
              </a:ext>
            </a:extLst>
          </p:cNvPr>
          <p:cNvGrpSpPr/>
          <p:nvPr/>
        </p:nvGrpSpPr>
        <p:grpSpPr>
          <a:xfrm>
            <a:off x="5171492" y="4232042"/>
            <a:ext cx="1143532" cy="158808"/>
            <a:chOff x="3711001" y="1282642"/>
            <a:chExt cx="1143532" cy="158808"/>
          </a:xfrm>
        </p:grpSpPr>
        <p:sp>
          <p:nvSpPr>
            <p:cNvPr id="362" name="직사각형 361">
              <a:extLst>
                <a:ext uri="{FF2B5EF4-FFF2-40B4-BE49-F238E27FC236}">
                  <a16:creationId xmlns:a16="http://schemas.microsoft.com/office/drawing/2014/main" id="{2081C2F6-9E56-4905-B6DB-48D9EB4EDBA0}"/>
                </a:ext>
              </a:extLst>
            </p:cNvPr>
            <p:cNvSpPr/>
            <p:nvPr/>
          </p:nvSpPr>
          <p:spPr>
            <a:xfrm>
              <a:off x="4012969" y="1282642"/>
              <a:ext cx="335232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3" name="직사각형 362">
              <a:extLst>
                <a:ext uri="{FF2B5EF4-FFF2-40B4-BE49-F238E27FC236}">
                  <a16:creationId xmlns:a16="http://schemas.microsoft.com/office/drawing/2014/main" id="{6C1B635D-0727-44D0-AC06-DA6CB4BA4C24}"/>
                </a:ext>
              </a:extLst>
            </p:cNvPr>
            <p:cNvSpPr/>
            <p:nvPr/>
          </p:nvSpPr>
          <p:spPr>
            <a:xfrm>
              <a:off x="4383856" y="1282642"/>
              <a:ext cx="335232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4" name="직사각형 363">
              <a:extLst>
                <a:ext uri="{FF2B5EF4-FFF2-40B4-BE49-F238E27FC236}">
                  <a16:creationId xmlns:a16="http://schemas.microsoft.com/office/drawing/2014/main" id="{55D4EED6-9E60-4CCB-8E9F-B669C08E8B2C}"/>
                </a:ext>
              </a:extLst>
            </p:cNvPr>
            <p:cNvSpPr/>
            <p:nvPr/>
          </p:nvSpPr>
          <p:spPr>
            <a:xfrm>
              <a:off x="3711001" y="1282642"/>
              <a:ext cx="243773" cy="1588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5" name="직사각형 364">
              <a:extLst>
                <a:ext uri="{FF2B5EF4-FFF2-40B4-BE49-F238E27FC236}">
                  <a16:creationId xmlns:a16="http://schemas.microsoft.com/office/drawing/2014/main" id="{DB55B0E5-9FD7-46D9-9C12-7EA107F6DF06}"/>
                </a:ext>
              </a:extLst>
            </p:cNvPr>
            <p:cNvSpPr/>
            <p:nvPr/>
          </p:nvSpPr>
          <p:spPr>
            <a:xfrm>
              <a:off x="4763074" y="1282642"/>
              <a:ext cx="91459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66" name="그룹 365">
            <a:extLst>
              <a:ext uri="{FF2B5EF4-FFF2-40B4-BE49-F238E27FC236}">
                <a16:creationId xmlns:a16="http://schemas.microsoft.com/office/drawing/2014/main" id="{5015E0A7-A3D0-41DE-B3CD-C7EEA164062B}"/>
              </a:ext>
            </a:extLst>
          </p:cNvPr>
          <p:cNvGrpSpPr/>
          <p:nvPr/>
        </p:nvGrpSpPr>
        <p:grpSpPr>
          <a:xfrm>
            <a:off x="5194613" y="5639690"/>
            <a:ext cx="1098228" cy="306986"/>
            <a:chOff x="3722805" y="5514975"/>
            <a:chExt cx="1120862" cy="272038"/>
          </a:xfrm>
        </p:grpSpPr>
        <p:sp>
          <p:nvSpPr>
            <p:cNvPr id="367" name="직사각형 366">
              <a:extLst>
                <a:ext uri="{FF2B5EF4-FFF2-40B4-BE49-F238E27FC236}">
                  <a16:creationId xmlns:a16="http://schemas.microsoft.com/office/drawing/2014/main" id="{92AC9D87-4B50-453E-B7EC-22EE69EC415F}"/>
                </a:ext>
              </a:extLst>
            </p:cNvPr>
            <p:cNvSpPr/>
            <p:nvPr/>
          </p:nvSpPr>
          <p:spPr>
            <a:xfrm>
              <a:off x="3722805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8" name="직사각형 367">
              <a:extLst>
                <a:ext uri="{FF2B5EF4-FFF2-40B4-BE49-F238E27FC236}">
                  <a16:creationId xmlns:a16="http://schemas.microsoft.com/office/drawing/2014/main" id="{0AFA7473-C632-4A2B-8F19-968D349DF8EA}"/>
                </a:ext>
              </a:extLst>
            </p:cNvPr>
            <p:cNvSpPr/>
            <p:nvPr/>
          </p:nvSpPr>
          <p:spPr>
            <a:xfrm>
              <a:off x="395528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9" name="직사각형 368">
              <a:extLst>
                <a:ext uri="{FF2B5EF4-FFF2-40B4-BE49-F238E27FC236}">
                  <a16:creationId xmlns:a16="http://schemas.microsoft.com/office/drawing/2014/main" id="{20020046-D35C-48DA-BF0B-CFDD69DD8A33}"/>
                </a:ext>
              </a:extLst>
            </p:cNvPr>
            <p:cNvSpPr/>
            <p:nvPr/>
          </p:nvSpPr>
          <p:spPr>
            <a:xfrm>
              <a:off x="4187758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0" name="직사각형 369">
              <a:extLst>
                <a:ext uri="{FF2B5EF4-FFF2-40B4-BE49-F238E27FC236}">
                  <a16:creationId xmlns:a16="http://schemas.microsoft.com/office/drawing/2014/main" id="{A8946973-01B9-4197-B12C-5A901DB7050F}"/>
                </a:ext>
              </a:extLst>
            </p:cNvPr>
            <p:cNvSpPr/>
            <p:nvPr/>
          </p:nvSpPr>
          <p:spPr>
            <a:xfrm>
              <a:off x="4420234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1" name="직사각형 370">
              <a:extLst>
                <a:ext uri="{FF2B5EF4-FFF2-40B4-BE49-F238E27FC236}">
                  <a16:creationId xmlns:a16="http://schemas.microsoft.com/office/drawing/2014/main" id="{8B0A001D-2905-4C15-9D67-629B988BD7E3}"/>
                </a:ext>
              </a:extLst>
            </p:cNvPr>
            <p:cNvSpPr/>
            <p:nvPr/>
          </p:nvSpPr>
          <p:spPr>
            <a:xfrm>
              <a:off x="465271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2" name="직사각형 371">
              <a:extLst>
                <a:ext uri="{FF2B5EF4-FFF2-40B4-BE49-F238E27FC236}">
                  <a16:creationId xmlns:a16="http://schemas.microsoft.com/office/drawing/2014/main" id="{2A7F46FE-36BE-45FB-8833-6CA07B7EA149}"/>
                </a:ext>
              </a:extLst>
            </p:cNvPr>
            <p:cNvSpPr/>
            <p:nvPr/>
          </p:nvSpPr>
          <p:spPr>
            <a:xfrm>
              <a:off x="3722805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1" name="직사각형 380">
              <a:extLst>
                <a:ext uri="{FF2B5EF4-FFF2-40B4-BE49-F238E27FC236}">
                  <a16:creationId xmlns:a16="http://schemas.microsoft.com/office/drawing/2014/main" id="{F66DDEEB-647D-40CB-A828-954029BAF41B}"/>
                </a:ext>
              </a:extLst>
            </p:cNvPr>
            <p:cNvSpPr/>
            <p:nvPr/>
          </p:nvSpPr>
          <p:spPr>
            <a:xfrm>
              <a:off x="395528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3" name="직사각형 382">
              <a:extLst>
                <a:ext uri="{FF2B5EF4-FFF2-40B4-BE49-F238E27FC236}">
                  <a16:creationId xmlns:a16="http://schemas.microsoft.com/office/drawing/2014/main" id="{0E1634B8-4976-4257-8E28-31BA5D8598F6}"/>
                </a:ext>
              </a:extLst>
            </p:cNvPr>
            <p:cNvSpPr/>
            <p:nvPr/>
          </p:nvSpPr>
          <p:spPr>
            <a:xfrm>
              <a:off x="4187758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6" name="직사각형 385">
              <a:extLst>
                <a:ext uri="{FF2B5EF4-FFF2-40B4-BE49-F238E27FC236}">
                  <a16:creationId xmlns:a16="http://schemas.microsoft.com/office/drawing/2014/main" id="{21662FA7-961E-43F2-80FE-86A7EADC3A3E}"/>
                </a:ext>
              </a:extLst>
            </p:cNvPr>
            <p:cNvSpPr/>
            <p:nvPr/>
          </p:nvSpPr>
          <p:spPr>
            <a:xfrm>
              <a:off x="4420234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8" name="직사각형 387">
              <a:extLst>
                <a:ext uri="{FF2B5EF4-FFF2-40B4-BE49-F238E27FC236}">
                  <a16:creationId xmlns:a16="http://schemas.microsoft.com/office/drawing/2014/main" id="{C56CF238-3CAB-4BC1-98F7-04DA550B7B5B}"/>
                </a:ext>
              </a:extLst>
            </p:cNvPr>
            <p:cNvSpPr/>
            <p:nvPr/>
          </p:nvSpPr>
          <p:spPr>
            <a:xfrm>
              <a:off x="465271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5" name="직사각형 394">
              <a:extLst>
                <a:ext uri="{FF2B5EF4-FFF2-40B4-BE49-F238E27FC236}">
                  <a16:creationId xmlns:a16="http://schemas.microsoft.com/office/drawing/2014/main" id="{021CA13A-EA25-4096-B62D-C2681D4D4D43}"/>
                </a:ext>
              </a:extLst>
            </p:cNvPr>
            <p:cNvSpPr/>
            <p:nvPr/>
          </p:nvSpPr>
          <p:spPr>
            <a:xfrm>
              <a:off x="3722805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6" name="직사각형 395">
              <a:extLst>
                <a:ext uri="{FF2B5EF4-FFF2-40B4-BE49-F238E27FC236}">
                  <a16:creationId xmlns:a16="http://schemas.microsoft.com/office/drawing/2014/main" id="{28D697A6-37C6-45BB-B25C-3FA0BEB806FE}"/>
                </a:ext>
              </a:extLst>
            </p:cNvPr>
            <p:cNvSpPr/>
            <p:nvPr/>
          </p:nvSpPr>
          <p:spPr>
            <a:xfrm>
              <a:off x="395528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7" name="직사각형 396">
              <a:extLst>
                <a:ext uri="{FF2B5EF4-FFF2-40B4-BE49-F238E27FC236}">
                  <a16:creationId xmlns:a16="http://schemas.microsoft.com/office/drawing/2014/main" id="{257FAC94-9B18-419A-9DEF-6D3EEF4F61B9}"/>
                </a:ext>
              </a:extLst>
            </p:cNvPr>
            <p:cNvSpPr/>
            <p:nvPr/>
          </p:nvSpPr>
          <p:spPr>
            <a:xfrm>
              <a:off x="4187758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8" name="직사각형 397">
              <a:extLst>
                <a:ext uri="{FF2B5EF4-FFF2-40B4-BE49-F238E27FC236}">
                  <a16:creationId xmlns:a16="http://schemas.microsoft.com/office/drawing/2014/main" id="{683AC7CE-BD58-4DC9-90FB-09D10EC601BC}"/>
                </a:ext>
              </a:extLst>
            </p:cNvPr>
            <p:cNvSpPr/>
            <p:nvPr/>
          </p:nvSpPr>
          <p:spPr>
            <a:xfrm>
              <a:off x="4420234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9" name="직사각형 398">
              <a:extLst>
                <a:ext uri="{FF2B5EF4-FFF2-40B4-BE49-F238E27FC236}">
                  <a16:creationId xmlns:a16="http://schemas.microsoft.com/office/drawing/2014/main" id="{B61C2CBC-8B08-4EAA-972A-DAB05514B63C}"/>
                </a:ext>
              </a:extLst>
            </p:cNvPr>
            <p:cNvSpPr/>
            <p:nvPr/>
          </p:nvSpPr>
          <p:spPr>
            <a:xfrm>
              <a:off x="465271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00" name="그룹 399">
            <a:extLst>
              <a:ext uri="{FF2B5EF4-FFF2-40B4-BE49-F238E27FC236}">
                <a16:creationId xmlns:a16="http://schemas.microsoft.com/office/drawing/2014/main" id="{C8167A4B-E179-42DE-AB22-27B34BA7F6D5}"/>
              </a:ext>
            </a:extLst>
          </p:cNvPr>
          <p:cNvGrpSpPr/>
          <p:nvPr/>
        </p:nvGrpSpPr>
        <p:grpSpPr>
          <a:xfrm>
            <a:off x="5194613" y="4433142"/>
            <a:ext cx="1098228" cy="306986"/>
            <a:chOff x="3722805" y="5514975"/>
            <a:chExt cx="1120862" cy="272038"/>
          </a:xfrm>
        </p:grpSpPr>
        <p:sp>
          <p:nvSpPr>
            <p:cNvPr id="401" name="직사각형 400">
              <a:extLst>
                <a:ext uri="{FF2B5EF4-FFF2-40B4-BE49-F238E27FC236}">
                  <a16:creationId xmlns:a16="http://schemas.microsoft.com/office/drawing/2014/main" id="{3A445C59-E0F2-47B3-86E6-933B766159BF}"/>
                </a:ext>
              </a:extLst>
            </p:cNvPr>
            <p:cNvSpPr/>
            <p:nvPr/>
          </p:nvSpPr>
          <p:spPr>
            <a:xfrm>
              <a:off x="3722805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5" name="직사각형 414">
              <a:extLst>
                <a:ext uri="{FF2B5EF4-FFF2-40B4-BE49-F238E27FC236}">
                  <a16:creationId xmlns:a16="http://schemas.microsoft.com/office/drawing/2014/main" id="{8AB52713-D354-4355-8BAD-FBB6BCA55801}"/>
                </a:ext>
              </a:extLst>
            </p:cNvPr>
            <p:cNvSpPr/>
            <p:nvPr/>
          </p:nvSpPr>
          <p:spPr>
            <a:xfrm>
              <a:off x="395528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4" name="직사각형 433">
              <a:extLst>
                <a:ext uri="{FF2B5EF4-FFF2-40B4-BE49-F238E27FC236}">
                  <a16:creationId xmlns:a16="http://schemas.microsoft.com/office/drawing/2014/main" id="{6688A879-D423-44CD-A6E5-DFAC1D5E026A}"/>
                </a:ext>
              </a:extLst>
            </p:cNvPr>
            <p:cNvSpPr/>
            <p:nvPr/>
          </p:nvSpPr>
          <p:spPr>
            <a:xfrm>
              <a:off x="4187758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5" name="직사각형 434">
              <a:extLst>
                <a:ext uri="{FF2B5EF4-FFF2-40B4-BE49-F238E27FC236}">
                  <a16:creationId xmlns:a16="http://schemas.microsoft.com/office/drawing/2014/main" id="{B3F7D4CB-8876-405A-B7A0-CCBC872F8115}"/>
                </a:ext>
              </a:extLst>
            </p:cNvPr>
            <p:cNvSpPr/>
            <p:nvPr/>
          </p:nvSpPr>
          <p:spPr>
            <a:xfrm>
              <a:off x="4420234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6" name="직사각형 435">
              <a:extLst>
                <a:ext uri="{FF2B5EF4-FFF2-40B4-BE49-F238E27FC236}">
                  <a16:creationId xmlns:a16="http://schemas.microsoft.com/office/drawing/2014/main" id="{7E4D5BC7-CD58-4EAB-A6C5-BFF6F1F4D865}"/>
                </a:ext>
              </a:extLst>
            </p:cNvPr>
            <p:cNvSpPr/>
            <p:nvPr/>
          </p:nvSpPr>
          <p:spPr>
            <a:xfrm>
              <a:off x="465271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7" name="직사각형 436">
              <a:extLst>
                <a:ext uri="{FF2B5EF4-FFF2-40B4-BE49-F238E27FC236}">
                  <a16:creationId xmlns:a16="http://schemas.microsoft.com/office/drawing/2014/main" id="{E168BBC5-940F-4F23-92E6-52BB29091442}"/>
                </a:ext>
              </a:extLst>
            </p:cNvPr>
            <p:cNvSpPr/>
            <p:nvPr/>
          </p:nvSpPr>
          <p:spPr>
            <a:xfrm>
              <a:off x="3722805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8" name="직사각형 437">
              <a:extLst>
                <a:ext uri="{FF2B5EF4-FFF2-40B4-BE49-F238E27FC236}">
                  <a16:creationId xmlns:a16="http://schemas.microsoft.com/office/drawing/2014/main" id="{9D3DFAE9-BA0C-4937-A9D2-BCAD6899DA26}"/>
                </a:ext>
              </a:extLst>
            </p:cNvPr>
            <p:cNvSpPr/>
            <p:nvPr/>
          </p:nvSpPr>
          <p:spPr>
            <a:xfrm>
              <a:off x="395528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9" name="직사각형 438">
              <a:extLst>
                <a:ext uri="{FF2B5EF4-FFF2-40B4-BE49-F238E27FC236}">
                  <a16:creationId xmlns:a16="http://schemas.microsoft.com/office/drawing/2014/main" id="{8CA65856-2577-42F5-86CB-1390E347FC52}"/>
                </a:ext>
              </a:extLst>
            </p:cNvPr>
            <p:cNvSpPr/>
            <p:nvPr/>
          </p:nvSpPr>
          <p:spPr>
            <a:xfrm>
              <a:off x="4187758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0" name="직사각형 439">
              <a:extLst>
                <a:ext uri="{FF2B5EF4-FFF2-40B4-BE49-F238E27FC236}">
                  <a16:creationId xmlns:a16="http://schemas.microsoft.com/office/drawing/2014/main" id="{8A52C271-0EA6-460E-91DE-70B25F9515B9}"/>
                </a:ext>
              </a:extLst>
            </p:cNvPr>
            <p:cNvSpPr/>
            <p:nvPr/>
          </p:nvSpPr>
          <p:spPr>
            <a:xfrm>
              <a:off x="4420234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9" name="직사각형 458">
              <a:extLst>
                <a:ext uri="{FF2B5EF4-FFF2-40B4-BE49-F238E27FC236}">
                  <a16:creationId xmlns:a16="http://schemas.microsoft.com/office/drawing/2014/main" id="{3A608789-473B-4CAC-BCA5-A326C679ACFD}"/>
                </a:ext>
              </a:extLst>
            </p:cNvPr>
            <p:cNvSpPr/>
            <p:nvPr/>
          </p:nvSpPr>
          <p:spPr>
            <a:xfrm>
              <a:off x="465271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0" name="직사각형 459">
              <a:extLst>
                <a:ext uri="{FF2B5EF4-FFF2-40B4-BE49-F238E27FC236}">
                  <a16:creationId xmlns:a16="http://schemas.microsoft.com/office/drawing/2014/main" id="{1344097C-CCB9-4BCA-8101-15BEBD5EE5D5}"/>
                </a:ext>
              </a:extLst>
            </p:cNvPr>
            <p:cNvSpPr/>
            <p:nvPr/>
          </p:nvSpPr>
          <p:spPr>
            <a:xfrm>
              <a:off x="3722805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1" name="직사각형 460">
              <a:extLst>
                <a:ext uri="{FF2B5EF4-FFF2-40B4-BE49-F238E27FC236}">
                  <a16:creationId xmlns:a16="http://schemas.microsoft.com/office/drawing/2014/main" id="{88D14871-EF9B-4266-9387-B5E46BCCEC3D}"/>
                </a:ext>
              </a:extLst>
            </p:cNvPr>
            <p:cNvSpPr/>
            <p:nvPr/>
          </p:nvSpPr>
          <p:spPr>
            <a:xfrm>
              <a:off x="395528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2" name="직사각형 461">
              <a:extLst>
                <a:ext uri="{FF2B5EF4-FFF2-40B4-BE49-F238E27FC236}">
                  <a16:creationId xmlns:a16="http://schemas.microsoft.com/office/drawing/2014/main" id="{D67C8AB1-36B3-4AE3-BF1E-D5A7BEFA9A34}"/>
                </a:ext>
              </a:extLst>
            </p:cNvPr>
            <p:cNvSpPr/>
            <p:nvPr/>
          </p:nvSpPr>
          <p:spPr>
            <a:xfrm>
              <a:off x="4187758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3" name="직사각형 462">
              <a:extLst>
                <a:ext uri="{FF2B5EF4-FFF2-40B4-BE49-F238E27FC236}">
                  <a16:creationId xmlns:a16="http://schemas.microsoft.com/office/drawing/2014/main" id="{E6358A48-7F19-4580-8B1F-22F8B8FC198C}"/>
                </a:ext>
              </a:extLst>
            </p:cNvPr>
            <p:cNvSpPr/>
            <p:nvPr/>
          </p:nvSpPr>
          <p:spPr>
            <a:xfrm>
              <a:off x="4420234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4" name="직사각형 463">
              <a:extLst>
                <a:ext uri="{FF2B5EF4-FFF2-40B4-BE49-F238E27FC236}">
                  <a16:creationId xmlns:a16="http://schemas.microsoft.com/office/drawing/2014/main" id="{B24124C3-FA6B-4B33-B0B9-06F1CE24BE5A}"/>
                </a:ext>
              </a:extLst>
            </p:cNvPr>
            <p:cNvSpPr/>
            <p:nvPr/>
          </p:nvSpPr>
          <p:spPr>
            <a:xfrm>
              <a:off x="465271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65" name="그룹 464">
            <a:extLst>
              <a:ext uri="{FF2B5EF4-FFF2-40B4-BE49-F238E27FC236}">
                <a16:creationId xmlns:a16="http://schemas.microsoft.com/office/drawing/2014/main" id="{347A1DEE-4AE9-4617-8BB5-851F3CCDE94B}"/>
              </a:ext>
            </a:extLst>
          </p:cNvPr>
          <p:cNvGrpSpPr/>
          <p:nvPr/>
        </p:nvGrpSpPr>
        <p:grpSpPr>
          <a:xfrm>
            <a:off x="5194613" y="4803852"/>
            <a:ext cx="1098228" cy="306986"/>
            <a:chOff x="3722805" y="5514975"/>
            <a:chExt cx="1120862" cy="272038"/>
          </a:xfrm>
        </p:grpSpPr>
        <p:sp>
          <p:nvSpPr>
            <p:cNvPr id="466" name="직사각형 465">
              <a:extLst>
                <a:ext uri="{FF2B5EF4-FFF2-40B4-BE49-F238E27FC236}">
                  <a16:creationId xmlns:a16="http://schemas.microsoft.com/office/drawing/2014/main" id="{63DC0824-1E3A-41DF-9278-DA271588CEF9}"/>
                </a:ext>
              </a:extLst>
            </p:cNvPr>
            <p:cNvSpPr/>
            <p:nvPr/>
          </p:nvSpPr>
          <p:spPr>
            <a:xfrm>
              <a:off x="3722805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7" name="직사각형 466">
              <a:extLst>
                <a:ext uri="{FF2B5EF4-FFF2-40B4-BE49-F238E27FC236}">
                  <a16:creationId xmlns:a16="http://schemas.microsoft.com/office/drawing/2014/main" id="{9893AA5C-9CCD-40EC-AFAA-B832BA4DB6BC}"/>
                </a:ext>
              </a:extLst>
            </p:cNvPr>
            <p:cNvSpPr/>
            <p:nvPr/>
          </p:nvSpPr>
          <p:spPr>
            <a:xfrm>
              <a:off x="395528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5" name="직사각형 474">
              <a:extLst>
                <a:ext uri="{FF2B5EF4-FFF2-40B4-BE49-F238E27FC236}">
                  <a16:creationId xmlns:a16="http://schemas.microsoft.com/office/drawing/2014/main" id="{EC95DCE3-381A-466D-953E-19993729C260}"/>
                </a:ext>
              </a:extLst>
            </p:cNvPr>
            <p:cNvSpPr/>
            <p:nvPr/>
          </p:nvSpPr>
          <p:spPr>
            <a:xfrm>
              <a:off x="4187758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7" name="직사각형 476">
              <a:extLst>
                <a:ext uri="{FF2B5EF4-FFF2-40B4-BE49-F238E27FC236}">
                  <a16:creationId xmlns:a16="http://schemas.microsoft.com/office/drawing/2014/main" id="{C7D3027E-CB58-4542-8F3E-03AB5B361CDA}"/>
                </a:ext>
              </a:extLst>
            </p:cNvPr>
            <p:cNvSpPr/>
            <p:nvPr/>
          </p:nvSpPr>
          <p:spPr>
            <a:xfrm>
              <a:off x="4420234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8" name="직사각형 477">
              <a:extLst>
                <a:ext uri="{FF2B5EF4-FFF2-40B4-BE49-F238E27FC236}">
                  <a16:creationId xmlns:a16="http://schemas.microsoft.com/office/drawing/2014/main" id="{B67B8F00-1F34-4753-A43F-D5A97206141C}"/>
                </a:ext>
              </a:extLst>
            </p:cNvPr>
            <p:cNvSpPr/>
            <p:nvPr/>
          </p:nvSpPr>
          <p:spPr>
            <a:xfrm>
              <a:off x="465271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9" name="직사각형 478">
              <a:extLst>
                <a:ext uri="{FF2B5EF4-FFF2-40B4-BE49-F238E27FC236}">
                  <a16:creationId xmlns:a16="http://schemas.microsoft.com/office/drawing/2014/main" id="{72924C74-5E20-4A6C-87AD-1C907D2501CA}"/>
                </a:ext>
              </a:extLst>
            </p:cNvPr>
            <p:cNvSpPr/>
            <p:nvPr/>
          </p:nvSpPr>
          <p:spPr>
            <a:xfrm>
              <a:off x="3722805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0" name="직사각형 479">
              <a:extLst>
                <a:ext uri="{FF2B5EF4-FFF2-40B4-BE49-F238E27FC236}">
                  <a16:creationId xmlns:a16="http://schemas.microsoft.com/office/drawing/2014/main" id="{8064A002-60BC-4D5B-9A8A-AC1AB705CD93}"/>
                </a:ext>
              </a:extLst>
            </p:cNvPr>
            <p:cNvSpPr/>
            <p:nvPr/>
          </p:nvSpPr>
          <p:spPr>
            <a:xfrm>
              <a:off x="395528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1" name="직사각형 480">
              <a:extLst>
                <a:ext uri="{FF2B5EF4-FFF2-40B4-BE49-F238E27FC236}">
                  <a16:creationId xmlns:a16="http://schemas.microsoft.com/office/drawing/2014/main" id="{4B6DC286-0E28-41D1-86BD-100CBA4E49E6}"/>
                </a:ext>
              </a:extLst>
            </p:cNvPr>
            <p:cNvSpPr/>
            <p:nvPr/>
          </p:nvSpPr>
          <p:spPr>
            <a:xfrm>
              <a:off x="4187758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2" name="직사각형 481">
              <a:extLst>
                <a:ext uri="{FF2B5EF4-FFF2-40B4-BE49-F238E27FC236}">
                  <a16:creationId xmlns:a16="http://schemas.microsoft.com/office/drawing/2014/main" id="{8C43AF16-E3FB-4AB7-AF66-A2567D189603}"/>
                </a:ext>
              </a:extLst>
            </p:cNvPr>
            <p:cNvSpPr/>
            <p:nvPr/>
          </p:nvSpPr>
          <p:spPr>
            <a:xfrm>
              <a:off x="4420234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3" name="직사각형 482">
              <a:extLst>
                <a:ext uri="{FF2B5EF4-FFF2-40B4-BE49-F238E27FC236}">
                  <a16:creationId xmlns:a16="http://schemas.microsoft.com/office/drawing/2014/main" id="{D8400A3B-0A57-4B16-A19F-8E9D6DA5F73C}"/>
                </a:ext>
              </a:extLst>
            </p:cNvPr>
            <p:cNvSpPr/>
            <p:nvPr/>
          </p:nvSpPr>
          <p:spPr>
            <a:xfrm>
              <a:off x="465271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4" name="직사각형 483">
              <a:extLst>
                <a:ext uri="{FF2B5EF4-FFF2-40B4-BE49-F238E27FC236}">
                  <a16:creationId xmlns:a16="http://schemas.microsoft.com/office/drawing/2014/main" id="{85225C9F-DD75-4971-90B6-5EE0690398F0}"/>
                </a:ext>
              </a:extLst>
            </p:cNvPr>
            <p:cNvSpPr/>
            <p:nvPr/>
          </p:nvSpPr>
          <p:spPr>
            <a:xfrm>
              <a:off x="3722805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5" name="직사각형 484">
              <a:extLst>
                <a:ext uri="{FF2B5EF4-FFF2-40B4-BE49-F238E27FC236}">
                  <a16:creationId xmlns:a16="http://schemas.microsoft.com/office/drawing/2014/main" id="{AAF3463D-6937-42E0-922E-A1CBC77F6EB2}"/>
                </a:ext>
              </a:extLst>
            </p:cNvPr>
            <p:cNvSpPr/>
            <p:nvPr/>
          </p:nvSpPr>
          <p:spPr>
            <a:xfrm>
              <a:off x="395528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6" name="직사각형 485">
              <a:extLst>
                <a:ext uri="{FF2B5EF4-FFF2-40B4-BE49-F238E27FC236}">
                  <a16:creationId xmlns:a16="http://schemas.microsoft.com/office/drawing/2014/main" id="{ACE9E6CD-DB31-4833-A253-3A7F0A9C7574}"/>
                </a:ext>
              </a:extLst>
            </p:cNvPr>
            <p:cNvSpPr/>
            <p:nvPr/>
          </p:nvSpPr>
          <p:spPr>
            <a:xfrm>
              <a:off x="4187758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7" name="직사각형 486">
              <a:extLst>
                <a:ext uri="{FF2B5EF4-FFF2-40B4-BE49-F238E27FC236}">
                  <a16:creationId xmlns:a16="http://schemas.microsoft.com/office/drawing/2014/main" id="{94924BD5-96EA-41DE-9E05-5034DD8C3277}"/>
                </a:ext>
              </a:extLst>
            </p:cNvPr>
            <p:cNvSpPr/>
            <p:nvPr/>
          </p:nvSpPr>
          <p:spPr>
            <a:xfrm>
              <a:off x="4420234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8" name="직사각형 487">
              <a:extLst>
                <a:ext uri="{FF2B5EF4-FFF2-40B4-BE49-F238E27FC236}">
                  <a16:creationId xmlns:a16="http://schemas.microsoft.com/office/drawing/2014/main" id="{C28E83C6-2D7A-4C97-BC24-41205230BF79}"/>
                </a:ext>
              </a:extLst>
            </p:cNvPr>
            <p:cNvSpPr/>
            <p:nvPr/>
          </p:nvSpPr>
          <p:spPr>
            <a:xfrm>
              <a:off x="465271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89" name="그룹 488">
            <a:extLst>
              <a:ext uri="{FF2B5EF4-FFF2-40B4-BE49-F238E27FC236}">
                <a16:creationId xmlns:a16="http://schemas.microsoft.com/office/drawing/2014/main" id="{80F1F5E6-E6DA-45BC-807B-089364A9F0CF}"/>
              </a:ext>
            </a:extLst>
          </p:cNvPr>
          <p:cNvGrpSpPr/>
          <p:nvPr/>
        </p:nvGrpSpPr>
        <p:grpSpPr>
          <a:xfrm>
            <a:off x="5194613" y="5174561"/>
            <a:ext cx="1098228" cy="306986"/>
            <a:chOff x="3722805" y="5514975"/>
            <a:chExt cx="1120862" cy="272038"/>
          </a:xfrm>
        </p:grpSpPr>
        <p:sp>
          <p:nvSpPr>
            <p:cNvPr id="490" name="직사각형 489">
              <a:extLst>
                <a:ext uri="{FF2B5EF4-FFF2-40B4-BE49-F238E27FC236}">
                  <a16:creationId xmlns:a16="http://schemas.microsoft.com/office/drawing/2014/main" id="{F6B5B851-CE1A-46CE-BE97-743A4F508176}"/>
                </a:ext>
              </a:extLst>
            </p:cNvPr>
            <p:cNvSpPr/>
            <p:nvPr/>
          </p:nvSpPr>
          <p:spPr>
            <a:xfrm>
              <a:off x="3722805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1" name="직사각형 490">
              <a:extLst>
                <a:ext uri="{FF2B5EF4-FFF2-40B4-BE49-F238E27FC236}">
                  <a16:creationId xmlns:a16="http://schemas.microsoft.com/office/drawing/2014/main" id="{4799E173-2023-4E39-B35A-11719E528B42}"/>
                </a:ext>
              </a:extLst>
            </p:cNvPr>
            <p:cNvSpPr/>
            <p:nvPr/>
          </p:nvSpPr>
          <p:spPr>
            <a:xfrm>
              <a:off x="395528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2" name="직사각형 491">
              <a:extLst>
                <a:ext uri="{FF2B5EF4-FFF2-40B4-BE49-F238E27FC236}">
                  <a16:creationId xmlns:a16="http://schemas.microsoft.com/office/drawing/2014/main" id="{DE7D51D3-CDDB-47A6-8716-64D55520E995}"/>
                </a:ext>
              </a:extLst>
            </p:cNvPr>
            <p:cNvSpPr/>
            <p:nvPr/>
          </p:nvSpPr>
          <p:spPr>
            <a:xfrm>
              <a:off x="4187758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3" name="직사각형 492">
              <a:extLst>
                <a:ext uri="{FF2B5EF4-FFF2-40B4-BE49-F238E27FC236}">
                  <a16:creationId xmlns:a16="http://schemas.microsoft.com/office/drawing/2014/main" id="{45028DF7-959E-4C33-B102-9EAF4D7BD2B4}"/>
                </a:ext>
              </a:extLst>
            </p:cNvPr>
            <p:cNvSpPr/>
            <p:nvPr/>
          </p:nvSpPr>
          <p:spPr>
            <a:xfrm>
              <a:off x="4420234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4" name="직사각형 493">
              <a:extLst>
                <a:ext uri="{FF2B5EF4-FFF2-40B4-BE49-F238E27FC236}">
                  <a16:creationId xmlns:a16="http://schemas.microsoft.com/office/drawing/2014/main" id="{39271A7D-4B6D-4291-9708-4E4535778E54}"/>
                </a:ext>
              </a:extLst>
            </p:cNvPr>
            <p:cNvSpPr/>
            <p:nvPr/>
          </p:nvSpPr>
          <p:spPr>
            <a:xfrm>
              <a:off x="465271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5" name="직사각형 494">
              <a:extLst>
                <a:ext uri="{FF2B5EF4-FFF2-40B4-BE49-F238E27FC236}">
                  <a16:creationId xmlns:a16="http://schemas.microsoft.com/office/drawing/2014/main" id="{B189B51E-7764-4493-BE7D-E9A20DD3BB0C}"/>
                </a:ext>
              </a:extLst>
            </p:cNvPr>
            <p:cNvSpPr/>
            <p:nvPr/>
          </p:nvSpPr>
          <p:spPr>
            <a:xfrm>
              <a:off x="3722805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6" name="직사각형 495">
              <a:extLst>
                <a:ext uri="{FF2B5EF4-FFF2-40B4-BE49-F238E27FC236}">
                  <a16:creationId xmlns:a16="http://schemas.microsoft.com/office/drawing/2014/main" id="{F8CD2A8A-1FC2-47AB-9AB9-5750D8CFFB1D}"/>
                </a:ext>
              </a:extLst>
            </p:cNvPr>
            <p:cNvSpPr/>
            <p:nvPr/>
          </p:nvSpPr>
          <p:spPr>
            <a:xfrm>
              <a:off x="395528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7" name="직사각형 496">
              <a:extLst>
                <a:ext uri="{FF2B5EF4-FFF2-40B4-BE49-F238E27FC236}">
                  <a16:creationId xmlns:a16="http://schemas.microsoft.com/office/drawing/2014/main" id="{335B464F-D728-4831-A884-740770D054BB}"/>
                </a:ext>
              </a:extLst>
            </p:cNvPr>
            <p:cNvSpPr/>
            <p:nvPr/>
          </p:nvSpPr>
          <p:spPr>
            <a:xfrm>
              <a:off x="4187758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8" name="직사각형 497">
              <a:extLst>
                <a:ext uri="{FF2B5EF4-FFF2-40B4-BE49-F238E27FC236}">
                  <a16:creationId xmlns:a16="http://schemas.microsoft.com/office/drawing/2014/main" id="{8DB85CEC-39AC-4C7C-A675-302880C5BF5C}"/>
                </a:ext>
              </a:extLst>
            </p:cNvPr>
            <p:cNvSpPr/>
            <p:nvPr/>
          </p:nvSpPr>
          <p:spPr>
            <a:xfrm>
              <a:off x="4420234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9" name="직사각형 498">
              <a:extLst>
                <a:ext uri="{FF2B5EF4-FFF2-40B4-BE49-F238E27FC236}">
                  <a16:creationId xmlns:a16="http://schemas.microsoft.com/office/drawing/2014/main" id="{BAC8A977-C831-40C3-85EE-1C5EF28C19DD}"/>
                </a:ext>
              </a:extLst>
            </p:cNvPr>
            <p:cNvSpPr/>
            <p:nvPr/>
          </p:nvSpPr>
          <p:spPr>
            <a:xfrm>
              <a:off x="465271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0" name="직사각형 499">
              <a:extLst>
                <a:ext uri="{FF2B5EF4-FFF2-40B4-BE49-F238E27FC236}">
                  <a16:creationId xmlns:a16="http://schemas.microsoft.com/office/drawing/2014/main" id="{0E5CD9C3-B5BD-4CD2-8C22-244F4575DA4A}"/>
                </a:ext>
              </a:extLst>
            </p:cNvPr>
            <p:cNvSpPr/>
            <p:nvPr/>
          </p:nvSpPr>
          <p:spPr>
            <a:xfrm>
              <a:off x="3722805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1" name="직사각형 500">
              <a:extLst>
                <a:ext uri="{FF2B5EF4-FFF2-40B4-BE49-F238E27FC236}">
                  <a16:creationId xmlns:a16="http://schemas.microsoft.com/office/drawing/2014/main" id="{7CC383DC-7A16-4E0B-9023-9B6CD4251EBE}"/>
                </a:ext>
              </a:extLst>
            </p:cNvPr>
            <p:cNvSpPr/>
            <p:nvPr/>
          </p:nvSpPr>
          <p:spPr>
            <a:xfrm>
              <a:off x="395528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2" name="직사각형 501">
              <a:extLst>
                <a:ext uri="{FF2B5EF4-FFF2-40B4-BE49-F238E27FC236}">
                  <a16:creationId xmlns:a16="http://schemas.microsoft.com/office/drawing/2014/main" id="{D4B57117-681D-44FD-975E-A3764767106E}"/>
                </a:ext>
              </a:extLst>
            </p:cNvPr>
            <p:cNvSpPr/>
            <p:nvPr/>
          </p:nvSpPr>
          <p:spPr>
            <a:xfrm>
              <a:off x="4187758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3" name="직사각형 502">
              <a:extLst>
                <a:ext uri="{FF2B5EF4-FFF2-40B4-BE49-F238E27FC236}">
                  <a16:creationId xmlns:a16="http://schemas.microsoft.com/office/drawing/2014/main" id="{785984BD-91BC-447B-BA3F-7D3E5EED56F3}"/>
                </a:ext>
              </a:extLst>
            </p:cNvPr>
            <p:cNvSpPr/>
            <p:nvPr/>
          </p:nvSpPr>
          <p:spPr>
            <a:xfrm>
              <a:off x="4420234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4" name="직사각형 503">
              <a:extLst>
                <a:ext uri="{FF2B5EF4-FFF2-40B4-BE49-F238E27FC236}">
                  <a16:creationId xmlns:a16="http://schemas.microsoft.com/office/drawing/2014/main" id="{69B4E820-873A-4314-B84C-87FDBDEFDA31}"/>
                </a:ext>
              </a:extLst>
            </p:cNvPr>
            <p:cNvSpPr/>
            <p:nvPr/>
          </p:nvSpPr>
          <p:spPr>
            <a:xfrm>
              <a:off x="465271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7904B5F6-B7DC-4B29-9B80-BC6B8B64CA4B}"/>
              </a:ext>
            </a:extLst>
          </p:cNvPr>
          <p:cNvSpPr/>
          <p:nvPr/>
        </p:nvSpPr>
        <p:spPr>
          <a:xfrm>
            <a:off x="5150984" y="4203832"/>
            <a:ext cx="1185487" cy="2107531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6DFB9A9-5393-4414-9849-44AD76084061}"/>
              </a:ext>
            </a:extLst>
          </p:cNvPr>
          <p:cNvSpPr/>
          <p:nvPr/>
        </p:nvSpPr>
        <p:spPr>
          <a:xfrm>
            <a:off x="5251244" y="4611133"/>
            <a:ext cx="984966" cy="12827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6" name="직사각형 505">
            <a:extLst>
              <a:ext uri="{FF2B5EF4-FFF2-40B4-BE49-F238E27FC236}">
                <a16:creationId xmlns:a16="http://schemas.microsoft.com/office/drawing/2014/main" id="{D8578499-CAA4-4236-AF78-233D4B59A30E}"/>
              </a:ext>
            </a:extLst>
          </p:cNvPr>
          <p:cNvSpPr/>
          <p:nvPr/>
        </p:nvSpPr>
        <p:spPr>
          <a:xfrm>
            <a:off x="5770624" y="5701828"/>
            <a:ext cx="440514" cy="1532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8" name="직사각형 267">
            <a:extLst>
              <a:ext uri="{FF2B5EF4-FFF2-40B4-BE49-F238E27FC236}">
                <a16:creationId xmlns:a16="http://schemas.microsoft.com/office/drawing/2014/main" id="{B8129AD4-1A8B-41BA-9F10-CCB88018B6FD}"/>
              </a:ext>
            </a:extLst>
          </p:cNvPr>
          <p:cNvSpPr/>
          <p:nvPr/>
        </p:nvSpPr>
        <p:spPr>
          <a:xfrm>
            <a:off x="5303213" y="5701828"/>
            <a:ext cx="440514" cy="153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18" name="직선 화살표 연결선 417">
            <a:extLst>
              <a:ext uri="{FF2B5EF4-FFF2-40B4-BE49-F238E27FC236}">
                <a16:creationId xmlns:a16="http://schemas.microsoft.com/office/drawing/2014/main" id="{0E6F86EB-140C-401D-B2FD-7AD4AE09B1CB}"/>
              </a:ext>
            </a:extLst>
          </p:cNvPr>
          <p:cNvCxnSpPr>
            <a:cxnSpLocks/>
          </p:cNvCxnSpPr>
          <p:nvPr/>
        </p:nvCxnSpPr>
        <p:spPr>
          <a:xfrm>
            <a:off x="5618349" y="5789854"/>
            <a:ext cx="1204867" cy="0"/>
          </a:xfrm>
          <a:prstGeom prst="straightConnector1">
            <a:avLst/>
          </a:prstGeom>
          <a:ln w="25400">
            <a:solidFill>
              <a:srgbClr val="C00000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직사각형 268">
            <a:extLst>
              <a:ext uri="{FF2B5EF4-FFF2-40B4-BE49-F238E27FC236}">
                <a16:creationId xmlns:a16="http://schemas.microsoft.com/office/drawing/2014/main" id="{FA0759EE-BF86-4CBE-B7F2-A8B3290A2988}"/>
              </a:ext>
            </a:extLst>
          </p:cNvPr>
          <p:cNvSpPr/>
          <p:nvPr/>
        </p:nvSpPr>
        <p:spPr>
          <a:xfrm>
            <a:off x="7150166" y="4203832"/>
            <a:ext cx="1185487" cy="21075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tx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CD595075-8D61-44F2-A2BB-E518D3220FF3}"/>
              </a:ext>
            </a:extLst>
          </p:cNvPr>
          <p:cNvSpPr txBox="1"/>
          <p:nvPr/>
        </p:nvSpPr>
        <p:spPr>
          <a:xfrm>
            <a:off x="7265858" y="6355193"/>
            <a:ext cx="954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교체 확인</a:t>
            </a:r>
          </a:p>
        </p:txBody>
      </p: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E68C7877-53BD-411E-B015-E1E8E5B83B98}"/>
              </a:ext>
            </a:extLst>
          </p:cNvPr>
          <p:cNvGrpSpPr/>
          <p:nvPr/>
        </p:nvGrpSpPr>
        <p:grpSpPr>
          <a:xfrm>
            <a:off x="7176403" y="6063762"/>
            <a:ext cx="1117208" cy="203262"/>
            <a:chOff x="3716730" y="3118584"/>
            <a:chExt cx="1021885" cy="185919"/>
          </a:xfrm>
        </p:grpSpPr>
        <p:sp>
          <p:nvSpPr>
            <p:cNvPr id="272" name="직사각형 271">
              <a:extLst>
                <a:ext uri="{FF2B5EF4-FFF2-40B4-BE49-F238E27FC236}">
                  <a16:creationId xmlns:a16="http://schemas.microsoft.com/office/drawing/2014/main" id="{E4D77097-6754-4D6B-9F72-8B4CFA1BB20B}"/>
                </a:ext>
              </a:extLst>
            </p:cNvPr>
            <p:cNvSpPr/>
            <p:nvPr/>
          </p:nvSpPr>
          <p:spPr>
            <a:xfrm>
              <a:off x="3716730" y="3118584"/>
              <a:ext cx="306629" cy="1859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3" name="직사각형 272">
              <a:extLst>
                <a:ext uri="{FF2B5EF4-FFF2-40B4-BE49-F238E27FC236}">
                  <a16:creationId xmlns:a16="http://schemas.microsoft.com/office/drawing/2014/main" id="{CA0BD727-B102-4031-BEFC-55362EF5923E}"/>
                </a:ext>
              </a:extLst>
            </p:cNvPr>
            <p:cNvSpPr/>
            <p:nvPr/>
          </p:nvSpPr>
          <p:spPr>
            <a:xfrm>
              <a:off x="4072127" y="3118584"/>
              <a:ext cx="306629" cy="1859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7" name="직사각형 276">
              <a:extLst>
                <a:ext uri="{FF2B5EF4-FFF2-40B4-BE49-F238E27FC236}">
                  <a16:creationId xmlns:a16="http://schemas.microsoft.com/office/drawing/2014/main" id="{E0FD677D-0010-4879-BC0C-A44C4C2D7910}"/>
                </a:ext>
              </a:extLst>
            </p:cNvPr>
            <p:cNvSpPr/>
            <p:nvPr/>
          </p:nvSpPr>
          <p:spPr>
            <a:xfrm>
              <a:off x="4431986" y="3118584"/>
              <a:ext cx="306629" cy="1859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79" name="그룹 278">
            <a:extLst>
              <a:ext uri="{FF2B5EF4-FFF2-40B4-BE49-F238E27FC236}">
                <a16:creationId xmlns:a16="http://schemas.microsoft.com/office/drawing/2014/main" id="{572FC0C5-C8ED-46DB-B1C2-71DB450AD29E}"/>
              </a:ext>
            </a:extLst>
          </p:cNvPr>
          <p:cNvGrpSpPr/>
          <p:nvPr/>
        </p:nvGrpSpPr>
        <p:grpSpPr>
          <a:xfrm>
            <a:off x="7170674" y="4232042"/>
            <a:ext cx="1143532" cy="158808"/>
            <a:chOff x="3711001" y="1282642"/>
            <a:chExt cx="1143532" cy="158808"/>
          </a:xfrm>
        </p:grpSpPr>
        <p:sp>
          <p:nvSpPr>
            <p:cNvPr id="280" name="직사각형 279">
              <a:extLst>
                <a:ext uri="{FF2B5EF4-FFF2-40B4-BE49-F238E27FC236}">
                  <a16:creationId xmlns:a16="http://schemas.microsoft.com/office/drawing/2014/main" id="{77D8AB3B-A6D5-4B5B-8DE1-106A812D2834}"/>
                </a:ext>
              </a:extLst>
            </p:cNvPr>
            <p:cNvSpPr/>
            <p:nvPr/>
          </p:nvSpPr>
          <p:spPr>
            <a:xfrm>
              <a:off x="4012969" y="1282642"/>
              <a:ext cx="335232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1" name="직사각형 280">
              <a:extLst>
                <a:ext uri="{FF2B5EF4-FFF2-40B4-BE49-F238E27FC236}">
                  <a16:creationId xmlns:a16="http://schemas.microsoft.com/office/drawing/2014/main" id="{E08F4789-9E7D-46B7-86EA-7A447A5DFC7A}"/>
                </a:ext>
              </a:extLst>
            </p:cNvPr>
            <p:cNvSpPr/>
            <p:nvPr/>
          </p:nvSpPr>
          <p:spPr>
            <a:xfrm>
              <a:off x="4383856" y="1282642"/>
              <a:ext cx="335232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2" name="직사각형 281">
              <a:extLst>
                <a:ext uri="{FF2B5EF4-FFF2-40B4-BE49-F238E27FC236}">
                  <a16:creationId xmlns:a16="http://schemas.microsoft.com/office/drawing/2014/main" id="{4AAA3755-F19F-46B3-93B8-2FD3D5F3E7A0}"/>
                </a:ext>
              </a:extLst>
            </p:cNvPr>
            <p:cNvSpPr/>
            <p:nvPr/>
          </p:nvSpPr>
          <p:spPr>
            <a:xfrm>
              <a:off x="3711001" y="1282642"/>
              <a:ext cx="243773" cy="1588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3" name="직사각형 282">
              <a:extLst>
                <a:ext uri="{FF2B5EF4-FFF2-40B4-BE49-F238E27FC236}">
                  <a16:creationId xmlns:a16="http://schemas.microsoft.com/office/drawing/2014/main" id="{84167A89-9ADF-4110-9402-77BED4B88C16}"/>
                </a:ext>
              </a:extLst>
            </p:cNvPr>
            <p:cNvSpPr/>
            <p:nvPr/>
          </p:nvSpPr>
          <p:spPr>
            <a:xfrm>
              <a:off x="4763074" y="1282642"/>
              <a:ext cx="91459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87" name="그룹 286">
            <a:extLst>
              <a:ext uri="{FF2B5EF4-FFF2-40B4-BE49-F238E27FC236}">
                <a16:creationId xmlns:a16="http://schemas.microsoft.com/office/drawing/2014/main" id="{786CF523-F37E-4A83-A239-76E7CB14187F}"/>
              </a:ext>
            </a:extLst>
          </p:cNvPr>
          <p:cNvGrpSpPr/>
          <p:nvPr/>
        </p:nvGrpSpPr>
        <p:grpSpPr>
          <a:xfrm>
            <a:off x="7193795" y="5639690"/>
            <a:ext cx="1098228" cy="306986"/>
            <a:chOff x="3722805" y="5514975"/>
            <a:chExt cx="1120862" cy="272038"/>
          </a:xfrm>
        </p:grpSpPr>
        <p:sp>
          <p:nvSpPr>
            <p:cNvPr id="288" name="직사각형 287">
              <a:extLst>
                <a:ext uri="{FF2B5EF4-FFF2-40B4-BE49-F238E27FC236}">
                  <a16:creationId xmlns:a16="http://schemas.microsoft.com/office/drawing/2014/main" id="{7B52ADC3-4498-4DE0-9D3D-F6FAC66B0B26}"/>
                </a:ext>
              </a:extLst>
            </p:cNvPr>
            <p:cNvSpPr/>
            <p:nvPr/>
          </p:nvSpPr>
          <p:spPr>
            <a:xfrm>
              <a:off x="3722805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9" name="직사각형 288">
              <a:extLst>
                <a:ext uri="{FF2B5EF4-FFF2-40B4-BE49-F238E27FC236}">
                  <a16:creationId xmlns:a16="http://schemas.microsoft.com/office/drawing/2014/main" id="{837178B9-3ABF-4630-9B47-416D34775AFE}"/>
                </a:ext>
              </a:extLst>
            </p:cNvPr>
            <p:cNvSpPr/>
            <p:nvPr/>
          </p:nvSpPr>
          <p:spPr>
            <a:xfrm>
              <a:off x="395528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0" name="직사각형 289">
              <a:extLst>
                <a:ext uri="{FF2B5EF4-FFF2-40B4-BE49-F238E27FC236}">
                  <a16:creationId xmlns:a16="http://schemas.microsoft.com/office/drawing/2014/main" id="{5578155F-7576-44F1-B169-0953132A0309}"/>
                </a:ext>
              </a:extLst>
            </p:cNvPr>
            <p:cNvSpPr/>
            <p:nvPr/>
          </p:nvSpPr>
          <p:spPr>
            <a:xfrm>
              <a:off x="4187758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1" name="직사각형 290">
              <a:extLst>
                <a:ext uri="{FF2B5EF4-FFF2-40B4-BE49-F238E27FC236}">
                  <a16:creationId xmlns:a16="http://schemas.microsoft.com/office/drawing/2014/main" id="{F19039C2-81AB-4641-A1FC-BB5C6792726C}"/>
                </a:ext>
              </a:extLst>
            </p:cNvPr>
            <p:cNvSpPr/>
            <p:nvPr/>
          </p:nvSpPr>
          <p:spPr>
            <a:xfrm>
              <a:off x="4420234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2" name="직사각형 291">
              <a:extLst>
                <a:ext uri="{FF2B5EF4-FFF2-40B4-BE49-F238E27FC236}">
                  <a16:creationId xmlns:a16="http://schemas.microsoft.com/office/drawing/2014/main" id="{722D3128-4961-48F1-A4C4-FFF923608D8B}"/>
                </a:ext>
              </a:extLst>
            </p:cNvPr>
            <p:cNvSpPr/>
            <p:nvPr/>
          </p:nvSpPr>
          <p:spPr>
            <a:xfrm>
              <a:off x="465271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9" name="직사각형 318">
              <a:extLst>
                <a:ext uri="{FF2B5EF4-FFF2-40B4-BE49-F238E27FC236}">
                  <a16:creationId xmlns:a16="http://schemas.microsoft.com/office/drawing/2014/main" id="{519E77D6-4D82-474F-8AD3-59FCED9A051F}"/>
                </a:ext>
              </a:extLst>
            </p:cNvPr>
            <p:cNvSpPr/>
            <p:nvPr/>
          </p:nvSpPr>
          <p:spPr>
            <a:xfrm>
              <a:off x="3722805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0" name="직사각형 319">
              <a:extLst>
                <a:ext uri="{FF2B5EF4-FFF2-40B4-BE49-F238E27FC236}">
                  <a16:creationId xmlns:a16="http://schemas.microsoft.com/office/drawing/2014/main" id="{75A96B55-830B-45B2-8F96-8401C29665F9}"/>
                </a:ext>
              </a:extLst>
            </p:cNvPr>
            <p:cNvSpPr/>
            <p:nvPr/>
          </p:nvSpPr>
          <p:spPr>
            <a:xfrm>
              <a:off x="395528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3" name="직사각형 322">
              <a:extLst>
                <a:ext uri="{FF2B5EF4-FFF2-40B4-BE49-F238E27FC236}">
                  <a16:creationId xmlns:a16="http://schemas.microsoft.com/office/drawing/2014/main" id="{DAEEA9F1-8F2E-4916-8F7F-AD87C3648305}"/>
                </a:ext>
              </a:extLst>
            </p:cNvPr>
            <p:cNvSpPr/>
            <p:nvPr/>
          </p:nvSpPr>
          <p:spPr>
            <a:xfrm>
              <a:off x="4187758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4" name="직사각형 323">
              <a:extLst>
                <a:ext uri="{FF2B5EF4-FFF2-40B4-BE49-F238E27FC236}">
                  <a16:creationId xmlns:a16="http://schemas.microsoft.com/office/drawing/2014/main" id="{5DD562E3-B619-463F-8608-CF05AF81DE27}"/>
                </a:ext>
              </a:extLst>
            </p:cNvPr>
            <p:cNvSpPr/>
            <p:nvPr/>
          </p:nvSpPr>
          <p:spPr>
            <a:xfrm>
              <a:off x="4420234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5" name="직사각형 324">
              <a:extLst>
                <a:ext uri="{FF2B5EF4-FFF2-40B4-BE49-F238E27FC236}">
                  <a16:creationId xmlns:a16="http://schemas.microsoft.com/office/drawing/2014/main" id="{ED10CB26-7184-487F-9F3E-DF34593C8438}"/>
                </a:ext>
              </a:extLst>
            </p:cNvPr>
            <p:cNvSpPr/>
            <p:nvPr/>
          </p:nvSpPr>
          <p:spPr>
            <a:xfrm>
              <a:off x="465271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6" name="직사각형 325">
              <a:extLst>
                <a:ext uri="{FF2B5EF4-FFF2-40B4-BE49-F238E27FC236}">
                  <a16:creationId xmlns:a16="http://schemas.microsoft.com/office/drawing/2014/main" id="{603E12D9-FD7F-4B6C-8B83-EC9A0434A3A8}"/>
                </a:ext>
              </a:extLst>
            </p:cNvPr>
            <p:cNvSpPr/>
            <p:nvPr/>
          </p:nvSpPr>
          <p:spPr>
            <a:xfrm>
              <a:off x="3722805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7" name="직사각형 326">
              <a:extLst>
                <a:ext uri="{FF2B5EF4-FFF2-40B4-BE49-F238E27FC236}">
                  <a16:creationId xmlns:a16="http://schemas.microsoft.com/office/drawing/2014/main" id="{018BD20A-0D40-4536-914A-2E6643F66878}"/>
                </a:ext>
              </a:extLst>
            </p:cNvPr>
            <p:cNvSpPr/>
            <p:nvPr/>
          </p:nvSpPr>
          <p:spPr>
            <a:xfrm>
              <a:off x="395528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9" name="직사각형 328">
              <a:extLst>
                <a:ext uri="{FF2B5EF4-FFF2-40B4-BE49-F238E27FC236}">
                  <a16:creationId xmlns:a16="http://schemas.microsoft.com/office/drawing/2014/main" id="{960641C5-3FCF-49D0-B0BA-57A6BEE28A81}"/>
                </a:ext>
              </a:extLst>
            </p:cNvPr>
            <p:cNvSpPr/>
            <p:nvPr/>
          </p:nvSpPr>
          <p:spPr>
            <a:xfrm>
              <a:off x="4187758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0" name="직사각형 329">
              <a:extLst>
                <a:ext uri="{FF2B5EF4-FFF2-40B4-BE49-F238E27FC236}">
                  <a16:creationId xmlns:a16="http://schemas.microsoft.com/office/drawing/2014/main" id="{E199F37F-C9FA-494B-A147-F03FBA935E0D}"/>
                </a:ext>
              </a:extLst>
            </p:cNvPr>
            <p:cNvSpPr/>
            <p:nvPr/>
          </p:nvSpPr>
          <p:spPr>
            <a:xfrm>
              <a:off x="4420234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1" name="직사각형 330">
              <a:extLst>
                <a:ext uri="{FF2B5EF4-FFF2-40B4-BE49-F238E27FC236}">
                  <a16:creationId xmlns:a16="http://schemas.microsoft.com/office/drawing/2014/main" id="{4DE24687-8D1D-4F90-A059-2FF196AF23B6}"/>
                </a:ext>
              </a:extLst>
            </p:cNvPr>
            <p:cNvSpPr/>
            <p:nvPr/>
          </p:nvSpPr>
          <p:spPr>
            <a:xfrm>
              <a:off x="465271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32" name="그룹 331">
            <a:extLst>
              <a:ext uri="{FF2B5EF4-FFF2-40B4-BE49-F238E27FC236}">
                <a16:creationId xmlns:a16="http://schemas.microsoft.com/office/drawing/2014/main" id="{905916AB-7E5E-4D20-8C6C-FAD4605B079D}"/>
              </a:ext>
            </a:extLst>
          </p:cNvPr>
          <p:cNvGrpSpPr/>
          <p:nvPr/>
        </p:nvGrpSpPr>
        <p:grpSpPr>
          <a:xfrm>
            <a:off x="7193795" y="4433142"/>
            <a:ext cx="1098228" cy="306986"/>
            <a:chOff x="3722805" y="5514975"/>
            <a:chExt cx="1120862" cy="272038"/>
          </a:xfrm>
        </p:grpSpPr>
        <p:sp>
          <p:nvSpPr>
            <p:cNvPr id="333" name="직사각형 332">
              <a:extLst>
                <a:ext uri="{FF2B5EF4-FFF2-40B4-BE49-F238E27FC236}">
                  <a16:creationId xmlns:a16="http://schemas.microsoft.com/office/drawing/2014/main" id="{6EB65578-9F7B-4F3B-8841-11B326494A9D}"/>
                </a:ext>
              </a:extLst>
            </p:cNvPr>
            <p:cNvSpPr/>
            <p:nvPr/>
          </p:nvSpPr>
          <p:spPr>
            <a:xfrm>
              <a:off x="3722805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id="{44A21D29-3B69-4712-8F5D-310FC65F6B47}"/>
                </a:ext>
              </a:extLst>
            </p:cNvPr>
            <p:cNvSpPr/>
            <p:nvPr/>
          </p:nvSpPr>
          <p:spPr>
            <a:xfrm>
              <a:off x="395528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39C44EE7-7E2F-4F4C-A503-3FBDBEC07720}"/>
                </a:ext>
              </a:extLst>
            </p:cNvPr>
            <p:cNvSpPr/>
            <p:nvPr/>
          </p:nvSpPr>
          <p:spPr>
            <a:xfrm>
              <a:off x="4187758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6" name="직사각형 335">
              <a:extLst>
                <a:ext uri="{FF2B5EF4-FFF2-40B4-BE49-F238E27FC236}">
                  <a16:creationId xmlns:a16="http://schemas.microsoft.com/office/drawing/2014/main" id="{14FF50ED-391D-455C-83D4-E32858100177}"/>
                </a:ext>
              </a:extLst>
            </p:cNvPr>
            <p:cNvSpPr/>
            <p:nvPr/>
          </p:nvSpPr>
          <p:spPr>
            <a:xfrm>
              <a:off x="4420234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7" name="직사각형 336">
              <a:extLst>
                <a:ext uri="{FF2B5EF4-FFF2-40B4-BE49-F238E27FC236}">
                  <a16:creationId xmlns:a16="http://schemas.microsoft.com/office/drawing/2014/main" id="{B9B6345C-79AC-4B8E-884F-CA99D99EA5D3}"/>
                </a:ext>
              </a:extLst>
            </p:cNvPr>
            <p:cNvSpPr/>
            <p:nvPr/>
          </p:nvSpPr>
          <p:spPr>
            <a:xfrm>
              <a:off x="465271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8" name="직사각형 337">
              <a:extLst>
                <a:ext uri="{FF2B5EF4-FFF2-40B4-BE49-F238E27FC236}">
                  <a16:creationId xmlns:a16="http://schemas.microsoft.com/office/drawing/2014/main" id="{4C687EC6-0D35-440C-AE56-84D9AB8D90AB}"/>
                </a:ext>
              </a:extLst>
            </p:cNvPr>
            <p:cNvSpPr/>
            <p:nvPr/>
          </p:nvSpPr>
          <p:spPr>
            <a:xfrm>
              <a:off x="3722805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9" name="직사각형 338">
              <a:extLst>
                <a:ext uri="{FF2B5EF4-FFF2-40B4-BE49-F238E27FC236}">
                  <a16:creationId xmlns:a16="http://schemas.microsoft.com/office/drawing/2014/main" id="{82EF2D6B-D30B-4AA4-A6C7-343BC1313C17}"/>
                </a:ext>
              </a:extLst>
            </p:cNvPr>
            <p:cNvSpPr/>
            <p:nvPr/>
          </p:nvSpPr>
          <p:spPr>
            <a:xfrm>
              <a:off x="395528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0" name="직사각형 339">
              <a:extLst>
                <a:ext uri="{FF2B5EF4-FFF2-40B4-BE49-F238E27FC236}">
                  <a16:creationId xmlns:a16="http://schemas.microsoft.com/office/drawing/2014/main" id="{66526FC2-4813-4904-B3B2-BB35CCDEE8FD}"/>
                </a:ext>
              </a:extLst>
            </p:cNvPr>
            <p:cNvSpPr/>
            <p:nvPr/>
          </p:nvSpPr>
          <p:spPr>
            <a:xfrm>
              <a:off x="4187758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1" name="직사각형 340">
              <a:extLst>
                <a:ext uri="{FF2B5EF4-FFF2-40B4-BE49-F238E27FC236}">
                  <a16:creationId xmlns:a16="http://schemas.microsoft.com/office/drawing/2014/main" id="{4EFCAD9B-2317-444B-AC97-4D8D3D3AC18D}"/>
                </a:ext>
              </a:extLst>
            </p:cNvPr>
            <p:cNvSpPr/>
            <p:nvPr/>
          </p:nvSpPr>
          <p:spPr>
            <a:xfrm>
              <a:off x="4420234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2" name="직사각형 341">
              <a:extLst>
                <a:ext uri="{FF2B5EF4-FFF2-40B4-BE49-F238E27FC236}">
                  <a16:creationId xmlns:a16="http://schemas.microsoft.com/office/drawing/2014/main" id="{A58E0FA4-BC14-422A-B0D5-ACD5F77D2824}"/>
                </a:ext>
              </a:extLst>
            </p:cNvPr>
            <p:cNvSpPr/>
            <p:nvPr/>
          </p:nvSpPr>
          <p:spPr>
            <a:xfrm>
              <a:off x="465271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3" name="직사각형 342">
              <a:extLst>
                <a:ext uri="{FF2B5EF4-FFF2-40B4-BE49-F238E27FC236}">
                  <a16:creationId xmlns:a16="http://schemas.microsoft.com/office/drawing/2014/main" id="{F1B8AA01-C327-4040-890E-F481DD9FEC5F}"/>
                </a:ext>
              </a:extLst>
            </p:cNvPr>
            <p:cNvSpPr/>
            <p:nvPr/>
          </p:nvSpPr>
          <p:spPr>
            <a:xfrm>
              <a:off x="3722805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4" name="직사각형 343">
              <a:extLst>
                <a:ext uri="{FF2B5EF4-FFF2-40B4-BE49-F238E27FC236}">
                  <a16:creationId xmlns:a16="http://schemas.microsoft.com/office/drawing/2014/main" id="{EDD9D8D8-D5E1-49FA-A37E-5827887B8F50}"/>
                </a:ext>
              </a:extLst>
            </p:cNvPr>
            <p:cNvSpPr/>
            <p:nvPr/>
          </p:nvSpPr>
          <p:spPr>
            <a:xfrm>
              <a:off x="395528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5" name="직사각형 344">
              <a:extLst>
                <a:ext uri="{FF2B5EF4-FFF2-40B4-BE49-F238E27FC236}">
                  <a16:creationId xmlns:a16="http://schemas.microsoft.com/office/drawing/2014/main" id="{0DB4C274-95C7-45DF-A67A-6901201D3AE7}"/>
                </a:ext>
              </a:extLst>
            </p:cNvPr>
            <p:cNvSpPr/>
            <p:nvPr/>
          </p:nvSpPr>
          <p:spPr>
            <a:xfrm>
              <a:off x="4187758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6" name="직사각형 345">
              <a:extLst>
                <a:ext uri="{FF2B5EF4-FFF2-40B4-BE49-F238E27FC236}">
                  <a16:creationId xmlns:a16="http://schemas.microsoft.com/office/drawing/2014/main" id="{EC3B3CDF-C68B-4957-8D83-AE21C58F0A1B}"/>
                </a:ext>
              </a:extLst>
            </p:cNvPr>
            <p:cNvSpPr/>
            <p:nvPr/>
          </p:nvSpPr>
          <p:spPr>
            <a:xfrm>
              <a:off x="4420234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7" name="직사각형 346">
              <a:extLst>
                <a:ext uri="{FF2B5EF4-FFF2-40B4-BE49-F238E27FC236}">
                  <a16:creationId xmlns:a16="http://schemas.microsoft.com/office/drawing/2014/main" id="{FD54E07A-9B84-44DB-A872-1BB710FCE264}"/>
                </a:ext>
              </a:extLst>
            </p:cNvPr>
            <p:cNvSpPr/>
            <p:nvPr/>
          </p:nvSpPr>
          <p:spPr>
            <a:xfrm>
              <a:off x="465271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48" name="그룹 347">
            <a:extLst>
              <a:ext uri="{FF2B5EF4-FFF2-40B4-BE49-F238E27FC236}">
                <a16:creationId xmlns:a16="http://schemas.microsoft.com/office/drawing/2014/main" id="{05B46CCC-0A85-48CE-B3DF-E31E6CA20FEE}"/>
              </a:ext>
            </a:extLst>
          </p:cNvPr>
          <p:cNvGrpSpPr/>
          <p:nvPr/>
        </p:nvGrpSpPr>
        <p:grpSpPr>
          <a:xfrm>
            <a:off x="7193795" y="4803852"/>
            <a:ext cx="1098228" cy="306986"/>
            <a:chOff x="3722805" y="5514975"/>
            <a:chExt cx="1120862" cy="272038"/>
          </a:xfrm>
        </p:grpSpPr>
        <p:sp>
          <p:nvSpPr>
            <p:cNvPr id="349" name="직사각형 348">
              <a:extLst>
                <a:ext uri="{FF2B5EF4-FFF2-40B4-BE49-F238E27FC236}">
                  <a16:creationId xmlns:a16="http://schemas.microsoft.com/office/drawing/2014/main" id="{294A9AFF-9451-4F82-A40F-394C21429AB5}"/>
                </a:ext>
              </a:extLst>
            </p:cNvPr>
            <p:cNvSpPr/>
            <p:nvPr/>
          </p:nvSpPr>
          <p:spPr>
            <a:xfrm>
              <a:off x="3722805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0" name="직사각형 349">
              <a:extLst>
                <a:ext uri="{FF2B5EF4-FFF2-40B4-BE49-F238E27FC236}">
                  <a16:creationId xmlns:a16="http://schemas.microsoft.com/office/drawing/2014/main" id="{01392D01-FEBA-4136-9E79-5976B46033D0}"/>
                </a:ext>
              </a:extLst>
            </p:cNvPr>
            <p:cNvSpPr/>
            <p:nvPr/>
          </p:nvSpPr>
          <p:spPr>
            <a:xfrm>
              <a:off x="395528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3" name="직사각형 372">
              <a:extLst>
                <a:ext uri="{FF2B5EF4-FFF2-40B4-BE49-F238E27FC236}">
                  <a16:creationId xmlns:a16="http://schemas.microsoft.com/office/drawing/2014/main" id="{3C80D9E2-CF67-4A64-9C4E-AE441CDF741C}"/>
                </a:ext>
              </a:extLst>
            </p:cNvPr>
            <p:cNvSpPr/>
            <p:nvPr/>
          </p:nvSpPr>
          <p:spPr>
            <a:xfrm>
              <a:off x="4187758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4" name="직사각형 373">
              <a:extLst>
                <a:ext uri="{FF2B5EF4-FFF2-40B4-BE49-F238E27FC236}">
                  <a16:creationId xmlns:a16="http://schemas.microsoft.com/office/drawing/2014/main" id="{49606AC5-E5C7-4EBF-9A07-9C6438F53280}"/>
                </a:ext>
              </a:extLst>
            </p:cNvPr>
            <p:cNvSpPr/>
            <p:nvPr/>
          </p:nvSpPr>
          <p:spPr>
            <a:xfrm>
              <a:off x="4420234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5" name="직사각형 374">
              <a:extLst>
                <a:ext uri="{FF2B5EF4-FFF2-40B4-BE49-F238E27FC236}">
                  <a16:creationId xmlns:a16="http://schemas.microsoft.com/office/drawing/2014/main" id="{383249F1-C1B0-49EF-831F-26B6F65445D8}"/>
                </a:ext>
              </a:extLst>
            </p:cNvPr>
            <p:cNvSpPr/>
            <p:nvPr/>
          </p:nvSpPr>
          <p:spPr>
            <a:xfrm>
              <a:off x="465271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6" name="직사각형 375">
              <a:extLst>
                <a:ext uri="{FF2B5EF4-FFF2-40B4-BE49-F238E27FC236}">
                  <a16:creationId xmlns:a16="http://schemas.microsoft.com/office/drawing/2014/main" id="{074887F9-4CF2-44C3-8BD4-5323175C6D27}"/>
                </a:ext>
              </a:extLst>
            </p:cNvPr>
            <p:cNvSpPr/>
            <p:nvPr/>
          </p:nvSpPr>
          <p:spPr>
            <a:xfrm>
              <a:off x="3722805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7" name="직사각형 376">
              <a:extLst>
                <a:ext uri="{FF2B5EF4-FFF2-40B4-BE49-F238E27FC236}">
                  <a16:creationId xmlns:a16="http://schemas.microsoft.com/office/drawing/2014/main" id="{88D55855-28D6-450A-A003-9595E4785B34}"/>
                </a:ext>
              </a:extLst>
            </p:cNvPr>
            <p:cNvSpPr/>
            <p:nvPr/>
          </p:nvSpPr>
          <p:spPr>
            <a:xfrm>
              <a:off x="395528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8" name="직사각형 377">
              <a:extLst>
                <a:ext uri="{FF2B5EF4-FFF2-40B4-BE49-F238E27FC236}">
                  <a16:creationId xmlns:a16="http://schemas.microsoft.com/office/drawing/2014/main" id="{A8D2F1A0-85E1-4362-930E-558898EFB09A}"/>
                </a:ext>
              </a:extLst>
            </p:cNvPr>
            <p:cNvSpPr/>
            <p:nvPr/>
          </p:nvSpPr>
          <p:spPr>
            <a:xfrm>
              <a:off x="4187758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9" name="직사각형 378">
              <a:extLst>
                <a:ext uri="{FF2B5EF4-FFF2-40B4-BE49-F238E27FC236}">
                  <a16:creationId xmlns:a16="http://schemas.microsoft.com/office/drawing/2014/main" id="{BC30131C-0CE8-474B-A01E-573C6E134C57}"/>
                </a:ext>
              </a:extLst>
            </p:cNvPr>
            <p:cNvSpPr/>
            <p:nvPr/>
          </p:nvSpPr>
          <p:spPr>
            <a:xfrm>
              <a:off x="4420234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0" name="직사각형 379">
              <a:extLst>
                <a:ext uri="{FF2B5EF4-FFF2-40B4-BE49-F238E27FC236}">
                  <a16:creationId xmlns:a16="http://schemas.microsoft.com/office/drawing/2014/main" id="{B284B192-438B-4233-8CD2-2BB09A4FD3AC}"/>
                </a:ext>
              </a:extLst>
            </p:cNvPr>
            <p:cNvSpPr/>
            <p:nvPr/>
          </p:nvSpPr>
          <p:spPr>
            <a:xfrm>
              <a:off x="465271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2" name="직사각형 381">
              <a:extLst>
                <a:ext uri="{FF2B5EF4-FFF2-40B4-BE49-F238E27FC236}">
                  <a16:creationId xmlns:a16="http://schemas.microsoft.com/office/drawing/2014/main" id="{1BF9639A-FD7B-4A1D-A30F-6EF3A0992391}"/>
                </a:ext>
              </a:extLst>
            </p:cNvPr>
            <p:cNvSpPr/>
            <p:nvPr/>
          </p:nvSpPr>
          <p:spPr>
            <a:xfrm>
              <a:off x="3722805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4" name="직사각형 383">
              <a:extLst>
                <a:ext uri="{FF2B5EF4-FFF2-40B4-BE49-F238E27FC236}">
                  <a16:creationId xmlns:a16="http://schemas.microsoft.com/office/drawing/2014/main" id="{1978D68E-28E1-466A-B2D3-BDE9B033DB8E}"/>
                </a:ext>
              </a:extLst>
            </p:cNvPr>
            <p:cNvSpPr/>
            <p:nvPr/>
          </p:nvSpPr>
          <p:spPr>
            <a:xfrm>
              <a:off x="395528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5" name="직사각형 384">
              <a:extLst>
                <a:ext uri="{FF2B5EF4-FFF2-40B4-BE49-F238E27FC236}">
                  <a16:creationId xmlns:a16="http://schemas.microsoft.com/office/drawing/2014/main" id="{E701B12E-18AA-45D1-BB94-B6C0773257FA}"/>
                </a:ext>
              </a:extLst>
            </p:cNvPr>
            <p:cNvSpPr/>
            <p:nvPr/>
          </p:nvSpPr>
          <p:spPr>
            <a:xfrm>
              <a:off x="4187758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7" name="직사각형 386">
              <a:extLst>
                <a:ext uri="{FF2B5EF4-FFF2-40B4-BE49-F238E27FC236}">
                  <a16:creationId xmlns:a16="http://schemas.microsoft.com/office/drawing/2014/main" id="{B768285F-B302-4C58-808F-4A2C1F67AE41}"/>
                </a:ext>
              </a:extLst>
            </p:cNvPr>
            <p:cNvSpPr/>
            <p:nvPr/>
          </p:nvSpPr>
          <p:spPr>
            <a:xfrm>
              <a:off x="4420234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9" name="직사각형 388">
              <a:extLst>
                <a:ext uri="{FF2B5EF4-FFF2-40B4-BE49-F238E27FC236}">
                  <a16:creationId xmlns:a16="http://schemas.microsoft.com/office/drawing/2014/main" id="{909373A3-D947-4C12-89C4-07637EE9D480}"/>
                </a:ext>
              </a:extLst>
            </p:cNvPr>
            <p:cNvSpPr/>
            <p:nvPr/>
          </p:nvSpPr>
          <p:spPr>
            <a:xfrm>
              <a:off x="465271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90" name="그룹 389">
            <a:extLst>
              <a:ext uri="{FF2B5EF4-FFF2-40B4-BE49-F238E27FC236}">
                <a16:creationId xmlns:a16="http://schemas.microsoft.com/office/drawing/2014/main" id="{DA7A600D-6343-4850-B18E-84CD3A393529}"/>
              </a:ext>
            </a:extLst>
          </p:cNvPr>
          <p:cNvGrpSpPr/>
          <p:nvPr/>
        </p:nvGrpSpPr>
        <p:grpSpPr>
          <a:xfrm>
            <a:off x="7193795" y="5174561"/>
            <a:ext cx="1098228" cy="306986"/>
            <a:chOff x="3722805" y="5514975"/>
            <a:chExt cx="1120862" cy="272038"/>
          </a:xfrm>
        </p:grpSpPr>
        <p:sp>
          <p:nvSpPr>
            <p:cNvPr id="391" name="직사각형 390">
              <a:extLst>
                <a:ext uri="{FF2B5EF4-FFF2-40B4-BE49-F238E27FC236}">
                  <a16:creationId xmlns:a16="http://schemas.microsoft.com/office/drawing/2014/main" id="{4468D8B3-2A55-463A-9322-AE1CB2BDB44E}"/>
                </a:ext>
              </a:extLst>
            </p:cNvPr>
            <p:cNvSpPr/>
            <p:nvPr/>
          </p:nvSpPr>
          <p:spPr>
            <a:xfrm>
              <a:off x="3722805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2" name="직사각형 391">
              <a:extLst>
                <a:ext uri="{FF2B5EF4-FFF2-40B4-BE49-F238E27FC236}">
                  <a16:creationId xmlns:a16="http://schemas.microsoft.com/office/drawing/2014/main" id="{367549C2-E1DB-4058-9523-DD5663B45A0A}"/>
                </a:ext>
              </a:extLst>
            </p:cNvPr>
            <p:cNvSpPr/>
            <p:nvPr/>
          </p:nvSpPr>
          <p:spPr>
            <a:xfrm>
              <a:off x="395528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3" name="직사각형 392">
              <a:extLst>
                <a:ext uri="{FF2B5EF4-FFF2-40B4-BE49-F238E27FC236}">
                  <a16:creationId xmlns:a16="http://schemas.microsoft.com/office/drawing/2014/main" id="{2AEEFB3B-E3A4-4DA7-AAC8-4FBC3C207770}"/>
                </a:ext>
              </a:extLst>
            </p:cNvPr>
            <p:cNvSpPr/>
            <p:nvPr/>
          </p:nvSpPr>
          <p:spPr>
            <a:xfrm>
              <a:off x="4187758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4" name="직사각형 393">
              <a:extLst>
                <a:ext uri="{FF2B5EF4-FFF2-40B4-BE49-F238E27FC236}">
                  <a16:creationId xmlns:a16="http://schemas.microsoft.com/office/drawing/2014/main" id="{0C371914-CE22-4D37-8326-FDCB341E1D1B}"/>
                </a:ext>
              </a:extLst>
            </p:cNvPr>
            <p:cNvSpPr/>
            <p:nvPr/>
          </p:nvSpPr>
          <p:spPr>
            <a:xfrm>
              <a:off x="4420234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2" name="직사각형 401">
              <a:extLst>
                <a:ext uri="{FF2B5EF4-FFF2-40B4-BE49-F238E27FC236}">
                  <a16:creationId xmlns:a16="http://schemas.microsoft.com/office/drawing/2014/main" id="{934F61F1-1E39-471A-9AB9-01850ABE4336}"/>
                </a:ext>
              </a:extLst>
            </p:cNvPr>
            <p:cNvSpPr/>
            <p:nvPr/>
          </p:nvSpPr>
          <p:spPr>
            <a:xfrm>
              <a:off x="465271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3" name="직사각형 402">
              <a:extLst>
                <a:ext uri="{FF2B5EF4-FFF2-40B4-BE49-F238E27FC236}">
                  <a16:creationId xmlns:a16="http://schemas.microsoft.com/office/drawing/2014/main" id="{6DD2D412-D4B4-4444-BF32-B294B102883A}"/>
                </a:ext>
              </a:extLst>
            </p:cNvPr>
            <p:cNvSpPr/>
            <p:nvPr/>
          </p:nvSpPr>
          <p:spPr>
            <a:xfrm>
              <a:off x="3722805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4" name="직사각형 403">
              <a:extLst>
                <a:ext uri="{FF2B5EF4-FFF2-40B4-BE49-F238E27FC236}">
                  <a16:creationId xmlns:a16="http://schemas.microsoft.com/office/drawing/2014/main" id="{4E9932C7-607A-489A-90C2-45A9D6963D1F}"/>
                </a:ext>
              </a:extLst>
            </p:cNvPr>
            <p:cNvSpPr/>
            <p:nvPr/>
          </p:nvSpPr>
          <p:spPr>
            <a:xfrm>
              <a:off x="395528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5" name="직사각형 404">
              <a:extLst>
                <a:ext uri="{FF2B5EF4-FFF2-40B4-BE49-F238E27FC236}">
                  <a16:creationId xmlns:a16="http://schemas.microsoft.com/office/drawing/2014/main" id="{49DC9358-190A-461C-A37E-BD4DA3AD9D3D}"/>
                </a:ext>
              </a:extLst>
            </p:cNvPr>
            <p:cNvSpPr/>
            <p:nvPr/>
          </p:nvSpPr>
          <p:spPr>
            <a:xfrm>
              <a:off x="4187758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6" name="직사각형 405">
              <a:extLst>
                <a:ext uri="{FF2B5EF4-FFF2-40B4-BE49-F238E27FC236}">
                  <a16:creationId xmlns:a16="http://schemas.microsoft.com/office/drawing/2014/main" id="{08BB5597-D773-476A-B557-FABC6E15F2F6}"/>
                </a:ext>
              </a:extLst>
            </p:cNvPr>
            <p:cNvSpPr/>
            <p:nvPr/>
          </p:nvSpPr>
          <p:spPr>
            <a:xfrm>
              <a:off x="4420234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7" name="직사각형 406">
              <a:extLst>
                <a:ext uri="{FF2B5EF4-FFF2-40B4-BE49-F238E27FC236}">
                  <a16:creationId xmlns:a16="http://schemas.microsoft.com/office/drawing/2014/main" id="{8C7A56FB-576F-4B7B-A769-07FE957AF645}"/>
                </a:ext>
              </a:extLst>
            </p:cNvPr>
            <p:cNvSpPr/>
            <p:nvPr/>
          </p:nvSpPr>
          <p:spPr>
            <a:xfrm>
              <a:off x="465271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8" name="직사각형 407">
              <a:extLst>
                <a:ext uri="{FF2B5EF4-FFF2-40B4-BE49-F238E27FC236}">
                  <a16:creationId xmlns:a16="http://schemas.microsoft.com/office/drawing/2014/main" id="{B1C4EFBF-1C08-4625-AC75-0F39315C0BD7}"/>
                </a:ext>
              </a:extLst>
            </p:cNvPr>
            <p:cNvSpPr/>
            <p:nvPr/>
          </p:nvSpPr>
          <p:spPr>
            <a:xfrm>
              <a:off x="3722805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9" name="직사각형 408">
              <a:extLst>
                <a:ext uri="{FF2B5EF4-FFF2-40B4-BE49-F238E27FC236}">
                  <a16:creationId xmlns:a16="http://schemas.microsoft.com/office/drawing/2014/main" id="{CF562C3E-6CA5-4B89-8C75-FC170BD2DFB5}"/>
                </a:ext>
              </a:extLst>
            </p:cNvPr>
            <p:cNvSpPr/>
            <p:nvPr/>
          </p:nvSpPr>
          <p:spPr>
            <a:xfrm>
              <a:off x="395528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0" name="직사각형 409">
              <a:extLst>
                <a:ext uri="{FF2B5EF4-FFF2-40B4-BE49-F238E27FC236}">
                  <a16:creationId xmlns:a16="http://schemas.microsoft.com/office/drawing/2014/main" id="{06CD1BA2-02BA-4EF1-9CD7-16C02CB3AE3D}"/>
                </a:ext>
              </a:extLst>
            </p:cNvPr>
            <p:cNvSpPr/>
            <p:nvPr/>
          </p:nvSpPr>
          <p:spPr>
            <a:xfrm>
              <a:off x="4187758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1" name="직사각형 410">
              <a:extLst>
                <a:ext uri="{FF2B5EF4-FFF2-40B4-BE49-F238E27FC236}">
                  <a16:creationId xmlns:a16="http://schemas.microsoft.com/office/drawing/2014/main" id="{753DE253-0ADD-4105-AEBE-749D1024234C}"/>
                </a:ext>
              </a:extLst>
            </p:cNvPr>
            <p:cNvSpPr/>
            <p:nvPr/>
          </p:nvSpPr>
          <p:spPr>
            <a:xfrm>
              <a:off x="4420234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2" name="직사각형 411">
              <a:extLst>
                <a:ext uri="{FF2B5EF4-FFF2-40B4-BE49-F238E27FC236}">
                  <a16:creationId xmlns:a16="http://schemas.microsoft.com/office/drawing/2014/main" id="{C57DDDDF-1089-4C96-97FD-A664E0D7BF91}"/>
                </a:ext>
              </a:extLst>
            </p:cNvPr>
            <p:cNvSpPr/>
            <p:nvPr/>
          </p:nvSpPr>
          <p:spPr>
            <a:xfrm>
              <a:off x="465271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13" name="직사각형 412">
            <a:extLst>
              <a:ext uri="{FF2B5EF4-FFF2-40B4-BE49-F238E27FC236}">
                <a16:creationId xmlns:a16="http://schemas.microsoft.com/office/drawing/2014/main" id="{0669BBB3-995C-4132-B1DF-5E353160DA50}"/>
              </a:ext>
            </a:extLst>
          </p:cNvPr>
          <p:cNvSpPr/>
          <p:nvPr/>
        </p:nvSpPr>
        <p:spPr>
          <a:xfrm>
            <a:off x="7150166" y="4203832"/>
            <a:ext cx="1185487" cy="2107531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4" name="직사각형 413">
            <a:extLst>
              <a:ext uri="{FF2B5EF4-FFF2-40B4-BE49-F238E27FC236}">
                <a16:creationId xmlns:a16="http://schemas.microsoft.com/office/drawing/2014/main" id="{FD6ADFA7-A2D2-4FD9-A086-8935A2A5F8AE}"/>
              </a:ext>
            </a:extLst>
          </p:cNvPr>
          <p:cNvSpPr/>
          <p:nvPr/>
        </p:nvSpPr>
        <p:spPr>
          <a:xfrm>
            <a:off x="7195514" y="5052950"/>
            <a:ext cx="1094790" cy="399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0" name="직사각형 419">
            <a:extLst>
              <a:ext uri="{FF2B5EF4-FFF2-40B4-BE49-F238E27FC236}">
                <a16:creationId xmlns:a16="http://schemas.microsoft.com/office/drawing/2014/main" id="{3EA4829F-0914-494B-8F1D-0130632799CB}"/>
              </a:ext>
            </a:extLst>
          </p:cNvPr>
          <p:cNvSpPr/>
          <p:nvPr/>
        </p:nvSpPr>
        <p:spPr>
          <a:xfrm>
            <a:off x="7246253" y="5105361"/>
            <a:ext cx="167010" cy="2740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1" name="직사각형 420">
            <a:extLst>
              <a:ext uri="{FF2B5EF4-FFF2-40B4-BE49-F238E27FC236}">
                <a16:creationId xmlns:a16="http://schemas.microsoft.com/office/drawing/2014/main" id="{DCED71AB-E35D-42FC-B31C-6728596AF21D}"/>
              </a:ext>
            </a:extLst>
          </p:cNvPr>
          <p:cNvSpPr/>
          <p:nvPr/>
        </p:nvSpPr>
        <p:spPr>
          <a:xfrm>
            <a:off x="7449576" y="5105361"/>
            <a:ext cx="167010" cy="2740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2" name="직사각형 421">
            <a:extLst>
              <a:ext uri="{FF2B5EF4-FFF2-40B4-BE49-F238E27FC236}">
                <a16:creationId xmlns:a16="http://schemas.microsoft.com/office/drawing/2014/main" id="{7B67E6D8-E1C4-4052-8BB8-63AF66DC16A7}"/>
              </a:ext>
            </a:extLst>
          </p:cNvPr>
          <p:cNvSpPr/>
          <p:nvPr/>
        </p:nvSpPr>
        <p:spPr>
          <a:xfrm>
            <a:off x="7652900" y="5105361"/>
            <a:ext cx="167010" cy="2740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3" name="직사각형 422">
            <a:extLst>
              <a:ext uri="{FF2B5EF4-FFF2-40B4-BE49-F238E27FC236}">
                <a16:creationId xmlns:a16="http://schemas.microsoft.com/office/drawing/2014/main" id="{6FA2B516-D45E-4D83-85EA-3BDDDE60EDB8}"/>
              </a:ext>
            </a:extLst>
          </p:cNvPr>
          <p:cNvSpPr/>
          <p:nvPr/>
        </p:nvSpPr>
        <p:spPr>
          <a:xfrm>
            <a:off x="7856223" y="5105361"/>
            <a:ext cx="167010" cy="2740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4" name="직사각형 423">
            <a:extLst>
              <a:ext uri="{FF2B5EF4-FFF2-40B4-BE49-F238E27FC236}">
                <a16:creationId xmlns:a16="http://schemas.microsoft.com/office/drawing/2014/main" id="{73809741-2B46-4AB2-98D2-EF5518010864}"/>
              </a:ext>
            </a:extLst>
          </p:cNvPr>
          <p:cNvSpPr/>
          <p:nvPr/>
        </p:nvSpPr>
        <p:spPr>
          <a:xfrm>
            <a:off x="8059546" y="5105361"/>
            <a:ext cx="167010" cy="2740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5" name="직사각형 424">
            <a:extLst>
              <a:ext uri="{FF2B5EF4-FFF2-40B4-BE49-F238E27FC236}">
                <a16:creationId xmlns:a16="http://schemas.microsoft.com/office/drawing/2014/main" id="{6824F01B-3A5F-43DB-8929-D04D1B06DACD}"/>
              </a:ext>
            </a:extLst>
          </p:cNvPr>
          <p:cNvSpPr/>
          <p:nvPr/>
        </p:nvSpPr>
        <p:spPr>
          <a:xfrm>
            <a:off x="7246253" y="5333330"/>
            <a:ext cx="167010" cy="4605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6" name="직사각형 425">
            <a:extLst>
              <a:ext uri="{FF2B5EF4-FFF2-40B4-BE49-F238E27FC236}">
                <a16:creationId xmlns:a16="http://schemas.microsoft.com/office/drawing/2014/main" id="{4F040829-52D7-4C75-B3B4-934C12F17877}"/>
              </a:ext>
            </a:extLst>
          </p:cNvPr>
          <p:cNvSpPr/>
          <p:nvPr/>
        </p:nvSpPr>
        <p:spPr>
          <a:xfrm>
            <a:off x="7449576" y="5333330"/>
            <a:ext cx="167010" cy="4605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7" name="직사각형 426">
            <a:extLst>
              <a:ext uri="{FF2B5EF4-FFF2-40B4-BE49-F238E27FC236}">
                <a16:creationId xmlns:a16="http://schemas.microsoft.com/office/drawing/2014/main" id="{10A18823-DE45-499F-BC51-51E986779FEF}"/>
              </a:ext>
            </a:extLst>
          </p:cNvPr>
          <p:cNvSpPr/>
          <p:nvPr/>
        </p:nvSpPr>
        <p:spPr>
          <a:xfrm>
            <a:off x="7652900" y="5333330"/>
            <a:ext cx="167010" cy="4605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8" name="직사각형 427">
            <a:extLst>
              <a:ext uri="{FF2B5EF4-FFF2-40B4-BE49-F238E27FC236}">
                <a16:creationId xmlns:a16="http://schemas.microsoft.com/office/drawing/2014/main" id="{9ADC6741-3375-4BEA-968B-F070A149FC76}"/>
              </a:ext>
            </a:extLst>
          </p:cNvPr>
          <p:cNvSpPr/>
          <p:nvPr/>
        </p:nvSpPr>
        <p:spPr>
          <a:xfrm>
            <a:off x="7856223" y="5333330"/>
            <a:ext cx="167010" cy="4605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9" name="직사각형 428">
            <a:extLst>
              <a:ext uri="{FF2B5EF4-FFF2-40B4-BE49-F238E27FC236}">
                <a16:creationId xmlns:a16="http://schemas.microsoft.com/office/drawing/2014/main" id="{7576781F-EB90-459E-937C-6A6151D51B3B}"/>
              </a:ext>
            </a:extLst>
          </p:cNvPr>
          <p:cNvSpPr/>
          <p:nvPr/>
        </p:nvSpPr>
        <p:spPr>
          <a:xfrm>
            <a:off x="8059546" y="5333330"/>
            <a:ext cx="167010" cy="4605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0" name="직사각형 429">
            <a:extLst>
              <a:ext uri="{FF2B5EF4-FFF2-40B4-BE49-F238E27FC236}">
                <a16:creationId xmlns:a16="http://schemas.microsoft.com/office/drawing/2014/main" id="{CA2EF518-666E-4A99-B607-73FF940C1938}"/>
              </a:ext>
            </a:extLst>
          </p:cNvPr>
          <p:cNvSpPr/>
          <p:nvPr/>
        </p:nvSpPr>
        <p:spPr>
          <a:xfrm>
            <a:off x="7246253" y="5333330"/>
            <a:ext cx="108573" cy="46053"/>
          </a:xfrm>
          <a:prstGeom prst="rect">
            <a:avLst/>
          </a:prstGeom>
          <a:solidFill>
            <a:srgbClr val="00D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1" name="직사각형 430">
            <a:extLst>
              <a:ext uri="{FF2B5EF4-FFF2-40B4-BE49-F238E27FC236}">
                <a16:creationId xmlns:a16="http://schemas.microsoft.com/office/drawing/2014/main" id="{5BEFD7B6-CE30-41F3-86D1-41366B5C5515}"/>
              </a:ext>
            </a:extLst>
          </p:cNvPr>
          <p:cNvSpPr/>
          <p:nvPr/>
        </p:nvSpPr>
        <p:spPr>
          <a:xfrm>
            <a:off x="7449576" y="5333330"/>
            <a:ext cx="108573" cy="46053"/>
          </a:xfrm>
          <a:prstGeom prst="rect">
            <a:avLst/>
          </a:prstGeom>
          <a:solidFill>
            <a:srgbClr val="00D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2" name="직사각형 431">
            <a:extLst>
              <a:ext uri="{FF2B5EF4-FFF2-40B4-BE49-F238E27FC236}">
                <a16:creationId xmlns:a16="http://schemas.microsoft.com/office/drawing/2014/main" id="{46D902D9-F87B-4AFE-9CBB-8E432128A4E9}"/>
              </a:ext>
            </a:extLst>
          </p:cNvPr>
          <p:cNvSpPr/>
          <p:nvPr/>
        </p:nvSpPr>
        <p:spPr>
          <a:xfrm>
            <a:off x="7652900" y="5333330"/>
            <a:ext cx="108573" cy="46053"/>
          </a:xfrm>
          <a:prstGeom prst="rect">
            <a:avLst/>
          </a:prstGeom>
          <a:solidFill>
            <a:srgbClr val="00D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3" name="직사각형 432">
            <a:extLst>
              <a:ext uri="{FF2B5EF4-FFF2-40B4-BE49-F238E27FC236}">
                <a16:creationId xmlns:a16="http://schemas.microsoft.com/office/drawing/2014/main" id="{03445591-C0A2-4043-99D0-D127ADB50572}"/>
              </a:ext>
            </a:extLst>
          </p:cNvPr>
          <p:cNvSpPr/>
          <p:nvPr/>
        </p:nvSpPr>
        <p:spPr>
          <a:xfrm>
            <a:off x="7856223" y="5333330"/>
            <a:ext cx="108573" cy="46053"/>
          </a:xfrm>
          <a:prstGeom prst="rect">
            <a:avLst/>
          </a:prstGeom>
          <a:solidFill>
            <a:srgbClr val="00D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1" name="직사각형 440">
            <a:extLst>
              <a:ext uri="{FF2B5EF4-FFF2-40B4-BE49-F238E27FC236}">
                <a16:creationId xmlns:a16="http://schemas.microsoft.com/office/drawing/2014/main" id="{8750E76A-98C4-4C4C-A9A2-9D4EC6A0AD00}"/>
              </a:ext>
            </a:extLst>
          </p:cNvPr>
          <p:cNvSpPr/>
          <p:nvPr/>
        </p:nvSpPr>
        <p:spPr>
          <a:xfrm>
            <a:off x="8059546" y="5333330"/>
            <a:ext cx="108573" cy="46053"/>
          </a:xfrm>
          <a:prstGeom prst="rect">
            <a:avLst/>
          </a:prstGeom>
          <a:solidFill>
            <a:srgbClr val="00D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2" name="직사각형 441">
            <a:extLst>
              <a:ext uri="{FF2B5EF4-FFF2-40B4-BE49-F238E27FC236}">
                <a16:creationId xmlns:a16="http://schemas.microsoft.com/office/drawing/2014/main" id="{92D1E749-B047-459C-88EE-2CB4511CF631}"/>
              </a:ext>
            </a:extLst>
          </p:cNvPr>
          <p:cNvSpPr/>
          <p:nvPr/>
        </p:nvSpPr>
        <p:spPr>
          <a:xfrm>
            <a:off x="9149348" y="4203832"/>
            <a:ext cx="1185487" cy="21075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tx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90AD5372-CC6A-4FEC-897A-F438191ADFCD}"/>
              </a:ext>
            </a:extLst>
          </p:cNvPr>
          <p:cNvSpPr txBox="1"/>
          <p:nvPr/>
        </p:nvSpPr>
        <p:spPr>
          <a:xfrm>
            <a:off x="9265039" y="6355193"/>
            <a:ext cx="954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교체 완료</a:t>
            </a:r>
          </a:p>
        </p:txBody>
      </p:sp>
      <p:grpSp>
        <p:nvGrpSpPr>
          <p:cNvPr id="444" name="그룹 443">
            <a:extLst>
              <a:ext uri="{FF2B5EF4-FFF2-40B4-BE49-F238E27FC236}">
                <a16:creationId xmlns:a16="http://schemas.microsoft.com/office/drawing/2014/main" id="{A5FB9FF5-9A0A-4E34-A0C4-B112D34253FD}"/>
              </a:ext>
            </a:extLst>
          </p:cNvPr>
          <p:cNvGrpSpPr/>
          <p:nvPr/>
        </p:nvGrpSpPr>
        <p:grpSpPr>
          <a:xfrm>
            <a:off x="9175585" y="6063762"/>
            <a:ext cx="1117208" cy="203262"/>
            <a:chOff x="3716730" y="3118584"/>
            <a:chExt cx="1021885" cy="185919"/>
          </a:xfrm>
        </p:grpSpPr>
        <p:sp>
          <p:nvSpPr>
            <p:cNvPr id="445" name="직사각형 444">
              <a:extLst>
                <a:ext uri="{FF2B5EF4-FFF2-40B4-BE49-F238E27FC236}">
                  <a16:creationId xmlns:a16="http://schemas.microsoft.com/office/drawing/2014/main" id="{D2A05F17-3110-40F3-B1F0-54519D83DAC1}"/>
                </a:ext>
              </a:extLst>
            </p:cNvPr>
            <p:cNvSpPr/>
            <p:nvPr/>
          </p:nvSpPr>
          <p:spPr>
            <a:xfrm>
              <a:off x="3716730" y="3118584"/>
              <a:ext cx="306629" cy="1859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6" name="직사각형 445">
              <a:extLst>
                <a:ext uri="{FF2B5EF4-FFF2-40B4-BE49-F238E27FC236}">
                  <a16:creationId xmlns:a16="http://schemas.microsoft.com/office/drawing/2014/main" id="{96DAEFCA-1864-4D42-BAF2-93AFC9ADC04F}"/>
                </a:ext>
              </a:extLst>
            </p:cNvPr>
            <p:cNvSpPr/>
            <p:nvPr/>
          </p:nvSpPr>
          <p:spPr>
            <a:xfrm>
              <a:off x="4072127" y="3118584"/>
              <a:ext cx="306629" cy="1859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7" name="직사각형 446">
              <a:extLst>
                <a:ext uri="{FF2B5EF4-FFF2-40B4-BE49-F238E27FC236}">
                  <a16:creationId xmlns:a16="http://schemas.microsoft.com/office/drawing/2014/main" id="{C00E603B-FA9C-4DD2-B07F-15312303E2DF}"/>
                </a:ext>
              </a:extLst>
            </p:cNvPr>
            <p:cNvSpPr/>
            <p:nvPr/>
          </p:nvSpPr>
          <p:spPr>
            <a:xfrm>
              <a:off x="4431986" y="3118584"/>
              <a:ext cx="306629" cy="1859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53" name="그룹 452">
            <a:extLst>
              <a:ext uri="{FF2B5EF4-FFF2-40B4-BE49-F238E27FC236}">
                <a16:creationId xmlns:a16="http://schemas.microsoft.com/office/drawing/2014/main" id="{A6B35CDA-F369-4357-A47E-D517EC36F569}"/>
              </a:ext>
            </a:extLst>
          </p:cNvPr>
          <p:cNvGrpSpPr/>
          <p:nvPr/>
        </p:nvGrpSpPr>
        <p:grpSpPr>
          <a:xfrm>
            <a:off x="9192977" y="5639690"/>
            <a:ext cx="1098228" cy="306986"/>
            <a:chOff x="3722805" y="5514975"/>
            <a:chExt cx="1120862" cy="272038"/>
          </a:xfrm>
        </p:grpSpPr>
        <p:sp>
          <p:nvSpPr>
            <p:cNvPr id="454" name="직사각형 453">
              <a:extLst>
                <a:ext uri="{FF2B5EF4-FFF2-40B4-BE49-F238E27FC236}">
                  <a16:creationId xmlns:a16="http://schemas.microsoft.com/office/drawing/2014/main" id="{93E9C092-CFDA-4AEC-81DA-96717080CE35}"/>
                </a:ext>
              </a:extLst>
            </p:cNvPr>
            <p:cNvSpPr/>
            <p:nvPr/>
          </p:nvSpPr>
          <p:spPr>
            <a:xfrm>
              <a:off x="3722805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5" name="직사각형 454">
              <a:extLst>
                <a:ext uri="{FF2B5EF4-FFF2-40B4-BE49-F238E27FC236}">
                  <a16:creationId xmlns:a16="http://schemas.microsoft.com/office/drawing/2014/main" id="{9EA62DC1-39F4-469E-BE00-7304A3B2D16D}"/>
                </a:ext>
              </a:extLst>
            </p:cNvPr>
            <p:cNvSpPr/>
            <p:nvPr/>
          </p:nvSpPr>
          <p:spPr>
            <a:xfrm>
              <a:off x="395528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6" name="직사각형 455">
              <a:extLst>
                <a:ext uri="{FF2B5EF4-FFF2-40B4-BE49-F238E27FC236}">
                  <a16:creationId xmlns:a16="http://schemas.microsoft.com/office/drawing/2014/main" id="{3F41E95C-67FD-43AF-BC7A-B0E349F9C32F}"/>
                </a:ext>
              </a:extLst>
            </p:cNvPr>
            <p:cNvSpPr/>
            <p:nvPr/>
          </p:nvSpPr>
          <p:spPr>
            <a:xfrm>
              <a:off x="4187758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7" name="직사각형 456">
              <a:extLst>
                <a:ext uri="{FF2B5EF4-FFF2-40B4-BE49-F238E27FC236}">
                  <a16:creationId xmlns:a16="http://schemas.microsoft.com/office/drawing/2014/main" id="{21E891A7-61EE-4881-A663-D4770B6B7CE4}"/>
                </a:ext>
              </a:extLst>
            </p:cNvPr>
            <p:cNvSpPr/>
            <p:nvPr/>
          </p:nvSpPr>
          <p:spPr>
            <a:xfrm>
              <a:off x="4420234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8" name="직사각형 457">
              <a:extLst>
                <a:ext uri="{FF2B5EF4-FFF2-40B4-BE49-F238E27FC236}">
                  <a16:creationId xmlns:a16="http://schemas.microsoft.com/office/drawing/2014/main" id="{E2595BFA-56A9-4160-94A1-99116C1EFC0B}"/>
                </a:ext>
              </a:extLst>
            </p:cNvPr>
            <p:cNvSpPr/>
            <p:nvPr/>
          </p:nvSpPr>
          <p:spPr>
            <a:xfrm>
              <a:off x="465271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8" name="직사각형 467">
              <a:extLst>
                <a:ext uri="{FF2B5EF4-FFF2-40B4-BE49-F238E27FC236}">
                  <a16:creationId xmlns:a16="http://schemas.microsoft.com/office/drawing/2014/main" id="{6214A4E1-36AF-4C8C-B904-147B02EFC188}"/>
                </a:ext>
              </a:extLst>
            </p:cNvPr>
            <p:cNvSpPr/>
            <p:nvPr/>
          </p:nvSpPr>
          <p:spPr>
            <a:xfrm>
              <a:off x="3722805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9" name="직사각형 468">
              <a:extLst>
                <a:ext uri="{FF2B5EF4-FFF2-40B4-BE49-F238E27FC236}">
                  <a16:creationId xmlns:a16="http://schemas.microsoft.com/office/drawing/2014/main" id="{C6301E5E-113D-404D-81FE-EFBF0DF914FC}"/>
                </a:ext>
              </a:extLst>
            </p:cNvPr>
            <p:cNvSpPr/>
            <p:nvPr/>
          </p:nvSpPr>
          <p:spPr>
            <a:xfrm>
              <a:off x="395528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0" name="직사각형 469">
              <a:extLst>
                <a:ext uri="{FF2B5EF4-FFF2-40B4-BE49-F238E27FC236}">
                  <a16:creationId xmlns:a16="http://schemas.microsoft.com/office/drawing/2014/main" id="{B842800A-0044-42E2-85B2-94A281373C8F}"/>
                </a:ext>
              </a:extLst>
            </p:cNvPr>
            <p:cNvSpPr/>
            <p:nvPr/>
          </p:nvSpPr>
          <p:spPr>
            <a:xfrm>
              <a:off x="4187758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1" name="직사각형 470">
              <a:extLst>
                <a:ext uri="{FF2B5EF4-FFF2-40B4-BE49-F238E27FC236}">
                  <a16:creationId xmlns:a16="http://schemas.microsoft.com/office/drawing/2014/main" id="{512777FE-CF67-49E4-A186-E0C3200AF12F}"/>
                </a:ext>
              </a:extLst>
            </p:cNvPr>
            <p:cNvSpPr/>
            <p:nvPr/>
          </p:nvSpPr>
          <p:spPr>
            <a:xfrm>
              <a:off x="4420234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2" name="직사각형 471">
              <a:extLst>
                <a:ext uri="{FF2B5EF4-FFF2-40B4-BE49-F238E27FC236}">
                  <a16:creationId xmlns:a16="http://schemas.microsoft.com/office/drawing/2014/main" id="{92A68FE3-B40E-43FD-B35E-FCA728C21BB5}"/>
                </a:ext>
              </a:extLst>
            </p:cNvPr>
            <p:cNvSpPr/>
            <p:nvPr/>
          </p:nvSpPr>
          <p:spPr>
            <a:xfrm>
              <a:off x="465271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3" name="직사각형 472">
              <a:extLst>
                <a:ext uri="{FF2B5EF4-FFF2-40B4-BE49-F238E27FC236}">
                  <a16:creationId xmlns:a16="http://schemas.microsoft.com/office/drawing/2014/main" id="{6E18C455-9B1A-4786-9993-2AE72B6B5649}"/>
                </a:ext>
              </a:extLst>
            </p:cNvPr>
            <p:cNvSpPr/>
            <p:nvPr/>
          </p:nvSpPr>
          <p:spPr>
            <a:xfrm>
              <a:off x="3722805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4" name="직사각형 473">
              <a:extLst>
                <a:ext uri="{FF2B5EF4-FFF2-40B4-BE49-F238E27FC236}">
                  <a16:creationId xmlns:a16="http://schemas.microsoft.com/office/drawing/2014/main" id="{77FB12A0-BFDE-4BB0-BFEA-C37793393992}"/>
                </a:ext>
              </a:extLst>
            </p:cNvPr>
            <p:cNvSpPr/>
            <p:nvPr/>
          </p:nvSpPr>
          <p:spPr>
            <a:xfrm>
              <a:off x="395528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6" name="직사각형 475">
              <a:extLst>
                <a:ext uri="{FF2B5EF4-FFF2-40B4-BE49-F238E27FC236}">
                  <a16:creationId xmlns:a16="http://schemas.microsoft.com/office/drawing/2014/main" id="{6E5C88FB-FE61-49EB-A39B-D2EFDB52601B}"/>
                </a:ext>
              </a:extLst>
            </p:cNvPr>
            <p:cNvSpPr/>
            <p:nvPr/>
          </p:nvSpPr>
          <p:spPr>
            <a:xfrm>
              <a:off x="4187758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7" name="직사각형 506">
              <a:extLst>
                <a:ext uri="{FF2B5EF4-FFF2-40B4-BE49-F238E27FC236}">
                  <a16:creationId xmlns:a16="http://schemas.microsoft.com/office/drawing/2014/main" id="{3D7B94B6-B643-48D5-878C-22A174F206CA}"/>
                </a:ext>
              </a:extLst>
            </p:cNvPr>
            <p:cNvSpPr/>
            <p:nvPr/>
          </p:nvSpPr>
          <p:spPr>
            <a:xfrm>
              <a:off x="4420234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8" name="직사각형 507">
              <a:extLst>
                <a:ext uri="{FF2B5EF4-FFF2-40B4-BE49-F238E27FC236}">
                  <a16:creationId xmlns:a16="http://schemas.microsoft.com/office/drawing/2014/main" id="{BD7FB6D8-AE78-46FB-A46A-20F0C5EA75D9}"/>
                </a:ext>
              </a:extLst>
            </p:cNvPr>
            <p:cNvSpPr/>
            <p:nvPr/>
          </p:nvSpPr>
          <p:spPr>
            <a:xfrm>
              <a:off x="465271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509" name="그룹 508">
            <a:extLst>
              <a:ext uri="{FF2B5EF4-FFF2-40B4-BE49-F238E27FC236}">
                <a16:creationId xmlns:a16="http://schemas.microsoft.com/office/drawing/2014/main" id="{500817A6-0039-4C7F-A6DC-A60AD2EA6607}"/>
              </a:ext>
            </a:extLst>
          </p:cNvPr>
          <p:cNvGrpSpPr/>
          <p:nvPr/>
        </p:nvGrpSpPr>
        <p:grpSpPr>
          <a:xfrm>
            <a:off x="9192977" y="4433142"/>
            <a:ext cx="1098228" cy="306986"/>
            <a:chOff x="3722805" y="5514975"/>
            <a:chExt cx="1120862" cy="272038"/>
          </a:xfrm>
        </p:grpSpPr>
        <p:sp>
          <p:nvSpPr>
            <p:cNvPr id="510" name="직사각형 509">
              <a:extLst>
                <a:ext uri="{FF2B5EF4-FFF2-40B4-BE49-F238E27FC236}">
                  <a16:creationId xmlns:a16="http://schemas.microsoft.com/office/drawing/2014/main" id="{9D1E4477-400B-4091-8FC6-2FB0EB65BE72}"/>
                </a:ext>
              </a:extLst>
            </p:cNvPr>
            <p:cNvSpPr/>
            <p:nvPr/>
          </p:nvSpPr>
          <p:spPr>
            <a:xfrm>
              <a:off x="3722805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1" name="직사각형 510">
              <a:extLst>
                <a:ext uri="{FF2B5EF4-FFF2-40B4-BE49-F238E27FC236}">
                  <a16:creationId xmlns:a16="http://schemas.microsoft.com/office/drawing/2014/main" id="{06AB1A42-5DD0-4C5E-AFFA-009082AE4E4E}"/>
                </a:ext>
              </a:extLst>
            </p:cNvPr>
            <p:cNvSpPr/>
            <p:nvPr/>
          </p:nvSpPr>
          <p:spPr>
            <a:xfrm>
              <a:off x="395528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2" name="직사각형 511">
              <a:extLst>
                <a:ext uri="{FF2B5EF4-FFF2-40B4-BE49-F238E27FC236}">
                  <a16:creationId xmlns:a16="http://schemas.microsoft.com/office/drawing/2014/main" id="{3BB52AB7-182C-49E3-A057-ABD0412A2C93}"/>
                </a:ext>
              </a:extLst>
            </p:cNvPr>
            <p:cNvSpPr/>
            <p:nvPr/>
          </p:nvSpPr>
          <p:spPr>
            <a:xfrm>
              <a:off x="4187758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3" name="직사각형 512">
              <a:extLst>
                <a:ext uri="{FF2B5EF4-FFF2-40B4-BE49-F238E27FC236}">
                  <a16:creationId xmlns:a16="http://schemas.microsoft.com/office/drawing/2014/main" id="{7BC99EC2-74EB-4CBD-82D0-2F3958CAA78D}"/>
                </a:ext>
              </a:extLst>
            </p:cNvPr>
            <p:cNvSpPr/>
            <p:nvPr/>
          </p:nvSpPr>
          <p:spPr>
            <a:xfrm>
              <a:off x="4420234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4" name="직사각형 513">
              <a:extLst>
                <a:ext uri="{FF2B5EF4-FFF2-40B4-BE49-F238E27FC236}">
                  <a16:creationId xmlns:a16="http://schemas.microsoft.com/office/drawing/2014/main" id="{E68AFA28-B3AA-44F3-AB0A-F28BF254F915}"/>
                </a:ext>
              </a:extLst>
            </p:cNvPr>
            <p:cNvSpPr/>
            <p:nvPr/>
          </p:nvSpPr>
          <p:spPr>
            <a:xfrm>
              <a:off x="465271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5" name="직사각형 514">
              <a:extLst>
                <a:ext uri="{FF2B5EF4-FFF2-40B4-BE49-F238E27FC236}">
                  <a16:creationId xmlns:a16="http://schemas.microsoft.com/office/drawing/2014/main" id="{A104832D-7D9E-4226-8002-8999663479D5}"/>
                </a:ext>
              </a:extLst>
            </p:cNvPr>
            <p:cNvSpPr/>
            <p:nvPr/>
          </p:nvSpPr>
          <p:spPr>
            <a:xfrm>
              <a:off x="3722805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6" name="직사각형 515">
              <a:extLst>
                <a:ext uri="{FF2B5EF4-FFF2-40B4-BE49-F238E27FC236}">
                  <a16:creationId xmlns:a16="http://schemas.microsoft.com/office/drawing/2014/main" id="{CB0C3F8E-AC99-4720-A2C1-69CBE300023C}"/>
                </a:ext>
              </a:extLst>
            </p:cNvPr>
            <p:cNvSpPr/>
            <p:nvPr/>
          </p:nvSpPr>
          <p:spPr>
            <a:xfrm>
              <a:off x="395528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7" name="직사각형 516">
              <a:extLst>
                <a:ext uri="{FF2B5EF4-FFF2-40B4-BE49-F238E27FC236}">
                  <a16:creationId xmlns:a16="http://schemas.microsoft.com/office/drawing/2014/main" id="{D00BBEDC-A127-4F34-8BA0-746DD338B4DE}"/>
                </a:ext>
              </a:extLst>
            </p:cNvPr>
            <p:cNvSpPr/>
            <p:nvPr/>
          </p:nvSpPr>
          <p:spPr>
            <a:xfrm>
              <a:off x="4187758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8" name="직사각형 517">
              <a:extLst>
                <a:ext uri="{FF2B5EF4-FFF2-40B4-BE49-F238E27FC236}">
                  <a16:creationId xmlns:a16="http://schemas.microsoft.com/office/drawing/2014/main" id="{26AE2F78-3FB0-4161-8129-0150CF5C65CE}"/>
                </a:ext>
              </a:extLst>
            </p:cNvPr>
            <p:cNvSpPr/>
            <p:nvPr/>
          </p:nvSpPr>
          <p:spPr>
            <a:xfrm>
              <a:off x="4420234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9" name="직사각형 518">
              <a:extLst>
                <a:ext uri="{FF2B5EF4-FFF2-40B4-BE49-F238E27FC236}">
                  <a16:creationId xmlns:a16="http://schemas.microsoft.com/office/drawing/2014/main" id="{BA684668-96E1-41DB-9898-C63D422B92D4}"/>
                </a:ext>
              </a:extLst>
            </p:cNvPr>
            <p:cNvSpPr/>
            <p:nvPr/>
          </p:nvSpPr>
          <p:spPr>
            <a:xfrm>
              <a:off x="465271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0" name="직사각형 519">
              <a:extLst>
                <a:ext uri="{FF2B5EF4-FFF2-40B4-BE49-F238E27FC236}">
                  <a16:creationId xmlns:a16="http://schemas.microsoft.com/office/drawing/2014/main" id="{80FA0600-57B9-4D4E-99DD-7E44C0BF15FA}"/>
                </a:ext>
              </a:extLst>
            </p:cNvPr>
            <p:cNvSpPr/>
            <p:nvPr/>
          </p:nvSpPr>
          <p:spPr>
            <a:xfrm>
              <a:off x="3722805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1" name="직사각형 520">
              <a:extLst>
                <a:ext uri="{FF2B5EF4-FFF2-40B4-BE49-F238E27FC236}">
                  <a16:creationId xmlns:a16="http://schemas.microsoft.com/office/drawing/2014/main" id="{D1970C78-6852-4534-B562-7E1D54CF4ADA}"/>
                </a:ext>
              </a:extLst>
            </p:cNvPr>
            <p:cNvSpPr/>
            <p:nvPr/>
          </p:nvSpPr>
          <p:spPr>
            <a:xfrm>
              <a:off x="395528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2" name="직사각형 521">
              <a:extLst>
                <a:ext uri="{FF2B5EF4-FFF2-40B4-BE49-F238E27FC236}">
                  <a16:creationId xmlns:a16="http://schemas.microsoft.com/office/drawing/2014/main" id="{23CB8665-B809-4F2F-98F4-054A3430D6FF}"/>
                </a:ext>
              </a:extLst>
            </p:cNvPr>
            <p:cNvSpPr/>
            <p:nvPr/>
          </p:nvSpPr>
          <p:spPr>
            <a:xfrm>
              <a:off x="4187758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3" name="직사각형 522">
              <a:extLst>
                <a:ext uri="{FF2B5EF4-FFF2-40B4-BE49-F238E27FC236}">
                  <a16:creationId xmlns:a16="http://schemas.microsoft.com/office/drawing/2014/main" id="{AFE9DDB6-969E-4354-9E17-2FACBD8A1377}"/>
                </a:ext>
              </a:extLst>
            </p:cNvPr>
            <p:cNvSpPr/>
            <p:nvPr/>
          </p:nvSpPr>
          <p:spPr>
            <a:xfrm>
              <a:off x="4420234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4" name="직사각형 523">
              <a:extLst>
                <a:ext uri="{FF2B5EF4-FFF2-40B4-BE49-F238E27FC236}">
                  <a16:creationId xmlns:a16="http://schemas.microsoft.com/office/drawing/2014/main" id="{C1A57E83-A81E-48E4-ACB6-77FF8531CD4E}"/>
                </a:ext>
              </a:extLst>
            </p:cNvPr>
            <p:cNvSpPr/>
            <p:nvPr/>
          </p:nvSpPr>
          <p:spPr>
            <a:xfrm>
              <a:off x="465271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525" name="그룹 524">
            <a:extLst>
              <a:ext uri="{FF2B5EF4-FFF2-40B4-BE49-F238E27FC236}">
                <a16:creationId xmlns:a16="http://schemas.microsoft.com/office/drawing/2014/main" id="{0C5799D7-D0F9-445C-89A4-81E78BD8E1BB}"/>
              </a:ext>
            </a:extLst>
          </p:cNvPr>
          <p:cNvGrpSpPr/>
          <p:nvPr/>
        </p:nvGrpSpPr>
        <p:grpSpPr>
          <a:xfrm>
            <a:off x="9192977" y="4803852"/>
            <a:ext cx="1098228" cy="306986"/>
            <a:chOff x="3722805" y="5514975"/>
            <a:chExt cx="1120862" cy="272038"/>
          </a:xfrm>
        </p:grpSpPr>
        <p:sp>
          <p:nvSpPr>
            <p:cNvPr id="526" name="직사각형 525">
              <a:extLst>
                <a:ext uri="{FF2B5EF4-FFF2-40B4-BE49-F238E27FC236}">
                  <a16:creationId xmlns:a16="http://schemas.microsoft.com/office/drawing/2014/main" id="{70896C47-E716-402A-9859-FDADEB6780A8}"/>
                </a:ext>
              </a:extLst>
            </p:cNvPr>
            <p:cNvSpPr/>
            <p:nvPr/>
          </p:nvSpPr>
          <p:spPr>
            <a:xfrm>
              <a:off x="3722805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7" name="직사각형 526">
              <a:extLst>
                <a:ext uri="{FF2B5EF4-FFF2-40B4-BE49-F238E27FC236}">
                  <a16:creationId xmlns:a16="http://schemas.microsoft.com/office/drawing/2014/main" id="{28EDFFC6-04B7-47B4-997D-C21ED407F394}"/>
                </a:ext>
              </a:extLst>
            </p:cNvPr>
            <p:cNvSpPr/>
            <p:nvPr/>
          </p:nvSpPr>
          <p:spPr>
            <a:xfrm>
              <a:off x="395528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8" name="직사각형 527">
              <a:extLst>
                <a:ext uri="{FF2B5EF4-FFF2-40B4-BE49-F238E27FC236}">
                  <a16:creationId xmlns:a16="http://schemas.microsoft.com/office/drawing/2014/main" id="{1BF443B5-24BB-4BBF-9795-C5A69275FAE7}"/>
                </a:ext>
              </a:extLst>
            </p:cNvPr>
            <p:cNvSpPr/>
            <p:nvPr/>
          </p:nvSpPr>
          <p:spPr>
            <a:xfrm>
              <a:off x="4187758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9" name="직사각형 528">
              <a:extLst>
                <a:ext uri="{FF2B5EF4-FFF2-40B4-BE49-F238E27FC236}">
                  <a16:creationId xmlns:a16="http://schemas.microsoft.com/office/drawing/2014/main" id="{F9D0566D-B425-499C-8146-7316DAE04F6F}"/>
                </a:ext>
              </a:extLst>
            </p:cNvPr>
            <p:cNvSpPr/>
            <p:nvPr/>
          </p:nvSpPr>
          <p:spPr>
            <a:xfrm>
              <a:off x="4420234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0" name="직사각형 529">
              <a:extLst>
                <a:ext uri="{FF2B5EF4-FFF2-40B4-BE49-F238E27FC236}">
                  <a16:creationId xmlns:a16="http://schemas.microsoft.com/office/drawing/2014/main" id="{2D7F3288-BAAA-4666-8370-095ADBC2D861}"/>
                </a:ext>
              </a:extLst>
            </p:cNvPr>
            <p:cNvSpPr/>
            <p:nvPr/>
          </p:nvSpPr>
          <p:spPr>
            <a:xfrm>
              <a:off x="465271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1" name="직사각형 530">
              <a:extLst>
                <a:ext uri="{FF2B5EF4-FFF2-40B4-BE49-F238E27FC236}">
                  <a16:creationId xmlns:a16="http://schemas.microsoft.com/office/drawing/2014/main" id="{2F97EFB3-A96A-45DE-AB30-21F2AAC3CA44}"/>
                </a:ext>
              </a:extLst>
            </p:cNvPr>
            <p:cNvSpPr/>
            <p:nvPr/>
          </p:nvSpPr>
          <p:spPr>
            <a:xfrm>
              <a:off x="3722805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2" name="직사각형 531">
              <a:extLst>
                <a:ext uri="{FF2B5EF4-FFF2-40B4-BE49-F238E27FC236}">
                  <a16:creationId xmlns:a16="http://schemas.microsoft.com/office/drawing/2014/main" id="{D4B737B3-D658-4221-B0C2-A834255C5106}"/>
                </a:ext>
              </a:extLst>
            </p:cNvPr>
            <p:cNvSpPr/>
            <p:nvPr/>
          </p:nvSpPr>
          <p:spPr>
            <a:xfrm>
              <a:off x="395528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3" name="직사각형 532">
              <a:extLst>
                <a:ext uri="{FF2B5EF4-FFF2-40B4-BE49-F238E27FC236}">
                  <a16:creationId xmlns:a16="http://schemas.microsoft.com/office/drawing/2014/main" id="{FACEB149-EC3A-4512-A9C6-DE8C4090638F}"/>
                </a:ext>
              </a:extLst>
            </p:cNvPr>
            <p:cNvSpPr/>
            <p:nvPr/>
          </p:nvSpPr>
          <p:spPr>
            <a:xfrm>
              <a:off x="4187758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4" name="직사각형 533">
              <a:extLst>
                <a:ext uri="{FF2B5EF4-FFF2-40B4-BE49-F238E27FC236}">
                  <a16:creationId xmlns:a16="http://schemas.microsoft.com/office/drawing/2014/main" id="{5522D9FA-FFBF-4F89-A6C5-E0B0987C3652}"/>
                </a:ext>
              </a:extLst>
            </p:cNvPr>
            <p:cNvSpPr/>
            <p:nvPr/>
          </p:nvSpPr>
          <p:spPr>
            <a:xfrm>
              <a:off x="4420234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5" name="직사각형 534">
              <a:extLst>
                <a:ext uri="{FF2B5EF4-FFF2-40B4-BE49-F238E27FC236}">
                  <a16:creationId xmlns:a16="http://schemas.microsoft.com/office/drawing/2014/main" id="{716D4DD4-899D-456B-8CB4-C69F4C2BF571}"/>
                </a:ext>
              </a:extLst>
            </p:cNvPr>
            <p:cNvSpPr/>
            <p:nvPr/>
          </p:nvSpPr>
          <p:spPr>
            <a:xfrm>
              <a:off x="465271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6" name="직사각형 535">
              <a:extLst>
                <a:ext uri="{FF2B5EF4-FFF2-40B4-BE49-F238E27FC236}">
                  <a16:creationId xmlns:a16="http://schemas.microsoft.com/office/drawing/2014/main" id="{8F011EF3-79D4-436A-A983-FAEED896FECC}"/>
                </a:ext>
              </a:extLst>
            </p:cNvPr>
            <p:cNvSpPr/>
            <p:nvPr/>
          </p:nvSpPr>
          <p:spPr>
            <a:xfrm>
              <a:off x="3722805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7" name="직사각형 536">
              <a:extLst>
                <a:ext uri="{FF2B5EF4-FFF2-40B4-BE49-F238E27FC236}">
                  <a16:creationId xmlns:a16="http://schemas.microsoft.com/office/drawing/2014/main" id="{4B370A1C-B489-43F7-B075-5659DDC61521}"/>
                </a:ext>
              </a:extLst>
            </p:cNvPr>
            <p:cNvSpPr/>
            <p:nvPr/>
          </p:nvSpPr>
          <p:spPr>
            <a:xfrm>
              <a:off x="395528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8" name="직사각형 537">
              <a:extLst>
                <a:ext uri="{FF2B5EF4-FFF2-40B4-BE49-F238E27FC236}">
                  <a16:creationId xmlns:a16="http://schemas.microsoft.com/office/drawing/2014/main" id="{AC2C0CB9-E13E-40A7-8F85-94BE7DFB58DC}"/>
                </a:ext>
              </a:extLst>
            </p:cNvPr>
            <p:cNvSpPr/>
            <p:nvPr/>
          </p:nvSpPr>
          <p:spPr>
            <a:xfrm>
              <a:off x="4187758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9" name="직사각형 538">
              <a:extLst>
                <a:ext uri="{FF2B5EF4-FFF2-40B4-BE49-F238E27FC236}">
                  <a16:creationId xmlns:a16="http://schemas.microsoft.com/office/drawing/2014/main" id="{2E59F3A3-785D-4687-A8CA-5D309B67AEA4}"/>
                </a:ext>
              </a:extLst>
            </p:cNvPr>
            <p:cNvSpPr/>
            <p:nvPr/>
          </p:nvSpPr>
          <p:spPr>
            <a:xfrm>
              <a:off x="4420234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0" name="직사각형 539">
              <a:extLst>
                <a:ext uri="{FF2B5EF4-FFF2-40B4-BE49-F238E27FC236}">
                  <a16:creationId xmlns:a16="http://schemas.microsoft.com/office/drawing/2014/main" id="{2592C7E6-BF97-4657-A5E8-79ABE333752B}"/>
                </a:ext>
              </a:extLst>
            </p:cNvPr>
            <p:cNvSpPr/>
            <p:nvPr/>
          </p:nvSpPr>
          <p:spPr>
            <a:xfrm>
              <a:off x="465271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541" name="그룹 540">
            <a:extLst>
              <a:ext uri="{FF2B5EF4-FFF2-40B4-BE49-F238E27FC236}">
                <a16:creationId xmlns:a16="http://schemas.microsoft.com/office/drawing/2014/main" id="{469B5D47-3178-44F4-86F3-43A6EECAFBC9}"/>
              </a:ext>
            </a:extLst>
          </p:cNvPr>
          <p:cNvGrpSpPr/>
          <p:nvPr/>
        </p:nvGrpSpPr>
        <p:grpSpPr>
          <a:xfrm>
            <a:off x="9192977" y="5174561"/>
            <a:ext cx="1098228" cy="306986"/>
            <a:chOff x="3722805" y="5514975"/>
            <a:chExt cx="1120862" cy="272038"/>
          </a:xfrm>
        </p:grpSpPr>
        <p:sp>
          <p:nvSpPr>
            <p:cNvPr id="542" name="직사각형 541">
              <a:extLst>
                <a:ext uri="{FF2B5EF4-FFF2-40B4-BE49-F238E27FC236}">
                  <a16:creationId xmlns:a16="http://schemas.microsoft.com/office/drawing/2014/main" id="{27FAD1AA-D0B8-4178-976E-55AFBCD6E6C8}"/>
                </a:ext>
              </a:extLst>
            </p:cNvPr>
            <p:cNvSpPr/>
            <p:nvPr/>
          </p:nvSpPr>
          <p:spPr>
            <a:xfrm>
              <a:off x="3722805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3" name="직사각형 542">
              <a:extLst>
                <a:ext uri="{FF2B5EF4-FFF2-40B4-BE49-F238E27FC236}">
                  <a16:creationId xmlns:a16="http://schemas.microsoft.com/office/drawing/2014/main" id="{20C76183-EBD7-4476-81E4-052B69EF2883}"/>
                </a:ext>
              </a:extLst>
            </p:cNvPr>
            <p:cNvSpPr/>
            <p:nvPr/>
          </p:nvSpPr>
          <p:spPr>
            <a:xfrm>
              <a:off x="395528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4" name="직사각형 543">
              <a:extLst>
                <a:ext uri="{FF2B5EF4-FFF2-40B4-BE49-F238E27FC236}">
                  <a16:creationId xmlns:a16="http://schemas.microsoft.com/office/drawing/2014/main" id="{70974D09-6C37-4C95-986C-41405DE8C743}"/>
                </a:ext>
              </a:extLst>
            </p:cNvPr>
            <p:cNvSpPr/>
            <p:nvPr/>
          </p:nvSpPr>
          <p:spPr>
            <a:xfrm>
              <a:off x="4187758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5" name="직사각형 544">
              <a:extLst>
                <a:ext uri="{FF2B5EF4-FFF2-40B4-BE49-F238E27FC236}">
                  <a16:creationId xmlns:a16="http://schemas.microsoft.com/office/drawing/2014/main" id="{60305FEF-E002-4310-88A7-3F2887BAAE51}"/>
                </a:ext>
              </a:extLst>
            </p:cNvPr>
            <p:cNvSpPr/>
            <p:nvPr/>
          </p:nvSpPr>
          <p:spPr>
            <a:xfrm>
              <a:off x="4420234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6" name="직사각형 545">
              <a:extLst>
                <a:ext uri="{FF2B5EF4-FFF2-40B4-BE49-F238E27FC236}">
                  <a16:creationId xmlns:a16="http://schemas.microsoft.com/office/drawing/2014/main" id="{7B7050A1-BCE1-418A-A775-112C337CF157}"/>
                </a:ext>
              </a:extLst>
            </p:cNvPr>
            <p:cNvSpPr/>
            <p:nvPr/>
          </p:nvSpPr>
          <p:spPr>
            <a:xfrm>
              <a:off x="4652711" y="5514975"/>
              <a:ext cx="190956" cy="272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7" name="직사각형 546">
              <a:extLst>
                <a:ext uri="{FF2B5EF4-FFF2-40B4-BE49-F238E27FC236}">
                  <a16:creationId xmlns:a16="http://schemas.microsoft.com/office/drawing/2014/main" id="{E4A82D01-A1A9-4C87-9682-2F59A392709C}"/>
                </a:ext>
              </a:extLst>
            </p:cNvPr>
            <p:cNvSpPr/>
            <p:nvPr/>
          </p:nvSpPr>
          <p:spPr>
            <a:xfrm>
              <a:off x="3722805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8" name="직사각형 547">
              <a:extLst>
                <a:ext uri="{FF2B5EF4-FFF2-40B4-BE49-F238E27FC236}">
                  <a16:creationId xmlns:a16="http://schemas.microsoft.com/office/drawing/2014/main" id="{AD225D42-C841-4B45-939B-94E9536E5098}"/>
                </a:ext>
              </a:extLst>
            </p:cNvPr>
            <p:cNvSpPr/>
            <p:nvPr/>
          </p:nvSpPr>
          <p:spPr>
            <a:xfrm>
              <a:off x="395528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9" name="직사각형 548">
              <a:extLst>
                <a:ext uri="{FF2B5EF4-FFF2-40B4-BE49-F238E27FC236}">
                  <a16:creationId xmlns:a16="http://schemas.microsoft.com/office/drawing/2014/main" id="{78A826A2-A2F1-4E0F-A3BC-6E8A643B2176}"/>
                </a:ext>
              </a:extLst>
            </p:cNvPr>
            <p:cNvSpPr/>
            <p:nvPr/>
          </p:nvSpPr>
          <p:spPr>
            <a:xfrm>
              <a:off x="4187758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50" name="직사각형 549">
              <a:extLst>
                <a:ext uri="{FF2B5EF4-FFF2-40B4-BE49-F238E27FC236}">
                  <a16:creationId xmlns:a16="http://schemas.microsoft.com/office/drawing/2014/main" id="{5985F996-2B24-4A95-BC48-A294573A99FA}"/>
                </a:ext>
              </a:extLst>
            </p:cNvPr>
            <p:cNvSpPr/>
            <p:nvPr/>
          </p:nvSpPr>
          <p:spPr>
            <a:xfrm>
              <a:off x="4420234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51" name="직사각형 550">
              <a:extLst>
                <a:ext uri="{FF2B5EF4-FFF2-40B4-BE49-F238E27FC236}">
                  <a16:creationId xmlns:a16="http://schemas.microsoft.com/office/drawing/2014/main" id="{5DBFEC3B-AACD-403F-9CCD-242E4A581430}"/>
                </a:ext>
              </a:extLst>
            </p:cNvPr>
            <p:cNvSpPr/>
            <p:nvPr/>
          </p:nvSpPr>
          <p:spPr>
            <a:xfrm>
              <a:off x="4652711" y="5741293"/>
              <a:ext cx="190956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52" name="직사각형 551">
              <a:extLst>
                <a:ext uri="{FF2B5EF4-FFF2-40B4-BE49-F238E27FC236}">
                  <a16:creationId xmlns:a16="http://schemas.microsoft.com/office/drawing/2014/main" id="{E47436FC-CE18-4B9F-93BC-49E881468A77}"/>
                </a:ext>
              </a:extLst>
            </p:cNvPr>
            <p:cNvSpPr/>
            <p:nvPr/>
          </p:nvSpPr>
          <p:spPr>
            <a:xfrm>
              <a:off x="3722805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53" name="직사각형 552">
              <a:extLst>
                <a:ext uri="{FF2B5EF4-FFF2-40B4-BE49-F238E27FC236}">
                  <a16:creationId xmlns:a16="http://schemas.microsoft.com/office/drawing/2014/main" id="{238B06B0-28AA-443B-BAA6-1A3448450C8F}"/>
                </a:ext>
              </a:extLst>
            </p:cNvPr>
            <p:cNvSpPr/>
            <p:nvPr/>
          </p:nvSpPr>
          <p:spPr>
            <a:xfrm>
              <a:off x="395528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54" name="직사각형 553">
              <a:extLst>
                <a:ext uri="{FF2B5EF4-FFF2-40B4-BE49-F238E27FC236}">
                  <a16:creationId xmlns:a16="http://schemas.microsoft.com/office/drawing/2014/main" id="{2CDDDFA9-6C99-4534-B67A-252FB1139F12}"/>
                </a:ext>
              </a:extLst>
            </p:cNvPr>
            <p:cNvSpPr/>
            <p:nvPr/>
          </p:nvSpPr>
          <p:spPr>
            <a:xfrm>
              <a:off x="4187758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55" name="직사각형 554">
              <a:extLst>
                <a:ext uri="{FF2B5EF4-FFF2-40B4-BE49-F238E27FC236}">
                  <a16:creationId xmlns:a16="http://schemas.microsoft.com/office/drawing/2014/main" id="{090A80F8-DE3C-4500-A89C-82B43634A1F9}"/>
                </a:ext>
              </a:extLst>
            </p:cNvPr>
            <p:cNvSpPr/>
            <p:nvPr/>
          </p:nvSpPr>
          <p:spPr>
            <a:xfrm>
              <a:off x="4420234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56" name="직사각형 555">
              <a:extLst>
                <a:ext uri="{FF2B5EF4-FFF2-40B4-BE49-F238E27FC236}">
                  <a16:creationId xmlns:a16="http://schemas.microsoft.com/office/drawing/2014/main" id="{B0DF077C-A5D5-495E-B630-998FBB5253BA}"/>
                </a:ext>
              </a:extLst>
            </p:cNvPr>
            <p:cNvSpPr/>
            <p:nvPr/>
          </p:nvSpPr>
          <p:spPr>
            <a:xfrm>
              <a:off x="4652711" y="5741293"/>
              <a:ext cx="124140" cy="45719"/>
            </a:xfrm>
            <a:prstGeom prst="rect">
              <a:avLst/>
            </a:prstGeom>
            <a:solidFill>
              <a:srgbClr val="00D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1" name="이등변 삼각형 10">
            <a:extLst>
              <a:ext uri="{FF2B5EF4-FFF2-40B4-BE49-F238E27FC236}">
                <a16:creationId xmlns:a16="http://schemas.microsoft.com/office/drawing/2014/main" id="{B28ACDC3-428F-42FA-8F52-6816D2073A3B}"/>
              </a:ext>
            </a:extLst>
          </p:cNvPr>
          <p:cNvSpPr/>
          <p:nvPr/>
        </p:nvSpPr>
        <p:spPr>
          <a:xfrm rot="10800000">
            <a:off x="10150236" y="5540267"/>
            <a:ext cx="94838" cy="81758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57" name="직선 화살표 연결선 556">
            <a:extLst>
              <a:ext uri="{FF2B5EF4-FFF2-40B4-BE49-F238E27FC236}">
                <a16:creationId xmlns:a16="http://schemas.microsoft.com/office/drawing/2014/main" id="{FFB624E1-6E81-488C-B200-044FC91176DA}"/>
              </a:ext>
            </a:extLst>
          </p:cNvPr>
          <p:cNvCxnSpPr>
            <a:cxnSpLocks/>
          </p:cNvCxnSpPr>
          <p:nvPr/>
        </p:nvCxnSpPr>
        <p:spPr>
          <a:xfrm>
            <a:off x="8143051" y="5218166"/>
            <a:ext cx="767531" cy="0"/>
          </a:xfrm>
          <a:prstGeom prst="straightConnector1">
            <a:avLst/>
          </a:prstGeom>
          <a:ln w="25400">
            <a:solidFill>
              <a:srgbClr val="C00000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CB359AA-643A-8E7F-5369-68CCCED5F101}"/>
              </a:ext>
            </a:extLst>
          </p:cNvPr>
          <p:cNvSpPr txBox="1"/>
          <p:nvPr/>
        </p:nvSpPr>
        <p:spPr>
          <a:xfrm>
            <a:off x="5303213" y="1548557"/>
            <a:ext cx="3063659" cy="8878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로비 영웅 배치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로비에서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5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개의 덱 슬롯에 영웅 배치 가능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배치한 영웅은 인게임에서 시민으로 등장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02E599-2CBC-BF9A-FD2A-BEC51F58CE00}"/>
              </a:ext>
            </a:extLst>
          </p:cNvPr>
          <p:cNvSpPr txBox="1"/>
          <p:nvPr/>
        </p:nvSpPr>
        <p:spPr>
          <a:xfrm>
            <a:off x="1704575" y="5651354"/>
            <a:ext cx="1194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장착 중인 영웅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0571EC8-C36A-AB3C-8544-F7A26AE98AB6}"/>
              </a:ext>
            </a:extLst>
          </p:cNvPr>
          <p:cNvGrpSpPr/>
          <p:nvPr/>
        </p:nvGrpSpPr>
        <p:grpSpPr>
          <a:xfrm>
            <a:off x="3200400" y="4245179"/>
            <a:ext cx="1096392" cy="152261"/>
            <a:chOff x="3711001" y="1282642"/>
            <a:chExt cx="1143532" cy="158808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1047924B-B2A9-C58D-9AF4-2E059D8E0769}"/>
                </a:ext>
              </a:extLst>
            </p:cNvPr>
            <p:cNvSpPr/>
            <p:nvPr/>
          </p:nvSpPr>
          <p:spPr>
            <a:xfrm>
              <a:off x="4012969" y="1282642"/>
              <a:ext cx="335232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F1FFB06C-75FE-E853-88FC-2A687453E5EF}"/>
                </a:ext>
              </a:extLst>
            </p:cNvPr>
            <p:cNvSpPr/>
            <p:nvPr/>
          </p:nvSpPr>
          <p:spPr>
            <a:xfrm>
              <a:off x="4383856" y="1282642"/>
              <a:ext cx="335232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3EE7DE8C-92AA-5A85-F998-8D7CF2BB713A}"/>
                </a:ext>
              </a:extLst>
            </p:cNvPr>
            <p:cNvSpPr/>
            <p:nvPr/>
          </p:nvSpPr>
          <p:spPr>
            <a:xfrm>
              <a:off x="3711001" y="1282642"/>
              <a:ext cx="243773" cy="1588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1488AB1A-AA80-9A38-364B-BF524F9152E6}"/>
                </a:ext>
              </a:extLst>
            </p:cNvPr>
            <p:cNvSpPr/>
            <p:nvPr/>
          </p:nvSpPr>
          <p:spPr>
            <a:xfrm>
              <a:off x="4763074" y="1282642"/>
              <a:ext cx="91459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3FEE03BD-92D2-93EB-6D1C-25965CC09A39}"/>
              </a:ext>
            </a:extLst>
          </p:cNvPr>
          <p:cNvGrpSpPr/>
          <p:nvPr/>
        </p:nvGrpSpPr>
        <p:grpSpPr>
          <a:xfrm>
            <a:off x="9197946" y="4237780"/>
            <a:ext cx="1096392" cy="152261"/>
            <a:chOff x="3711001" y="1282642"/>
            <a:chExt cx="1143532" cy="158808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AC7FB0C9-FE28-028D-F116-05304D0214E3}"/>
                </a:ext>
              </a:extLst>
            </p:cNvPr>
            <p:cNvSpPr/>
            <p:nvPr/>
          </p:nvSpPr>
          <p:spPr>
            <a:xfrm>
              <a:off x="4012969" y="1282642"/>
              <a:ext cx="335232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90459D08-7E66-D03E-72B7-FA100390E939}"/>
                </a:ext>
              </a:extLst>
            </p:cNvPr>
            <p:cNvSpPr/>
            <p:nvPr/>
          </p:nvSpPr>
          <p:spPr>
            <a:xfrm>
              <a:off x="4383856" y="1282642"/>
              <a:ext cx="335232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07522DF3-2454-6286-4AC5-4B9BDA560071}"/>
                </a:ext>
              </a:extLst>
            </p:cNvPr>
            <p:cNvSpPr/>
            <p:nvPr/>
          </p:nvSpPr>
          <p:spPr>
            <a:xfrm>
              <a:off x="3711001" y="1282642"/>
              <a:ext cx="243773" cy="1588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B20D1CC6-C541-1DAC-B48C-877344B152EB}"/>
                </a:ext>
              </a:extLst>
            </p:cNvPr>
            <p:cNvSpPr/>
            <p:nvPr/>
          </p:nvSpPr>
          <p:spPr>
            <a:xfrm>
              <a:off x="4763074" y="1282642"/>
              <a:ext cx="91459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1572094-9169-86C5-DEF4-B6F604EB945A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8A5450-3CBB-1D88-13C6-4863281D307F}"/>
              </a:ext>
            </a:extLst>
          </p:cNvPr>
          <p:cNvSpPr txBox="1"/>
          <p:nvPr/>
        </p:nvSpPr>
        <p:spPr>
          <a:xfrm>
            <a:off x="840746" y="513168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플로우 점검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F91B340-8EA7-259D-4603-A57B6FF65725}"/>
              </a:ext>
            </a:extLst>
          </p:cNvPr>
          <p:cNvSpPr txBox="1"/>
          <p:nvPr/>
        </p:nvSpPr>
        <p:spPr>
          <a:xfrm>
            <a:off x="745699" y="755794"/>
            <a:ext cx="2432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로비 플로우 점검</a:t>
            </a:r>
          </a:p>
        </p:txBody>
      </p:sp>
      <p:sp>
        <p:nvSpPr>
          <p:cNvPr id="69" name="왼쪽 중괄호 68">
            <a:extLst>
              <a:ext uri="{FF2B5EF4-FFF2-40B4-BE49-F238E27FC236}">
                <a16:creationId xmlns:a16="http://schemas.microsoft.com/office/drawing/2014/main" id="{8BD77DA4-268C-C5E1-A123-CC33C2671734}"/>
              </a:ext>
            </a:extLst>
          </p:cNvPr>
          <p:cNvSpPr/>
          <p:nvPr/>
        </p:nvSpPr>
        <p:spPr>
          <a:xfrm>
            <a:off x="2899133" y="5622025"/>
            <a:ext cx="153722" cy="333481"/>
          </a:xfrm>
          <a:prstGeom prst="leftBrace">
            <a:avLst>
              <a:gd name="adj1" fmla="val 0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EF955B-67F0-CC83-AC7F-6558B2FCC0E5}"/>
              </a:ext>
            </a:extLst>
          </p:cNvPr>
          <p:cNvSpPr txBox="1"/>
          <p:nvPr/>
        </p:nvSpPr>
        <p:spPr>
          <a:xfrm>
            <a:off x="2057235" y="4845286"/>
            <a:ext cx="8418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영웅 목록</a:t>
            </a:r>
          </a:p>
        </p:txBody>
      </p:sp>
      <p:sp>
        <p:nvSpPr>
          <p:cNvPr id="71" name="왼쪽 중괄호 70">
            <a:extLst>
              <a:ext uri="{FF2B5EF4-FFF2-40B4-BE49-F238E27FC236}">
                <a16:creationId xmlns:a16="http://schemas.microsoft.com/office/drawing/2014/main" id="{72D5A8BE-BD89-4E65-4587-657A350F63C2}"/>
              </a:ext>
            </a:extLst>
          </p:cNvPr>
          <p:cNvSpPr/>
          <p:nvPr/>
        </p:nvSpPr>
        <p:spPr>
          <a:xfrm>
            <a:off x="2899133" y="4441031"/>
            <a:ext cx="153722" cy="1047750"/>
          </a:xfrm>
          <a:prstGeom prst="leftBrace">
            <a:avLst>
              <a:gd name="adj1" fmla="val 0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just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228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D57D7685-9C00-0DDE-69B4-2CD1C4D8AB1A}"/>
              </a:ext>
            </a:extLst>
          </p:cNvPr>
          <p:cNvGrpSpPr/>
          <p:nvPr/>
        </p:nvGrpSpPr>
        <p:grpSpPr>
          <a:xfrm>
            <a:off x="3200400" y="3399630"/>
            <a:ext cx="1096392" cy="152261"/>
            <a:chOff x="3711001" y="1282642"/>
            <a:chExt cx="1143532" cy="158808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9EFEF08-91BA-20BB-A4A7-61EE8A076457}"/>
                </a:ext>
              </a:extLst>
            </p:cNvPr>
            <p:cNvSpPr/>
            <p:nvPr/>
          </p:nvSpPr>
          <p:spPr>
            <a:xfrm>
              <a:off x="4012969" y="1282642"/>
              <a:ext cx="335232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2418CD5-4931-317C-B56D-E5C349E2ACBB}"/>
                </a:ext>
              </a:extLst>
            </p:cNvPr>
            <p:cNvSpPr/>
            <p:nvPr/>
          </p:nvSpPr>
          <p:spPr>
            <a:xfrm>
              <a:off x="4383856" y="1282642"/>
              <a:ext cx="335232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0F8D468-3490-A685-387E-7C26597D4993}"/>
                </a:ext>
              </a:extLst>
            </p:cNvPr>
            <p:cNvSpPr/>
            <p:nvPr/>
          </p:nvSpPr>
          <p:spPr>
            <a:xfrm>
              <a:off x="3711001" y="1282642"/>
              <a:ext cx="243773" cy="1588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4531669-CC44-921E-4F85-087DF22E83FA}"/>
                </a:ext>
              </a:extLst>
            </p:cNvPr>
            <p:cNvSpPr/>
            <p:nvPr/>
          </p:nvSpPr>
          <p:spPr>
            <a:xfrm>
              <a:off x="4763074" y="1282642"/>
              <a:ext cx="91459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A141036-55DD-7CB1-DECB-5E51B1DC853A}"/>
              </a:ext>
            </a:extLst>
          </p:cNvPr>
          <p:cNvSpPr/>
          <p:nvPr/>
        </p:nvSpPr>
        <p:spPr>
          <a:xfrm>
            <a:off x="905513" y="1543492"/>
            <a:ext cx="1185487" cy="21075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tx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6DF3913-0E87-28D9-8B72-3C88A3D5C182}"/>
              </a:ext>
            </a:extLst>
          </p:cNvPr>
          <p:cNvSpPr/>
          <p:nvPr/>
        </p:nvSpPr>
        <p:spPr>
          <a:xfrm>
            <a:off x="3151802" y="1543492"/>
            <a:ext cx="1185487" cy="21075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tx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9BDE5B7-106A-8AF4-3A55-369DF0F5C375}"/>
              </a:ext>
            </a:extLst>
          </p:cNvPr>
          <p:cNvCxnSpPr>
            <a:cxnSpLocks/>
          </p:cNvCxnSpPr>
          <p:nvPr/>
        </p:nvCxnSpPr>
        <p:spPr>
          <a:xfrm>
            <a:off x="1867301" y="3224766"/>
            <a:ext cx="914400" cy="0"/>
          </a:xfrm>
          <a:prstGeom prst="straightConnector1">
            <a:avLst/>
          </a:prstGeom>
          <a:ln w="25400">
            <a:solidFill>
              <a:srgbClr val="C00000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25E539A-299F-8707-1110-E9135BAF6941}"/>
              </a:ext>
            </a:extLst>
          </p:cNvPr>
          <p:cNvSpPr txBox="1"/>
          <p:nvPr/>
        </p:nvSpPr>
        <p:spPr>
          <a:xfrm>
            <a:off x="1139023" y="3694853"/>
            <a:ext cx="718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타이틀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231164-CA84-7D8E-D935-33CCC4CA5C3B}"/>
              </a:ext>
            </a:extLst>
          </p:cNvPr>
          <p:cNvSpPr txBox="1"/>
          <p:nvPr/>
        </p:nvSpPr>
        <p:spPr>
          <a:xfrm>
            <a:off x="3474279" y="3694853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로비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1C77011-D5DF-FF80-49E9-24EE2E5B6000}"/>
              </a:ext>
            </a:extLst>
          </p:cNvPr>
          <p:cNvGrpSpPr/>
          <p:nvPr/>
        </p:nvGrpSpPr>
        <p:grpSpPr>
          <a:xfrm>
            <a:off x="3178039" y="3413260"/>
            <a:ext cx="1117208" cy="197646"/>
            <a:chOff x="3716730" y="3118584"/>
            <a:chExt cx="1021885" cy="185919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56142D2A-A886-2280-5AF2-D9592EE6185A}"/>
                </a:ext>
              </a:extLst>
            </p:cNvPr>
            <p:cNvSpPr/>
            <p:nvPr/>
          </p:nvSpPr>
          <p:spPr>
            <a:xfrm>
              <a:off x="3716730" y="3118584"/>
              <a:ext cx="306629" cy="1859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AA80C99-F148-F575-A6CD-9133B65A7A23}"/>
                </a:ext>
              </a:extLst>
            </p:cNvPr>
            <p:cNvSpPr/>
            <p:nvPr/>
          </p:nvSpPr>
          <p:spPr>
            <a:xfrm>
              <a:off x="4072127" y="3118584"/>
              <a:ext cx="306629" cy="1859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7F4144E-F0A1-72F7-AD72-3CEB8B2B928D}"/>
                </a:ext>
              </a:extLst>
            </p:cNvPr>
            <p:cNvSpPr/>
            <p:nvPr/>
          </p:nvSpPr>
          <p:spPr>
            <a:xfrm>
              <a:off x="4431986" y="3118584"/>
              <a:ext cx="306629" cy="1859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4DD67F6-D48C-A207-BE7D-20FEDD82A5BF}"/>
              </a:ext>
            </a:extLst>
          </p:cNvPr>
          <p:cNvSpPr/>
          <p:nvPr/>
        </p:nvSpPr>
        <p:spPr>
          <a:xfrm>
            <a:off x="3491734" y="3126682"/>
            <a:ext cx="505622" cy="203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F6414AD-4BE7-E319-7BF6-2B638429F4B0}"/>
              </a:ext>
            </a:extLst>
          </p:cNvPr>
          <p:cNvGrpSpPr/>
          <p:nvPr/>
        </p:nvGrpSpPr>
        <p:grpSpPr>
          <a:xfrm>
            <a:off x="3200400" y="1581227"/>
            <a:ext cx="1096392" cy="152261"/>
            <a:chOff x="3711001" y="1282642"/>
            <a:chExt cx="1143532" cy="158808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4654B174-7079-2B10-56C0-F07144B8C31A}"/>
                </a:ext>
              </a:extLst>
            </p:cNvPr>
            <p:cNvSpPr/>
            <p:nvPr/>
          </p:nvSpPr>
          <p:spPr>
            <a:xfrm>
              <a:off x="4012969" y="1282642"/>
              <a:ext cx="335232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930B3620-9433-137C-C85D-08EEF3A6E787}"/>
                </a:ext>
              </a:extLst>
            </p:cNvPr>
            <p:cNvSpPr/>
            <p:nvPr/>
          </p:nvSpPr>
          <p:spPr>
            <a:xfrm>
              <a:off x="4383856" y="1282642"/>
              <a:ext cx="335232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8F8125C1-62FC-7CB4-6B58-25F0E2482998}"/>
                </a:ext>
              </a:extLst>
            </p:cNvPr>
            <p:cNvSpPr/>
            <p:nvPr/>
          </p:nvSpPr>
          <p:spPr>
            <a:xfrm>
              <a:off x="3711001" y="1282642"/>
              <a:ext cx="243773" cy="1588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15089A1F-5C4D-9715-9D51-E19FAD96A74F}"/>
                </a:ext>
              </a:extLst>
            </p:cNvPr>
            <p:cNvSpPr/>
            <p:nvPr/>
          </p:nvSpPr>
          <p:spPr>
            <a:xfrm>
              <a:off x="4763074" y="1282642"/>
              <a:ext cx="91459" cy="984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8" name="타원 47">
            <a:extLst>
              <a:ext uri="{FF2B5EF4-FFF2-40B4-BE49-F238E27FC236}">
                <a16:creationId xmlns:a16="http://schemas.microsoft.com/office/drawing/2014/main" id="{7A4CED22-207D-DCBA-13B3-681B2B1AD4DF}"/>
              </a:ext>
            </a:extLst>
          </p:cNvPr>
          <p:cNvSpPr/>
          <p:nvPr/>
        </p:nvSpPr>
        <p:spPr>
          <a:xfrm>
            <a:off x="3532575" y="2531673"/>
            <a:ext cx="423940" cy="4239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706321B1-83D9-4BEB-8F67-455A758E924B}"/>
              </a:ext>
            </a:extLst>
          </p:cNvPr>
          <p:cNvCxnSpPr>
            <a:cxnSpLocks/>
          </p:cNvCxnSpPr>
          <p:nvPr/>
        </p:nvCxnSpPr>
        <p:spPr>
          <a:xfrm>
            <a:off x="3956515" y="3224766"/>
            <a:ext cx="1202626" cy="0"/>
          </a:xfrm>
          <a:prstGeom prst="straightConnector1">
            <a:avLst/>
          </a:prstGeom>
          <a:ln w="25400">
            <a:solidFill>
              <a:srgbClr val="C00000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969CF67-119D-EEDF-30DD-7AB889EEE5DE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F33803-CA10-F3DB-4363-BC583ED56075}"/>
              </a:ext>
            </a:extLst>
          </p:cNvPr>
          <p:cNvSpPr txBox="1"/>
          <p:nvPr/>
        </p:nvSpPr>
        <p:spPr>
          <a:xfrm>
            <a:off x="840746" y="513168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플로우 점검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41B0C4-9ECA-982E-B6F2-389E927BAF69}"/>
              </a:ext>
            </a:extLst>
          </p:cNvPr>
          <p:cNvSpPr txBox="1"/>
          <p:nvPr/>
        </p:nvSpPr>
        <p:spPr>
          <a:xfrm>
            <a:off x="745699" y="755794"/>
            <a:ext cx="2432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로비 플로우 점검</a:t>
            </a:r>
          </a:p>
        </p:txBody>
      </p:sp>
      <p:sp>
        <p:nvSpPr>
          <p:cNvPr id="462" name="직사각형 461">
            <a:extLst>
              <a:ext uri="{FF2B5EF4-FFF2-40B4-BE49-F238E27FC236}">
                <a16:creationId xmlns:a16="http://schemas.microsoft.com/office/drawing/2014/main" id="{E396E3A1-F8C8-452F-945E-423A92BE9E78}"/>
              </a:ext>
            </a:extLst>
          </p:cNvPr>
          <p:cNvSpPr/>
          <p:nvPr/>
        </p:nvSpPr>
        <p:spPr>
          <a:xfrm>
            <a:off x="5567461" y="1553507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3" name="사각형: 둥근 모서리 462">
            <a:extLst>
              <a:ext uri="{FF2B5EF4-FFF2-40B4-BE49-F238E27FC236}">
                <a16:creationId xmlns:a16="http://schemas.microsoft.com/office/drawing/2014/main" id="{7CF02A8F-0220-4E4D-83C6-75369C647166}"/>
              </a:ext>
            </a:extLst>
          </p:cNvPr>
          <p:cNvSpPr/>
          <p:nvPr/>
        </p:nvSpPr>
        <p:spPr>
          <a:xfrm>
            <a:off x="5668324" y="1657441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4" name="사각형: 둥근 모서리 463">
            <a:extLst>
              <a:ext uri="{FF2B5EF4-FFF2-40B4-BE49-F238E27FC236}">
                <a16:creationId xmlns:a16="http://schemas.microsoft.com/office/drawing/2014/main" id="{3BF25CA7-7713-48BF-85ED-F57AC6A2405C}"/>
              </a:ext>
            </a:extLst>
          </p:cNvPr>
          <p:cNvSpPr/>
          <p:nvPr/>
        </p:nvSpPr>
        <p:spPr>
          <a:xfrm>
            <a:off x="5663642" y="2200338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5" name="사각형: 둥근 모서리 464">
            <a:extLst>
              <a:ext uri="{FF2B5EF4-FFF2-40B4-BE49-F238E27FC236}">
                <a16:creationId xmlns:a16="http://schemas.microsoft.com/office/drawing/2014/main" id="{FD39C5DB-4811-46F0-84DA-F5DE8A5DB63C}"/>
              </a:ext>
            </a:extLst>
          </p:cNvPr>
          <p:cNvSpPr/>
          <p:nvPr/>
        </p:nvSpPr>
        <p:spPr>
          <a:xfrm>
            <a:off x="7594400" y="1657441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6" name="사각형: 둥근 모서리 465">
            <a:extLst>
              <a:ext uri="{FF2B5EF4-FFF2-40B4-BE49-F238E27FC236}">
                <a16:creationId xmlns:a16="http://schemas.microsoft.com/office/drawing/2014/main" id="{B68DF71C-DBD3-4A9F-8329-BEEB87281A79}"/>
              </a:ext>
            </a:extLst>
          </p:cNvPr>
          <p:cNvSpPr/>
          <p:nvPr/>
        </p:nvSpPr>
        <p:spPr>
          <a:xfrm>
            <a:off x="6630918" y="1657441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75" name="그림 474">
            <a:extLst>
              <a:ext uri="{FF2B5EF4-FFF2-40B4-BE49-F238E27FC236}">
                <a16:creationId xmlns:a16="http://schemas.microsoft.com/office/drawing/2014/main" id="{B1474382-1F27-4F17-B26E-FEAD8DEA8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39397" y="3900003"/>
            <a:ext cx="223412" cy="195916"/>
          </a:xfrm>
          <a:prstGeom prst="rect">
            <a:avLst/>
          </a:prstGeom>
        </p:spPr>
      </p:pic>
      <p:pic>
        <p:nvPicPr>
          <p:cNvPr id="477" name="그림 476">
            <a:extLst>
              <a:ext uri="{FF2B5EF4-FFF2-40B4-BE49-F238E27FC236}">
                <a16:creationId xmlns:a16="http://schemas.microsoft.com/office/drawing/2014/main" id="{A068C6BD-6099-4501-B666-751F59A14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7930" y="3081419"/>
            <a:ext cx="223412" cy="195916"/>
          </a:xfrm>
          <a:prstGeom prst="rect">
            <a:avLst/>
          </a:prstGeom>
        </p:spPr>
      </p:pic>
      <p:pic>
        <p:nvPicPr>
          <p:cNvPr id="478" name="그림 477">
            <a:extLst>
              <a:ext uri="{FF2B5EF4-FFF2-40B4-BE49-F238E27FC236}">
                <a16:creationId xmlns:a16="http://schemas.microsoft.com/office/drawing/2014/main" id="{C8F7BEE7-F6E3-4085-A348-2077BDF75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577" y="4141464"/>
            <a:ext cx="247730" cy="217240"/>
          </a:xfrm>
          <a:prstGeom prst="rect">
            <a:avLst/>
          </a:prstGeom>
        </p:spPr>
      </p:pic>
      <p:pic>
        <p:nvPicPr>
          <p:cNvPr id="481" name="그림 480">
            <a:extLst>
              <a:ext uri="{FF2B5EF4-FFF2-40B4-BE49-F238E27FC236}">
                <a16:creationId xmlns:a16="http://schemas.microsoft.com/office/drawing/2014/main" id="{F8271B14-5E92-47AD-8300-E4EBBE5E0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259" y="3506370"/>
            <a:ext cx="247730" cy="217240"/>
          </a:xfrm>
          <a:prstGeom prst="rect">
            <a:avLst/>
          </a:prstGeom>
        </p:spPr>
      </p:pic>
      <p:pic>
        <p:nvPicPr>
          <p:cNvPr id="482" name="그림 481">
            <a:extLst>
              <a:ext uri="{FF2B5EF4-FFF2-40B4-BE49-F238E27FC236}">
                <a16:creationId xmlns:a16="http://schemas.microsoft.com/office/drawing/2014/main" id="{F01DF464-D826-4ED9-9F64-50FD744F32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133" y="3724645"/>
            <a:ext cx="247730" cy="217240"/>
          </a:xfrm>
          <a:prstGeom prst="rect">
            <a:avLst/>
          </a:prstGeom>
        </p:spPr>
      </p:pic>
      <p:pic>
        <p:nvPicPr>
          <p:cNvPr id="483" name="그림 482">
            <a:extLst>
              <a:ext uri="{FF2B5EF4-FFF2-40B4-BE49-F238E27FC236}">
                <a16:creationId xmlns:a16="http://schemas.microsoft.com/office/drawing/2014/main" id="{898F0859-A8BF-472C-9FDC-8673E4841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299897" y="4426837"/>
            <a:ext cx="274025" cy="240298"/>
          </a:xfrm>
          <a:prstGeom prst="rect">
            <a:avLst/>
          </a:prstGeom>
        </p:spPr>
      </p:pic>
      <p:sp>
        <p:nvSpPr>
          <p:cNvPr id="484" name="직사각형 483">
            <a:extLst>
              <a:ext uri="{FF2B5EF4-FFF2-40B4-BE49-F238E27FC236}">
                <a16:creationId xmlns:a16="http://schemas.microsoft.com/office/drawing/2014/main" id="{5CD377F2-B40F-49F3-9AB7-F9F7DD93A876}"/>
              </a:ext>
            </a:extLst>
          </p:cNvPr>
          <p:cNvSpPr/>
          <p:nvPr/>
        </p:nvSpPr>
        <p:spPr>
          <a:xfrm>
            <a:off x="8525883" y="1553507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5" name="사각형: 둥근 모서리 484">
            <a:extLst>
              <a:ext uri="{FF2B5EF4-FFF2-40B4-BE49-F238E27FC236}">
                <a16:creationId xmlns:a16="http://schemas.microsoft.com/office/drawing/2014/main" id="{73A99610-3312-49E2-980C-8BB3EBFA1957}"/>
              </a:ext>
            </a:extLst>
          </p:cNvPr>
          <p:cNvSpPr/>
          <p:nvPr/>
        </p:nvSpPr>
        <p:spPr>
          <a:xfrm>
            <a:off x="8626746" y="1657441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6" name="사각형: 둥근 모서리 485">
            <a:extLst>
              <a:ext uri="{FF2B5EF4-FFF2-40B4-BE49-F238E27FC236}">
                <a16:creationId xmlns:a16="http://schemas.microsoft.com/office/drawing/2014/main" id="{008860CD-05C7-4656-89A8-A41E421DEADD}"/>
              </a:ext>
            </a:extLst>
          </p:cNvPr>
          <p:cNvSpPr/>
          <p:nvPr/>
        </p:nvSpPr>
        <p:spPr>
          <a:xfrm>
            <a:off x="8622064" y="2200338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7" name="사각형: 둥근 모서리 486">
            <a:extLst>
              <a:ext uri="{FF2B5EF4-FFF2-40B4-BE49-F238E27FC236}">
                <a16:creationId xmlns:a16="http://schemas.microsoft.com/office/drawing/2014/main" id="{8E70D90F-F063-4F96-8FFE-538BB52FE249}"/>
              </a:ext>
            </a:extLst>
          </p:cNvPr>
          <p:cNvSpPr/>
          <p:nvPr/>
        </p:nvSpPr>
        <p:spPr>
          <a:xfrm>
            <a:off x="10552822" y="1657441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8" name="사각형: 둥근 모서리 487">
            <a:extLst>
              <a:ext uri="{FF2B5EF4-FFF2-40B4-BE49-F238E27FC236}">
                <a16:creationId xmlns:a16="http://schemas.microsoft.com/office/drawing/2014/main" id="{E84D979E-7A2F-4FFB-BC1B-F5B5674E7C1F}"/>
              </a:ext>
            </a:extLst>
          </p:cNvPr>
          <p:cNvSpPr/>
          <p:nvPr/>
        </p:nvSpPr>
        <p:spPr>
          <a:xfrm>
            <a:off x="9589340" y="1657441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90" name="그림 489">
            <a:extLst>
              <a:ext uri="{FF2B5EF4-FFF2-40B4-BE49-F238E27FC236}">
                <a16:creationId xmlns:a16="http://schemas.microsoft.com/office/drawing/2014/main" id="{69823A6C-6227-4813-B0C1-48FA91858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340" y="3425992"/>
            <a:ext cx="385031" cy="450981"/>
          </a:xfrm>
          <a:prstGeom prst="rect">
            <a:avLst/>
          </a:prstGeom>
        </p:spPr>
      </p:pic>
      <p:pic>
        <p:nvPicPr>
          <p:cNvPr id="491" name="Picture 6" descr="박쥐 게임 스프라이트 | 프리미엄 벡터">
            <a:extLst>
              <a:ext uri="{FF2B5EF4-FFF2-40B4-BE49-F238E27FC236}">
                <a16:creationId xmlns:a16="http://schemas.microsoft.com/office/drawing/2014/main" id="{65E3B6FB-6CBB-4F33-B65D-6E4178A664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9200968" y="2200339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2" name="Picture 6" descr="박쥐 게임 스프라이트 | 프리미엄 벡터">
            <a:extLst>
              <a:ext uri="{FF2B5EF4-FFF2-40B4-BE49-F238E27FC236}">
                <a16:creationId xmlns:a16="http://schemas.microsoft.com/office/drawing/2014/main" id="{6E3EE702-67A9-4212-8B25-49B8D5C4B7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9970593" y="2169056"/>
            <a:ext cx="378357" cy="1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3" name="Picture 6" descr="박쥐 게임 스프라이트 | 프리미엄 벡터">
            <a:extLst>
              <a:ext uri="{FF2B5EF4-FFF2-40B4-BE49-F238E27FC236}">
                <a16:creationId xmlns:a16="http://schemas.microsoft.com/office/drawing/2014/main" id="{F8D8C692-791C-434B-98BB-FE5E720189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9162829" y="2501366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6" name="Picture 6" descr="박쥐 게임 스프라이트 | 프리미엄 벡터">
            <a:extLst>
              <a:ext uri="{FF2B5EF4-FFF2-40B4-BE49-F238E27FC236}">
                <a16:creationId xmlns:a16="http://schemas.microsoft.com/office/drawing/2014/main" id="{9EA0DB94-140E-4351-9480-BC2365B66C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9435638" y="4621760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7" name="Picture 6" descr="박쥐 게임 스프라이트 | 프리미엄 벡터">
            <a:extLst>
              <a:ext uri="{FF2B5EF4-FFF2-40B4-BE49-F238E27FC236}">
                <a16:creationId xmlns:a16="http://schemas.microsoft.com/office/drawing/2014/main" id="{6864C962-8CCF-4C46-9085-ACFA3DAF42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10194988" y="2489631"/>
            <a:ext cx="378357" cy="1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8" name="Picture 6" descr="박쥐 게임 스프라이트 | 프리미엄 벡터">
            <a:extLst>
              <a:ext uri="{FF2B5EF4-FFF2-40B4-BE49-F238E27FC236}">
                <a16:creationId xmlns:a16="http://schemas.microsoft.com/office/drawing/2014/main" id="{5FF7DBF2-C87E-4A31-B546-9931D3065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8702477" y="4340359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9" name="Picture 6" descr="박쥐 게임 스프라이트 | 프리미엄 벡터">
            <a:extLst>
              <a:ext uri="{FF2B5EF4-FFF2-40B4-BE49-F238E27FC236}">
                <a16:creationId xmlns:a16="http://schemas.microsoft.com/office/drawing/2014/main" id="{07219A5C-D67D-4C00-89FC-CEA79D9534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8565092" y="3133250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0" name="Picture 6" descr="박쥐 게임 스프라이트 | 프리미엄 벡터">
            <a:extLst>
              <a:ext uri="{FF2B5EF4-FFF2-40B4-BE49-F238E27FC236}">
                <a16:creationId xmlns:a16="http://schemas.microsoft.com/office/drawing/2014/main" id="{8B83CCE1-9D20-4CE3-9436-75717220BD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8990854" y="4730032"/>
            <a:ext cx="595547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1" name="Picture 6" descr="박쥐 게임 스프라이트 | 프리미엄 벡터">
            <a:extLst>
              <a:ext uri="{FF2B5EF4-FFF2-40B4-BE49-F238E27FC236}">
                <a16:creationId xmlns:a16="http://schemas.microsoft.com/office/drawing/2014/main" id="{70D713D6-6722-411F-9C0A-A598F061AF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8738842" y="4011069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2" name="TextBox 501">
            <a:extLst>
              <a:ext uri="{FF2B5EF4-FFF2-40B4-BE49-F238E27FC236}">
                <a16:creationId xmlns:a16="http://schemas.microsoft.com/office/drawing/2014/main" id="{65E66B99-02F5-45A1-8212-0E3C96BF49B1}"/>
              </a:ext>
            </a:extLst>
          </p:cNvPr>
          <p:cNvSpPr txBox="1"/>
          <p:nvPr/>
        </p:nvSpPr>
        <p:spPr>
          <a:xfrm>
            <a:off x="6230603" y="6183178"/>
            <a:ext cx="1231296" cy="289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빌드업 웨이브</a:t>
            </a:r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00010153-0D62-46E4-9599-E2637FAF3495}"/>
              </a:ext>
            </a:extLst>
          </p:cNvPr>
          <p:cNvSpPr txBox="1"/>
          <p:nvPr/>
        </p:nvSpPr>
        <p:spPr>
          <a:xfrm>
            <a:off x="8904255" y="6183178"/>
            <a:ext cx="1800838" cy="289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전투 </a:t>
            </a:r>
            <a:r>
              <a:rPr lang="en-US" altLang="ko-KR"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&amp; </a:t>
            </a:r>
            <a:r>
              <a:rPr lang="ko-KR" altLang="en-US"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디펜스 웨이브</a:t>
            </a:r>
          </a:p>
        </p:txBody>
      </p:sp>
      <p:pic>
        <p:nvPicPr>
          <p:cNvPr id="504" name="Picture 6" descr="박쥐 게임 스프라이트 | 프리미엄 벡터">
            <a:extLst>
              <a:ext uri="{FF2B5EF4-FFF2-40B4-BE49-F238E27FC236}">
                <a16:creationId xmlns:a16="http://schemas.microsoft.com/office/drawing/2014/main" id="{1F70CBC7-FE8F-49AC-9795-06795057AD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10231812" y="4672569"/>
            <a:ext cx="690773" cy="278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5" name="그림 504">
            <a:extLst>
              <a:ext uri="{FF2B5EF4-FFF2-40B4-BE49-F238E27FC236}">
                <a16:creationId xmlns:a16="http://schemas.microsoft.com/office/drawing/2014/main" id="{135FE666-735C-4791-ADCC-E48BFD46C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422" y="2319972"/>
            <a:ext cx="247730" cy="217240"/>
          </a:xfrm>
          <a:prstGeom prst="rect">
            <a:avLst/>
          </a:prstGeom>
        </p:spPr>
      </p:pic>
      <p:pic>
        <p:nvPicPr>
          <p:cNvPr id="506" name="그림 505">
            <a:extLst>
              <a:ext uri="{FF2B5EF4-FFF2-40B4-BE49-F238E27FC236}">
                <a16:creationId xmlns:a16="http://schemas.microsoft.com/office/drawing/2014/main" id="{36F194DD-7CDA-4394-94D1-594968EC0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144" y="4904938"/>
            <a:ext cx="247730" cy="217240"/>
          </a:xfrm>
          <a:prstGeom prst="rect">
            <a:avLst/>
          </a:prstGeom>
        </p:spPr>
      </p:pic>
      <p:pic>
        <p:nvPicPr>
          <p:cNvPr id="507" name="그림 506">
            <a:extLst>
              <a:ext uri="{FF2B5EF4-FFF2-40B4-BE49-F238E27FC236}">
                <a16:creationId xmlns:a16="http://schemas.microsoft.com/office/drawing/2014/main" id="{B67A56CE-6BA1-46E8-AF59-6774C7BF3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777" y="2688403"/>
            <a:ext cx="247730" cy="217240"/>
          </a:xfrm>
          <a:prstGeom prst="rect">
            <a:avLst/>
          </a:prstGeom>
        </p:spPr>
      </p:pic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F2DF757D-2A40-4CDB-AB0E-75E51A32B070}"/>
              </a:ext>
            </a:extLst>
          </p:cNvPr>
          <p:cNvGrpSpPr/>
          <p:nvPr/>
        </p:nvGrpSpPr>
        <p:grpSpPr>
          <a:xfrm>
            <a:off x="10150298" y="3310975"/>
            <a:ext cx="440651" cy="651758"/>
            <a:chOff x="10529392" y="3206783"/>
            <a:chExt cx="253716" cy="375266"/>
          </a:xfrm>
        </p:grpSpPr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A1F6C62E-BBDB-459B-B92E-6BB0F10097C0}"/>
                </a:ext>
              </a:extLst>
            </p:cNvPr>
            <p:cNvGrpSpPr/>
            <p:nvPr/>
          </p:nvGrpSpPr>
          <p:grpSpPr>
            <a:xfrm>
              <a:off x="10529392" y="3206783"/>
              <a:ext cx="253716" cy="375266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71" name="직사각형 170">
                <a:extLst>
                  <a:ext uri="{FF2B5EF4-FFF2-40B4-BE49-F238E27FC236}">
                    <a16:creationId xmlns:a16="http://schemas.microsoft.com/office/drawing/2014/main" id="{93BCB630-7A0A-4277-A844-9A89111291AD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460C3800-E899-4724-AF6D-58119942728D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967974C3-0665-450F-8214-9E98A54D5F60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4" name="직사각형 173">
                <a:extLst>
                  <a:ext uri="{FF2B5EF4-FFF2-40B4-BE49-F238E27FC236}">
                    <a16:creationId xmlns:a16="http://schemas.microsoft.com/office/drawing/2014/main" id="{DA38C713-19C8-46E9-8AFB-76F0E8556FA0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5" name="직사각형 174">
                <a:extLst>
                  <a:ext uri="{FF2B5EF4-FFF2-40B4-BE49-F238E27FC236}">
                    <a16:creationId xmlns:a16="http://schemas.microsoft.com/office/drawing/2014/main" id="{AE232F4C-FC65-4A11-BB9E-681E79B0E481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6" name="직사각형 175">
                <a:extLst>
                  <a:ext uri="{FF2B5EF4-FFF2-40B4-BE49-F238E27FC236}">
                    <a16:creationId xmlns:a16="http://schemas.microsoft.com/office/drawing/2014/main" id="{839C90AD-CBF8-402F-A1D5-CE04F2BB009A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70" name="그림 169">
              <a:extLst>
                <a:ext uri="{FF2B5EF4-FFF2-40B4-BE49-F238E27FC236}">
                  <a16:creationId xmlns:a16="http://schemas.microsoft.com/office/drawing/2014/main" id="{A0255FB2-CBFE-4623-993B-54DC7B55F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71056" y="3296095"/>
              <a:ext cx="167686" cy="147049"/>
            </a:xfrm>
            <a:prstGeom prst="rect">
              <a:avLst/>
            </a:prstGeom>
          </p:spPr>
        </p:pic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722407EE-4B3B-4079-8F40-CE3EDEC7BB2C}"/>
              </a:ext>
            </a:extLst>
          </p:cNvPr>
          <p:cNvGrpSpPr/>
          <p:nvPr/>
        </p:nvGrpSpPr>
        <p:grpSpPr>
          <a:xfrm>
            <a:off x="9716097" y="2669641"/>
            <a:ext cx="440651" cy="651758"/>
            <a:chOff x="10290996" y="2826696"/>
            <a:chExt cx="253716" cy="375266"/>
          </a:xfrm>
        </p:grpSpPr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5A2847C7-BD0F-495B-BC02-1148B1626C9B}"/>
                </a:ext>
              </a:extLst>
            </p:cNvPr>
            <p:cNvGrpSpPr/>
            <p:nvPr/>
          </p:nvGrpSpPr>
          <p:grpSpPr>
            <a:xfrm>
              <a:off x="10290996" y="2826696"/>
              <a:ext cx="253716" cy="375266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63" name="직사각형 162">
                <a:extLst>
                  <a:ext uri="{FF2B5EF4-FFF2-40B4-BE49-F238E27FC236}">
                    <a16:creationId xmlns:a16="http://schemas.microsoft.com/office/drawing/2014/main" id="{762B7567-1B96-4F1F-85B8-EC250CA92D98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24662CA2-A5CC-43DA-8EDD-FDBF8D4DCE94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5" name="직사각형 164">
                <a:extLst>
                  <a:ext uri="{FF2B5EF4-FFF2-40B4-BE49-F238E27FC236}">
                    <a16:creationId xmlns:a16="http://schemas.microsoft.com/office/drawing/2014/main" id="{5D39AFB0-40EC-46C5-877F-5013F23F1872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6" name="직사각형 165">
                <a:extLst>
                  <a:ext uri="{FF2B5EF4-FFF2-40B4-BE49-F238E27FC236}">
                    <a16:creationId xmlns:a16="http://schemas.microsoft.com/office/drawing/2014/main" id="{AC53B84D-C9E6-4DFC-9DF6-BAD197868118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7" name="직사각형 166">
                <a:extLst>
                  <a:ext uri="{FF2B5EF4-FFF2-40B4-BE49-F238E27FC236}">
                    <a16:creationId xmlns:a16="http://schemas.microsoft.com/office/drawing/2014/main" id="{7DC40F21-0EE9-4610-8EED-962195602FDE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8" name="직사각형 167">
                <a:extLst>
                  <a:ext uri="{FF2B5EF4-FFF2-40B4-BE49-F238E27FC236}">
                    <a16:creationId xmlns:a16="http://schemas.microsoft.com/office/drawing/2014/main" id="{A91FBFAF-417A-446F-BD9C-27F740E92878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62" name="그림 161">
              <a:extLst>
                <a:ext uri="{FF2B5EF4-FFF2-40B4-BE49-F238E27FC236}">
                  <a16:creationId xmlns:a16="http://schemas.microsoft.com/office/drawing/2014/main" id="{44141D9C-B72C-42A3-8840-314513530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32660" y="2916008"/>
              <a:ext cx="167686" cy="147049"/>
            </a:xfrm>
            <a:prstGeom prst="rect">
              <a:avLst/>
            </a:prstGeom>
          </p:spPr>
        </p:pic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97899133-269B-4769-9635-D2B8DF4F6257}"/>
              </a:ext>
            </a:extLst>
          </p:cNvPr>
          <p:cNvGrpSpPr/>
          <p:nvPr/>
        </p:nvGrpSpPr>
        <p:grpSpPr>
          <a:xfrm>
            <a:off x="9283732" y="2889356"/>
            <a:ext cx="440651" cy="431186"/>
            <a:chOff x="10031415" y="2950781"/>
            <a:chExt cx="253716" cy="248266"/>
          </a:xfrm>
        </p:grpSpPr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010D5988-4B04-4DEF-88DE-05831B13AD4A}"/>
                </a:ext>
              </a:extLst>
            </p:cNvPr>
            <p:cNvGrpSpPr/>
            <p:nvPr/>
          </p:nvGrpSpPr>
          <p:grpSpPr>
            <a:xfrm>
              <a:off x="10031415" y="2950781"/>
              <a:ext cx="253716" cy="248266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57" name="직사각형 156">
                <a:extLst>
                  <a:ext uri="{FF2B5EF4-FFF2-40B4-BE49-F238E27FC236}">
                    <a16:creationId xmlns:a16="http://schemas.microsoft.com/office/drawing/2014/main" id="{535EB912-2305-403E-9937-651DBF8254C4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8" name="직사각형 157">
                <a:extLst>
                  <a:ext uri="{FF2B5EF4-FFF2-40B4-BE49-F238E27FC236}">
                    <a16:creationId xmlns:a16="http://schemas.microsoft.com/office/drawing/2014/main" id="{8F3E1B53-A7E7-40E7-BBA9-0346E25BC76E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92A59D5A-9422-4110-B423-97089FB60BE0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ACBDE290-614F-49C6-B200-4A322E3AAC0D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56" name="그림 155">
              <a:extLst>
                <a:ext uri="{FF2B5EF4-FFF2-40B4-BE49-F238E27FC236}">
                  <a16:creationId xmlns:a16="http://schemas.microsoft.com/office/drawing/2014/main" id="{576B386B-191D-4F18-AF7D-28537B2F5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3079" y="3001932"/>
              <a:ext cx="167686" cy="147049"/>
            </a:xfrm>
            <a:prstGeom prst="rect">
              <a:avLst/>
            </a:prstGeom>
          </p:spPr>
        </p:pic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AFA9E98C-0F70-4877-970B-BADF6DB087C6}"/>
              </a:ext>
            </a:extLst>
          </p:cNvPr>
          <p:cNvGrpSpPr/>
          <p:nvPr/>
        </p:nvGrpSpPr>
        <p:grpSpPr>
          <a:xfrm>
            <a:off x="9731908" y="3955829"/>
            <a:ext cx="440651" cy="651758"/>
            <a:chOff x="10529392" y="3206783"/>
            <a:chExt cx="253716" cy="375266"/>
          </a:xfrm>
        </p:grpSpPr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4C6852F2-9AD1-46E4-9A6F-D9031393599D}"/>
                </a:ext>
              </a:extLst>
            </p:cNvPr>
            <p:cNvGrpSpPr/>
            <p:nvPr/>
          </p:nvGrpSpPr>
          <p:grpSpPr>
            <a:xfrm>
              <a:off x="10529392" y="3206783"/>
              <a:ext cx="253716" cy="375266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E86A4FAB-CA2C-4C28-B86F-218AF2407F42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E6A1C816-C781-415E-9836-F29A6F033B38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2E781037-928D-438B-A521-12C5E5DEB091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2" name="직사각형 151">
                <a:extLst>
                  <a:ext uri="{FF2B5EF4-FFF2-40B4-BE49-F238E27FC236}">
                    <a16:creationId xmlns:a16="http://schemas.microsoft.com/office/drawing/2014/main" id="{C8E946B7-D8CB-494A-B411-D68943CA47E2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B86D50F5-9E02-4C49-B716-380E96899969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4" name="직사각형 153">
                <a:extLst>
                  <a:ext uri="{FF2B5EF4-FFF2-40B4-BE49-F238E27FC236}">
                    <a16:creationId xmlns:a16="http://schemas.microsoft.com/office/drawing/2014/main" id="{C4D6918C-1587-4FC2-8192-273E930717B4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47" name="그림 146">
              <a:extLst>
                <a:ext uri="{FF2B5EF4-FFF2-40B4-BE49-F238E27FC236}">
                  <a16:creationId xmlns:a16="http://schemas.microsoft.com/office/drawing/2014/main" id="{675215C5-C616-47A4-A6D9-17054E055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71056" y="3296095"/>
              <a:ext cx="167686" cy="147049"/>
            </a:xfrm>
            <a:prstGeom prst="rect">
              <a:avLst/>
            </a:prstGeom>
          </p:spPr>
        </p:pic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740BB75E-FCFC-4668-9058-F40F23DE97A3}"/>
              </a:ext>
            </a:extLst>
          </p:cNvPr>
          <p:cNvGrpSpPr/>
          <p:nvPr/>
        </p:nvGrpSpPr>
        <p:grpSpPr>
          <a:xfrm>
            <a:off x="9294642" y="3957553"/>
            <a:ext cx="440651" cy="431186"/>
            <a:chOff x="10031415" y="2950781"/>
            <a:chExt cx="253716" cy="248266"/>
          </a:xfrm>
        </p:grpSpPr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72BCEB45-A96B-4C07-B605-297DA150ED07}"/>
                </a:ext>
              </a:extLst>
            </p:cNvPr>
            <p:cNvGrpSpPr/>
            <p:nvPr/>
          </p:nvGrpSpPr>
          <p:grpSpPr>
            <a:xfrm>
              <a:off x="10031415" y="2950781"/>
              <a:ext cx="253716" cy="248266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E883B57B-2496-4155-B706-B123A28CB761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0E7F77F2-BDE4-4334-B1B4-D7FA8D08801A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BACFC894-D5E4-4346-A05D-E8AF3418B37F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4D6F44FF-2DD7-4E90-9884-1691C006CF34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41" name="그림 140">
              <a:extLst>
                <a:ext uri="{FF2B5EF4-FFF2-40B4-BE49-F238E27FC236}">
                  <a16:creationId xmlns:a16="http://schemas.microsoft.com/office/drawing/2014/main" id="{2BD72141-0B20-4BE7-842E-4B5CFC846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3079" y="3001932"/>
              <a:ext cx="167686" cy="147049"/>
            </a:xfrm>
            <a:prstGeom prst="rect">
              <a:avLst/>
            </a:prstGeom>
          </p:spPr>
        </p:pic>
      </p:grpSp>
      <p:pic>
        <p:nvPicPr>
          <p:cNvPr id="139" name="그림 138">
            <a:extLst>
              <a:ext uri="{FF2B5EF4-FFF2-40B4-BE49-F238E27FC236}">
                <a16:creationId xmlns:a16="http://schemas.microsoft.com/office/drawing/2014/main" id="{F5817B6B-09F6-40C2-9EC9-206D046A9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940" y="4214079"/>
            <a:ext cx="385031" cy="450981"/>
          </a:xfrm>
          <a:prstGeom prst="rect">
            <a:avLst/>
          </a:prstGeom>
        </p:spPr>
      </p:pic>
      <p:sp>
        <p:nvSpPr>
          <p:cNvPr id="61" name="직사각형 60">
            <a:extLst>
              <a:ext uri="{FF2B5EF4-FFF2-40B4-BE49-F238E27FC236}">
                <a16:creationId xmlns:a16="http://schemas.microsoft.com/office/drawing/2014/main" id="{A8879596-1864-95F0-1126-BFF5E418A4AB}"/>
              </a:ext>
            </a:extLst>
          </p:cNvPr>
          <p:cNvSpPr/>
          <p:nvPr/>
        </p:nvSpPr>
        <p:spPr>
          <a:xfrm>
            <a:off x="10934992" y="963922"/>
            <a:ext cx="148465" cy="148465"/>
          </a:xfrm>
          <a:prstGeom prst="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6231E01-4970-B8BE-FDE2-143C4A850C54}"/>
              </a:ext>
            </a:extLst>
          </p:cNvPr>
          <p:cNvSpPr txBox="1"/>
          <p:nvPr/>
        </p:nvSpPr>
        <p:spPr>
          <a:xfrm>
            <a:off x="9734054" y="913704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 현황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5F2CB1D-FFB7-75F8-3F87-06F2D6BEF03F}"/>
              </a:ext>
            </a:extLst>
          </p:cNvPr>
          <p:cNvSpPr/>
          <p:nvPr/>
        </p:nvSpPr>
        <p:spPr>
          <a:xfrm>
            <a:off x="10934992" y="1155400"/>
            <a:ext cx="148465" cy="1484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A89A0F74-55D4-A07D-A5BE-3E09E3735F01}"/>
              </a:ext>
            </a:extLst>
          </p:cNvPr>
          <p:cNvSpPr txBox="1"/>
          <p:nvPr/>
        </p:nvSpPr>
        <p:spPr>
          <a:xfrm>
            <a:off x="8801134" y="1105183"/>
            <a:ext cx="216271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진행도</a:t>
            </a:r>
          </a:p>
        </p:txBody>
      </p:sp>
      <p:sp>
        <p:nvSpPr>
          <p:cNvPr id="460" name="직사각형 459">
            <a:extLst>
              <a:ext uri="{FF2B5EF4-FFF2-40B4-BE49-F238E27FC236}">
                <a16:creationId xmlns:a16="http://schemas.microsoft.com/office/drawing/2014/main" id="{12952FF0-26E8-0330-35FD-CD933266A70E}"/>
              </a:ext>
            </a:extLst>
          </p:cNvPr>
          <p:cNvSpPr/>
          <p:nvPr/>
        </p:nvSpPr>
        <p:spPr>
          <a:xfrm>
            <a:off x="10934992" y="1346879"/>
            <a:ext cx="148465" cy="1484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71FD7C8D-7A7F-0D82-7B7A-A6328DAB0502}"/>
              </a:ext>
            </a:extLst>
          </p:cNvPr>
          <p:cNvSpPr txBox="1"/>
          <p:nvPr/>
        </p:nvSpPr>
        <p:spPr>
          <a:xfrm>
            <a:off x="9374702" y="1304980"/>
            <a:ext cx="1589141" cy="2603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배속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버튼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799F40FE-D0EA-AB89-A6C8-89F07EB0C379}"/>
              </a:ext>
            </a:extLst>
          </p:cNvPr>
          <p:cNvSpPr txBox="1"/>
          <p:nvPr/>
        </p:nvSpPr>
        <p:spPr>
          <a:xfrm>
            <a:off x="826866" y="4741779"/>
            <a:ext cx="4493538" cy="1331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로비에서 인게임 진입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로비에서 게임 시작을 누르면 인게임으로 진입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인게임은 웨이브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라운드 개념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단위로 구성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게임 시작 시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빌드업 웨이브부터 시작됨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뒤 페이지 설명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빌드업 웨이브가 끝나면 전투 웨이브가 시작됨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뒤 페이지 설명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6F046453-08F1-4BAE-A440-1B9E9BD98EE0}"/>
              </a:ext>
            </a:extLst>
          </p:cNvPr>
          <p:cNvGrpSpPr/>
          <p:nvPr/>
        </p:nvGrpSpPr>
        <p:grpSpPr>
          <a:xfrm>
            <a:off x="5572531" y="1549162"/>
            <a:ext cx="2557573" cy="59411"/>
            <a:chOff x="5645144" y="3140870"/>
            <a:chExt cx="249768" cy="110534"/>
          </a:xfrm>
        </p:grpSpPr>
        <p:sp>
          <p:nvSpPr>
            <p:cNvPr id="199" name="사각형: 둥근 모서리 198">
              <a:extLst>
                <a:ext uri="{FF2B5EF4-FFF2-40B4-BE49-F238E27FC236}">
                  <a16:creationId xmlns:a16="http://schemas.microsoft.com/office/drawing/2014/main" id="{F0CE18B3-085F-44DC-83B0-3A3B5C0FE9C6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200" name="사각형: 둥근 모서리 199">
              <a:extLst>
                <a:ext uri="{FF2B5EF4-FFF2-40B4-BE49-F238E27FC236}">
                  <a16:creationId xmlns:a16="http://schemas.microsoft.com/office/drawing/2014/main" id="{514156B0-C595-42CD-BFBA-32C3D91874E2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CC788E60-EA0B-4B96-A054-D25308294032}"/>
              </a:ext>
            </a:extLst>
          </p:cNvPr>
          <p:cNvGrpSpPr/>
          <p:nvPr/>
        </p:nvGrpSpPr>
        <p:grpSpPr>
          <a:xfrm>
            <a:off x="8525883" y="1549162"/>
            <a:ext cx="2557573" cy="59411"/>
            <a:chOff x="5645144" y="3140870"/>
            <a:chExt cx="249768" cy="110534"/>
          </a:xfrm>
        </p:grpSpPr>
        <p:sp>
          <p:nvSpPr>
            <p:cNvPr id="202" name="사각형: 둥근 모서리 201">
              <a:extLst>
                <a:ext uri="{FF2B5EF4-FFF2-40B4-BE49-F238E27FC236}">
                  <a16:creationId xmlns:a16="http://schemas.microsoft.com/office/drawing/2014/main" id="{275A2E2B-6E9A-4F3E-8E03-851FAEFDC819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203" name="사각형: 둥근 모서리 202">
              <a:extLst>
                <a:ext uri="{FF2B5EF4-FFF2-40B4-BE49-F238E27FC236}">
                  <a16:creationId xmlns:a16="http://schemas.microsoft.com/office/drawing/2014/main" id="{AA38016E-85A0-483C-ACF8-E1666BD652BD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pic>
        <p:nvPicPr>
          <p:cNvPr id="210" name="그림 209">
            <a:extLst>
              <a:ext uri="{FF2B5EF4-FFF2-40B4-BE49-F238E27FC236}">
                <a16:creationId xmlns:a16="http://schemas.microsoft.com/office/drawing/2014/main" id="{AABF7461-9DB4-44FE-86E2-0A161B25A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507" y="1680943"/>
            <a:ext cx="298293" cy="349388"/>
          </a:xfrm>
          <a:prstGeom prst="rect">
            <a:avLst/>
          </a:prstGeom>
        </p:spPr>
      </p:pic>
      <p:sp>
        <p:nvSpPr>
          <p:cNvPr id="211" name="TextBox 210">
            <a:extLst>
              <a:ext uri="{FF2B5EF4-FFF2-40B4-BE49-F238E27FC236}">
                <a16:creationId xmlns:a16="http://schemas.microsoft.com/office/drawing/2014/main" id="{1DB8CC6C-A76C-4307-B014-96E84AF56288}"/>
              </a:ext>
            </a:extLst>
          </p:cNvPr>
          <p:cNvSpPr txBox="1"/>
          <p:nvPr/>
        </p:nvSpPr>
        <p:spPr>
          <a:xfrm>
            <a:off x="5736684" y="1978508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212" name="Picture 2" descr="돋보기 - 무료 도구 및기구개 아이콘">
            <a:extLst>
              <a:ext uri="{FF2B5EF4-FFF2-40B4-BE49-F238E27FC236}">
                <a16:creationId xmlns:a16="http://schemas.microsoft.com/office/drawing/2014/main" id="{A62B0B69-CB68-4E64-B3F6-AFB856C6B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4005" y="1987647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그림 215">
            <a:extLst>
              <a:ext uri="{FF2B5EF4-FFF2-40B4-BE49-F238E27FC236}">
                <a16:creationId xmlns:a16="http://schemas.microsoft.com/office/drawing/2014/main" id="{E9E230C2-D103-42E3-B055-4DA70793F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226" y="1680943"/>
            <a:ext cx="298293" cy="349388"/>
          </a:xfrm>
          <a:prstGeom prst="rect">
            <a:avLst/>
          </a:prstGeom>
        </p:spPr>
      </p:pic>
      <p:sp>
        <p:nvSpPr>
          <p:cNvPr id="242" name="TextBox 241">
            <a:extLst>
              <a:ext uri="{FF2B5EF4-FFF2-40B4-BE49-F238E27FC236}">
                <a16:creationId xmlns:a16="http://schemas.microsoft.com/office/drawing/2014/main" id="{246DDFB8-0C94-4E2B-BDFB-B9CC52AF3A9D}"/>
              </a:ext>
            </a:extLst>
          </p:cNvPr>
          <p:cNvSpPr txBox="1"/>
          <p:nvPr/>
        </p:nvSpPr>
        <p:spPr>
          <a:xfrm>
            <a:off x="8704403" y="1978508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243" name="Picture 2" descr="돋보기 - 무료 도구 및기구개 아이콘">
            <a:extLst>
              <a:ext uri="{FF2B5EF4-FFF2-40B4-BE49-F238E27FC236}">
                <a16:creationId xmlns:a16="http://schemas.microsoft.com/office/drawing/2014/main" id="{1FACDCB4-9FB4-4733-BA5F-FA1C8EA40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1724" y="1987647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8" name="사각형: 둥근 모서리 267">
            <a:extLst>
              <a:ext uri="{FF2B5EF4-FFF2-40B4-BE49-F238E27FC236}">
                <a16:creationId xmlns:a16="http://schemas.microsoft.com/office/drawing/2014/main" id="{7BDEEB9E-6A6E-4628-A48E-70C86D86D6D6}"/>
              </a:ext>
            </a:extLst>
          </p:cNvPr>
          <p:cNvSpPr/>
          <p:nvPr/>
        </p:nvSpPr>
        <p:spPr>
          <a:xfrm>
            <a:off x="8567498" y="5316721"/>
            <a:ext cx="2472030" cy="726196"/>
          </a:xfrm>
          <a:prstGeom prst="roundRect">
            <a:avLst>
              <a:gd name="adj" fmla="val 6787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269" name="사각형: 둥근 모서리 268">
            <a:extLst>
              <a:ext uri="{FF2B5EF4-FFF2-40B4-BE49-F238E27FC236}">
                <a16:creationId xmlns:a16="http://schemas.microsoft.com/office/drawing/2014/main" id="{240A062E-1CA1-416D-B47F-9AD90174F917}"/>
              </a:ext>
            </a:extLst>
          </p:cNvPr>
          <p:cNvSpPr/>
          <p:nvPr/>
        </p:nvSpPr>
        <p:spPr>
          <a:xfrm>
            <a:off x="8567498" y="5309440"/>
            <a:ext cx="2472030" cy="201836"/>
          </a:xfrm>
          <a:prstGeom prst="roundRect">
            <a:avLst>
              <a:gd name="adj" fmla="val 6787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270" name="직사각형 269">
            <a:extLst>
              <a:ext uri="{FF2B5EF4-FFF2-40B4-BE49-F238E27FC236}">
                <a16:creationId xmlns:a16="http://schemas.microsoft.com/office/drawing/2014/main" id="{06444AF4-91A9-4A8C-89FB-03899FE4F4D6}"/>
              </a:ext>
            </a:extLst>
          </p:cNvPr>
          <p:cNvSpPr/>
          <p:nvPr/>
        </p:nvSpPr>
        <p:spPr>
          <a:xfrm>
            <a:off x="9031316" y="5558479"/>
            <a:ext cx="417597" cy="4392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401FD422-E54B-4AB5-B148-A59578EA5EF3}"/>
              </a:ext>
            </a:extLst>
          </p:cNvPr>
          <p:cNvGrpSpPr/>
          <p:nvPr/>
        </p:nvGrpSpPr>
        <p:grpSpPr>
          <a:xfrm>
            <a:off x="9120089" y="5664776"/>
            <a:ext cx="238478" cy="233355"/>
            <a:chOff x="10356957" y="4935575"/>
            <a:chExt cx="321867" cy="314954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97" name="직사각형 296">
              <a:extLst>
                <a:ext uri="{FF2B5EF4-FFF2-40B4-BE49-F238E27FC236}">
                  <a16:creationId xmlns:a16="http://schemas.microsoft.com/office/drawing/2014/main" id="{A7F72C98-46EA-4AD2-9C7F-B2F9C48C4AC9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8" name="직사각형 297">
              <a:extLst>
                <a:ext uri="{FF2B5EF4-FFF2-40B4-BE49-F238E27FC236}">
                  <a16:creationId xmlns:a16="http://schemas.microsoft.com/office/drawing/2014/main" id="{29BCC283-ADF1-4522-B9A6-3E4A43BB4592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9" name="직사각형 298">
              <a:extLst>
                <a:ext uri="{FF2B5EF4-FFF2-40B4-BE49-F238E27FC236}">
                  <a16:creationId xmlns:a16="http://schemas.microsoft.com/office/drawing/2014/main" id="{37691343-3E02-45EB-B3D3-86A657FEA40B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02" name="직사각형 301">
              <a:extLst>
                <a:ext uri="{FF2B5EF4-FFF2-40B4-BE49-F238E27FC236}">
                  <a16:creationId xmlns:a16="http://schemas.microsoft.com/office/drawing/2014/main" id="{2A843B16-F329-4178-BC21-88891821D3CD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272" name="그림 271">
            <a:extLst>
              <a:ext uri="{FF2B5EF4-FFF2-40B4-BE49-F238E27FC236}">
                <a16:creationId xmlns:a16="http://schemas.microsoft.com/office/drawing/2014/main" id="{34E1DB9C-2CB6-41E4-8654-3B77E86B2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9250" y="5712855"/>
            <a:ext cx="157615" cy="138217"/>
          </a:xfrm>
          <a:prstGeom prst="rect">
            <a:avLst/>
          </a:prstGeom>
        </p:spPr>
      </p:pic>
      <p:sp>
        <p:nvSpPr>
          <p:cNvPr id="273" name="직사각형 272">
            <a:extLst>
              <a:ext uri="{FF2B5EF4-FFF2-40B4-BE49-F238E27FC236}">
                <a16:creationId xmlns:a16="http://schemas.microsoft.com/office/drawing/2014/main" id="{ACE68AEC-30CE-4492-BEE2-0C34DCACB32B}"/>
              </a:ext>
            </a:extLst>
          </p:cNvPr>
          <p:cNvSpPr/>
          <p:nvPr/>
        </p:nvSpPr>
        <p:spPr>
          <a:xfrm>
            <a:off x="9516468" y="5558479"/>
            <a:ext cx="417597" cy="4392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74" name="그룹 273">
            <a:extLst>
              <a:ext uri="{FF2B5EF4-FFF2-40B4-BE49-F238E27FC236}">
                <a16:creationId xmlns:a16="http://schemas.microsoft.com/office/drawing/2014/main" id="{850B8504-9DF6-4DA8-82B8-A321967C282B}"/>
              </a:ext>
            </a:extLst>
          </p:cNvPr>
          <p:cNvGrpSpPr/>
          <p:nvPr/>
        </p:nvGrpSpPr>
        <p:grpSpPr>
          <a:xfrm>
            <a:off x="9605241" y="5600386"/>
            <a:ext cx="238478" cy="352727"/>
            <a:chOff x="10356957" y="4774461"/>
            <a:chExt cx="321867" cy="47606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91" name="직사각형 290">
              <a:extLst>
                <a:ext uri="{FF2B5EF4-FFF2-40B4-BE49-F238E27FC236}">
                  <a16:creationId xmlns:a16="http://schemas.microsoft.com/office/drawing/2014/main" id="{7F1BA337-9702-4158-AAB7-DBD3D0C1E087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2" name="직사각형 291">
              <a:extLst>
                <a:ext uri="{FF2B5EF4-FFF2-40B4-BE49-F238E27FC236}">
                  <a16:creationId xmlns:a16="http://schemas.microsoft.com/office/drawing/2014/main" id="{76D3CD30-7A1F-4ED8-970D-4611328924DC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3" name="직사각형 292">
              <a:extLst>
                <a:ext uri="{FF2B5EF4-FFF2-40B4-BE49-F238E27FC236}">
                  <a16:creationId xmlns:a16="http://schemas.microsoft.com/office/drawing/2014/main" id="{F885731D-0481-4AF3-BA4A-810FB7124E4A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4" name="직사각형 293">
              <a:extLst>
                <a:ext uri="{FF2B5EF4-FFF2-40B4-BE49-F238E27FC236}">
                  <a16:creationId xmlns:a16="http://schemas.microsoft.com/office/drawing/2014/main" id="{157F3129-DAC3-4DEC-9338-54F90E7528BF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5" name="직사각형 294">
              <a:extLst>
                <a:ext uri="{FF2B5EF4-FFF2-40B4-BE49-F238E27FC236}">
                  <a16:creationId xmlns:a16="http://schemas.microsoft.com/office/drawing/2014/main" id="{0AB2F30D-B39C-4154-AD5F-2F4E6D6014A8}"/>
                </a:ext>
              </a:extLst>
            </p:cNvPr>
            <p:cNvSpPr/>
            <p:nvPr/>
          </p:nvSpPr>
          <p:spPr>
            <a:xfrm>
              <a:off x="10356958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6" name="직사각형 295">
              <a:extLst>
                <a:ext uri="{FF2B5EF4-FFF2-40B4-BE49-F238E27FC236}">
                  <a16:creationId xmlns:a16="http://schemas.microsoft.com/office/drawing/2014/main" id="{94196D10-F945-46A1-92EF-59667D9AAF69}"/>
                </a:ext>
              </a:extLst>
            </p:cNvPr>
            <p:cNvSpPr/>
            <p:nvPr/>
          </p:nvSpPr>
          <p:spPr>
            <a:xfrm>
              <a:off x="10516581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275" name="그림 274">
            <a:extLst>
              <a:ext uri="{FF2B5EF4-FFF2-40B4-BE49-F238E27FC236}">
                <a16:creationId xmlns:a16="http://schemas.microsoft.com/office/drawing/2014/main" id="{3FFCB120-74C7-40C3-9E1F-66E57A237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4403" y="5684334"/>
            <a:ext cx="157615" cy="138217"/>
          </a:xfrm>
          <a:prstGeom prst="rect">
            <a:avLst/>
          </a:prstGeom>
        </p:spPr>
      </p:pic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8F34E0AA-515C-47B7-AD4D-0EFFCB3A920B}"/>
              </a:ext>
            </a:extLst>
          </p:cNvPr>
          <p:cNvSpPr/>
          <p:nvPr/>
        </p:nvSpPr>
        <p:spPr>
          <a:xfrm>
            <a:off x="10001620" y="5558479"/>
            <a:ext cx="417597" cy="4392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FBC52546-D9B2-4C42-B45B-81617CEBD207}"/>
              </a:ext>
            </a:extLst>
          </p:cNvPr>
          <p:cNvGrpSpPr/>
          <p:nvPr/>
        </p:nvGrpSpPr>
        <p:grpSpPr>
          <a:xfrm>
            <a:off x="10090393" y="5600386"/>
            <a:ext cx="238478" cy="352727"/>
            <a:chOff x="10356957" y="4774461"/>
            <a:chExt cx="321867" cy="47606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85" name="직사각형 284">
              <a:extLst>
                <a:ext uri="{FF2B5EF4-FFF2-40B4-BE49-F238E27FC236}">
                  <a16:creationId xmlns:a16="http://schemas.microsoft.com/office/drawing/2014/main" id="{6EABAB5D-C63F-4479-8716-2703E9F7DC95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6" name="직사각형 285">
              <a:extLst>
                <a:ext uri="{FF2B5EF4-FFF2-40B4-BE49-F238E27FC236}">
                  <a16:creationId xmlns:a16="http://schemas.microsoft.com/office/drawing/2014/main" id="{B86F39C3-9B47-47F1-91C7-8FA20412AAFE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7" name="직사각형 286">
              <a:extLst>
                <a:ext uri="{FF2B5EF4-FFF2-40B4-BE49-F238E27FC236}">
                  <a16:creationId xmlns:a16="http://schemas.microsoft.com/office/drawing/2014/main" id="{7A4C587E-9270-483A-B7F4-3610520F21B2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8" name="직사각형 287">
              <a:extLst>
                <a:ext uri="{FF2B5EF4-FFF2-40B4-BE49-F238E27FC236}">
                  <a16:creationId xmlns:a16="http://schemas.microsoft.com/office/drawing/2014/main" id="{D5EFAEC3-8B65-4554-9443-693EB811708D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9" name="직사각형 288">
              <a:extLst>
                <a:ext uri="{FF2B5EF4-FFF2-40B4-BE49-F238E27FC236}">
                  <a16:creationId xmlns:a16="http://schemas.microsoft.com/office/drawing/2014/main" id="{CFEC615B-054A-4BB6-9751-9983873F54AA}"/>
                </a:ext>
              </a:extLst>
            </p:cNvPr>
            <p:cNvSpPr/>
            <p:nvPr/>
          </p:nvSpPr>
          <p:spPr>
            <a:xfrm>
              <a:off x="10356958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0" name="직사각형 289">
              <a:extLst>
                <a:ext uri="{FF2B5EF4-FFF2-40B4-BE49-F238E27FC236}">
                  <a16:creationId xmlns:a16="http://schemas.microsoft.com/office/drawing/2014/main" id="{DF2A450B-90F9-44A1-AE20-5487C1E0C556}"/>
                </a:ext>
              </a:extLst>
            </p:cNvPr>
            <p:cNvSpPr/>
            <p:nvPr/>
          </p:nvSpPr>
          <p:spPr>
            <a:xfrm>
              <a:off x="10516581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279" name="그림 278">
            <a:extLst>
              <a:ext uri="{FF2B5EF4-FFF2-40B4-BE49-F238E27FC236}">
                <a16:creationId xmlns:a16="http://schemas.microsoft.com/office/drawing/2014/main" id="{BD412BDC-BB6D-4F6D-B2C0-B75DFF98D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555" y="5684334"/>
            <a:ext cx="157615" cy="138217"/>
          </a:xfrm>
          <a:prstGeom prst="rect">
            <a:avLst/>
          </a:prstGeom>
        </p:spPr>
      </p:pic>
      <p:sp>
        <p:nvSpPr>
          <p:cNvPr id="280" name="사각형: 둥근 모서리 279">
            <a:extLst>
              <a:ext uri="{FF2B5EF4-FFF2-40B4-BE49-F238E27FC236}">
                <a16:creationId xmlns:a16="http://schemas.microsoft.com/office/drawing/2014/main" id="{7657546D-020C-42AB-9CE6-654481284CB2}"/>
              </a:ext>
            </a:extLst>
          </p:cNvPr>
          <p:cNvSpPr/>
          <p:nvPr/>
        </p:nvSpPr>
        <p:spPr>
          <a:xfrm>
            <a:off x="8684179" y="5306368"/>
            <a:ext cx="1992740" cy="184832"/>
          </a:xfrm>
          <a:prstGeom prst="roundRect">
            <a:avLst>
              <a:gd name="adj" fmla="val 6787"/>
            </a:avLst>
          </a:prstGeom>
          <a:solidFill>
            <a:srgbClr val="00D2FF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F976E3B3-F3C3-4C7D-9E08-C594198B0111}"/>
              </a:ext>
            </a:extLst>
          </p:cNvPr>
          <p:cNvSpPr txBox="1"/>
          <p:nvPr/>
        </p:nvSpPr>
        <p:spPr>
          <a:xfrm>
            <a:off x="9612232" y="5260526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90%</a:t>
            </a:r>
            <a:endParaRPr lang="ko-KR" altLang="en-US" sz="12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grpSp>
        <p:nvGrpSpPr>
          <p:cNvPr id="282" name="그룹 281">
            <a:extLst>
              <a:ext uri="{FF2B5EF4-FFF2-40B4-BE49-F238E27FC236}">
                <a16:creationId xmlns:a16="http://schemas.microsoft.com/office/drawing/2014/main" id="{CD4F9128-47DB-45AB-A456-39C22E90C776}"/>
              </a:ext>
            </a:extLst>
          </p:cNvPr>
          <p:cNvGrpSpPr/>
          <p:nvPr/>
        </p:nvGrpSpPr>
        <p:grpSpPr>
          <a:xfrm>
            <a:off x="8540793" y="5225702"/>
            <a:ext cx="330766" cy="330766"/>
            <a:chOff x="3782121" y="3757226"/>
            <a:chExt cx="1094680" cy="1094680"/>
          </a:xfrm>
        </p:grpSpPr>
        <p:sp>
          <p:nvSpPr>
            <p:cNvPr id="283" name="사각형: 둥근 모서리 282">
              <a:extLst>
                <a:ext uri="{FF2B5EF4-FFF2-40B4-BE49-F238E27FC236}">
                  <a16:creationId xmlns:a16="http://schemas.microsoft.com/office/drawing/2014/main" id="{9C796BE6-DB32-4E5F-9F7E-A9F90659F3BD}"/>
                </a:ext>
              </a:extLst>
            </p:cNvPr>
            <p:cNvSpPr/>
            <p:nvPr/>
          </p:nvSpPr>
          <p:spPr>
            <a:xfrm>
              <a:off x="3782121" y="3757226"/>
              <a:ext cx="1094680" cy="1094680"/>
            </a:xfrm>
            <a:prstGeom prst="roundRect">
              <a:avLst>
                <a:gd name="adj" fmla="val 4397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84" name="Picture 12">
              <a:extLst>
                <a:ext uri="{FF2B5EF4-FFF2-40B4-BE49-F238E27FC236}">
                  <a16:creationId xmlns:a16="http://schemas.microsoft.com/office/drawing/2014/main" id="{965D6520-8DDD-497E-AF9A-2756198FF1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2492" y="3768673"/>
              <a:ext cx="998443" cy="9984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58" name="사각형: 둥근 모서리 357">
            <a:extLst>
              <a:ext uri="{FF2B5EF4-FFF2-40B4-BE49-F238E27FC236}">
                <a16:creationId xmlns:a16="http://schemas.microsoft.com/office/drawing/2014/main" id="{A54CD62D-D43E-47CB-9B4E-AD490BB93493}"/>
              </a:ext>
            </a:extLst>
          </p:cNvPr>
          <p:cNvSpPr/>
          <p:nvPr/>
        </p:nvSpPr>
        <p:spPr>
          <a:xfrm>
            <a:off x="5618076" y="5316721"/>
            <a:ext cx="2472030" cy="726196"/>
          </a:xfrm>
          <a:prstGeom prst="roundRect">
            <a:avLst>
              <a:gd name="adj" fmla="val 6787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359" name="사각형: 둥근 모서리 358">
            <a:extLst>
              <a:ext uri="{FF2B5EF4-FFF2-40B4-BE49-F238E27FC236}">
                <a16:creationId xmlns:a16="http://schemas.microsoft.com/office/drawing/2014/main" id="{E1B2C757-F362-40DE-B90C-D9CE2B956044}"/>
              </a:ext>
            </a:extLst>
          </p:cNvPr>
          <p:cNvSpPr/>
          <p:nvPr/>
        </p:nvSpPr>
        <p:spPr>
          <a:xfrm>
            <a:off x="5618076" y="5309440"/>
            <a:ext cx="2472030" cy="201836"/>
          </a:xfrm>
          <a:prstGeom prst="roundRect">
            <a:avLst>
              <a:gd name="adj" fmla="val 6787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360" name="직사각형 359">
            <a:extLst>
              <a:ext uri="{FF2B5EF4-FFF2-40B4-BE49-F238E27FC236}">
                <a16:creationId xmlns:a16="http://schemas.microsoft.com/office/drawing/2014/main" id="{4C95CB81-63BD-4BBD-ADF6-8B6B0186B48B}"/>
              </a:ext>
            </a:extLst>
          </p:cNvPr>
          <p:cNvSpPr/>
          <p:nvPr/>
        </p:nvSpPr>
        <p:spPr>
          <a:xfrm>
            <a:off x="6081894" y="5558479"/>
            <a:ext cx="417597" cy="4392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61" name="그룹 360">
            <a:extLst>
              <a:ext uri="{FF2B5EF4-FFF2-40B4-BE49-F238E27FC236}">
                <a16:creationId xmlns:a16="http://schemas.microsoft.com/office/drawing/2014/main" id="{6C443329-E1D6-41AF-99B4-AEA659E3429C}"/>
              </a:ext>
            </a:extLst>
          </p:cNvPr>
          <p:cNvGrpSpPr/>
          <p:nvPr/>
        </p:nvGrpSpPr>
        <p:grpSpPr>
          <a:xfrm>
            <a:off x="6170667" y="5664776"/>
            <a:ext cx="238478" cy="233355"/>
            <a:chOff x="10356957" y="4935575"/>
            <a:chExt cx="321867" cy="314954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68" name="직사각형 367">
              <a:extLst>
                <a:ext uri="{FF2B5EF4-FFF2-40B4-BE49-F238E27FC236}">
                  <a16:creationId xmlns:a16="http://schemas.microsoft.com/office/drawing/2014/main" id="{F8984A2C-18CA-4E9F-9BDF-E9AA4AF1A780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0" name="직사각형 369">
              <a:extLst>
                <a:ext uri="{FF2B5EF4-FFF2-40B4-BE49-F238E27FC236}">
                  <a16:creationId xmlns:a16="http://schemas.microsoft.com/office/drawing/2014/main" id="{A50024D9-8ECD-4342-9AE0-ADAF582FD3E5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2" name="직사각형 371">
              <a:extLst>
                <a:ext uri="{FF2B5EF4-FFF2-40B4-BE49-F238E27FC236}">
                  <a16:creationId xmlns:a16="http://schemas.microsoft.com/office/drawing/2014/main" id="{4A6C2B06-2410-4132-81AC-ABBF4849226D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3" name="직사각형 372">
              <a:extLst>
                <a:ext uri="{FF2B5EF4-FFF2-40B4-BE49-F238E27FC236}">
                  <a16:creationId xmlns:a16="http://schemas.microsoft.com/office/drawing/2014/main" id="{2EC81A08-2CF8-495F-893C-13F894C2635F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374" name="그림 373">
            <a:extLst>
              <a:ext uri="{FF2B5EF4-FFF2-40B4-BE49-F238E27FC236}">
                <a16:creationId xmlns:a16="http://schemas.microsoft.com/office/drawing/2014/main" id="{EBEA0C6E-B7DC-471D-BD3D-43B2B8FA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828" y="5712855"/>
            <a:ext cx="157615" cy="138217"/>
          </a:xfrm>
          <a:prstGeom prst="rect">
            <a:avLst/>
          </a:prstGeom>
        </p:spPr>
      </p:pic>
      <p:sp>
        <p:nvSpPr>
          <p:cNvPr id="375" name="직사각형 374">
            <a:extLst>
              <a:ext uri="{FF2B5EF4-FFF2-40B4-BE49-F238E27FC236}">
                <a16:creationId xmlns:a16="http://schemas.microsoft.com/office/drawing/2014/main" id="{5FF92BBB-D3DB-443A-85C6-429B478C6A5C}"/>
              </a:ext>
            </a:extLst>
          </p:cNvPr>
          <p:cNvSpPr/>
          <p:nvPr/>
        </p:nvSpPr>
        <p:spPr>
          <a:xfrm>
            <a:off x="6567046" y="5558479"/>
            <a:ext cx="417597" cy="4392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76" name="그룹 375">
            <a:extLst>
              <a:ext uri="{FF2B5EF4-FFF2-40B4-BE49-F238E27FC236}">
                <a16:creationId xmlns:a16="http://schemas.microsoft.com/office/drawing/2014/main" id="{47A28F77-EE17-4498-BF5E-787D4AE33E5E}"/>
              </a:ext>
            </a:extLst>
          </p:cNvPr>
          <p:cNvGrpSpPr/>
          <p:nvPr/>
        </p:nvGrpSpPr>
        <p:grpSpPr>
          <a:xfrm>
            <a:off x="6655819" y="5600386"/>
            <a:ext cx="238478" cy="352727"/>
            <a:chOff x="10356957" y="4774461"/>
            <a:chExt cx="321867" cy="47606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77" name="직사각형 376">
              <a:extLst>
                <a:ext uri="{FF2B5EF4-FFF2-40B4-BE49-F238E27FC236}">
                  <a16:creationId xmlns:a16="http://schemas.microsoft.com/office/drawing/2014/main" id="{7E72986F-5AC5-478A-A8D2-8516D0840938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8" name="직사각형 377">
              <a:extLst>
                <a:ext uri="{FF2B5EF4-FFF2-40B4-BE49-F238E27FC236}">
                  <a16:creationId xmlns:a16="http://schemas.microsoft.com/office/drawing/2014/main" id="{BB01B2D4-D15F-4DE6-A11C-E83AEBA3F835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9" name="직사각형 378">
              <a:extLst>
                <a:ext uri="{FF2B5EF4-FFF2-40B4-BE49-F238E27FC236}">
                  <a16:creationId xmlns:a16="http://schemas.microsoft.com/office/drawing/2014/main" id="{D9DD1EB1-0D39-41CB-91C7-6DB17EB90BB3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0" name="직사각형 379">
              <a:extLst>
                <a:ext uri="{FF2B5EF4-FFF2-40B4-BE49-F238E27FC236}">
                  <a16:creationId xmlns:a16="http://schemas.microsoft.com/office/drawing/2014/main" id="{27C480C5-45F6-4915-9490-FE40223FE165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2" name="직사각형 381">
              <a:extLst>
                <a:ext uri="{FF2B5EF4-FFF2-40B4-BE49-F238E27FC236}">
                  <a16:creationId xmlns:a16="http://schemas.microsoft.com/office/drawing/2014/main" id="{99C8E76F-A8FF-4A94-A0E2-378CECA5EA31}"/>
                </a:ext>
              </a:extLst>
            </p:cNvPr>
            <p:cNvSpPr/>
            <p:nvPr/>
          </p:nvSpPr>
          <p:spPr>
            <a:xfrm>
              <a:off x="10356958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4" name="직사각형 383">
              <a:extLst>
                <a:ext uri="{FF2B5EF4-FFF2-40B4-BE49-F238E27FC236}">
                  <a16:creationId xmlns:a16="http://schemas.microsoft.com/office/drawing/2014/main" id="{492C6C84-2D6E-4CB0-ADA7-09EF33DADDE5}"/>
                </a:ext>
              </a:extLst>
            </p:cNvPr>
            <p:cNvSpPr/>
            <p:nvPr/>
          </p:nvSpPr>
          <p:spPr>
            <a:xfrm>
              <a:off x="10516581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385" name="그림 384">
            <a:extLst>
              <a:ext uri="{FF2B5EF4-FFF2-40B4-BE49-F238E27FC236}">
                <a16:creationId xmlns:a16="http://schemas.microsoft.com/office/drawing/2014/main" id="{6080DC40-C31F-49D6-BB69-A58191A4C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981" y="5684334"/>
            <a:ext cx="157615" cy="138217"/>
          </a:xfrm>
          <a:prstGeom prst="rect">
            <a:avLst/>
          </a:prstGeom>
        </p:spPr>
      </p:pic>
      <p:sp>
        <p:nvSpPr>
          <p:cNvPr id="387" name="직사각형 386">
            <a:extLst>
              <a:ext uri="{FF2B5EF4-FFF2-40B4-BE49-F238E27FC236}">
                <a16:creationId xmlns:a16="http://schemas.microsoft.com/office/drawing/2014/main" id="{D3258C33-C284-4491-8998-F60F2CB64786}"/>
              </a:ext>
            </a:extLst>
          </p:cNvPr>
          <p:cNvSpPr/>
          <p:nvPr/>
        </p:nvSpPr>
        <p:spPr>
          <a:xfrm>
            <a:off x="7052198" y="5558479"/>
            <a:ext cx="417597" cy="4392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88" name="그룹 387">
            <a:extLst>
              <a:ext uri="{FF2B5EF4-FFF2-40B4-BE49-F238E27FC236}">
                <a16:creationId xmlns:a16="http://schemas.microsoft.com/office/drawing/2014/main" id="{3B4A7D5F-7022-49B7-AFB9-BA5655C013E9}"/>
              </a:ext>
            </a:extLst>
          </p:cNvPr>
          <p:cNvGrpSpPr/>
          <p:nvPr/>
        </p:nvGrpSpPr>
        <p:grpSpPr>
          <a:xfrm>
            <a:off x="7140971" y="5600386"/>
            <a:ext cx="238478" cy="352727"/>
            <a:chOff x="10356957" y="4774461"/>
            <a:chExt cx="321867" cy="47606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89" name="직사각형 388">
              <a:extLst>
                <a:ext uri="{FF2B5EF4-FFF2-40B4-BE49-F238E27FC236}">
                  <a16:creationId xmlns:a16="http://schemas.microsoft.com/office/drawing/2014/main" id="{83262C3E-47D8-4BF0-8EE1-BCA280B3305F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0" name="직사각형 389">
              <a:extLst>
                <a:ext uri="{FF2B5EF4-FFF2-40B4-BE49-F238E27FC236}">
                  <a16:creationId xmlns:a16="http://schemas.microsoft.com/office/drawing/2014/main" id="{20218346-5094-417E-A652-BA6441AA48C1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1" name="직사각형 390">
              <a:extLst>
                <a:ext uri="{FF2B5EF4-FFF2-40B4-BE49-F238E27FC236}">
                  <a16:creationId xmlns:a16="http://schemas.microsoft.com/office/drawing/2014/main" id="{264A86EE-09D0-4E77-9ECD-1BCFE6FCBE47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2" name="직사각형 391">
              <a:extLst>
                <a:ext uri="{FF2B5EF4-FFF2-40B4-BE49-F238E27FC236}">
                  <a16:creationId xmlns:a16="http://schemas.microsoft.com/office/drawing/2014/main" id="{CC9D9062-FED6-49EA-BB0B-B1E4331736A8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3" name="직사각형 392">
              <a:extLst>
                <a:ext uri="{FF2B5EF4-FFF2-40B4-BE49-F238E27FC236}">
                  <a16:creationId xmlns:a16="http://schemas.microsoft.com/office/drawing/2014/main" id="{37ED707F-E0C8-4FF0-87FB-1EEE0DA8E1AD}"/>
                </a:ext>
              </a:extLst>
            </p:cNvPr>
            <p:cNvSpPr/>
            <p:nvPr/>
          </p:nvSpPr>
          <p:spPr>
            <a:xfrm>
              <a:off x="10356958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4" name="직사각형 393">
              <a:extLst>
                <a:ext uri="{FF2B5EF4-FFF2-40B4-BE49-F238E27FC236}">
                  <a16:creationId xmlns:a16="http://schemas.microsoft.com/office/drawing/2014/main" id="{842E53C6-1E1C-4BB4-8F7E-47DC2A34A294}"/>
                </a:ext>
              </a:extLst>
            </p:cNvPr>
            <p:cNvSpPr/>
            <p:nvPr/>
          </p:nvSpPr>
          <p:spPr>
            <a:xfrm>
              <a:off x="10516581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397" name="그림 396">
            <a:extLst>
              <a:ext uri="{FF2B5EF4-FFF2-40B4-BE49-F238E27FC236}">
                <a16:creationId xmlns:a16="http://schemas.microsoft.com/office/drawing/2014/main" id="{613D1EF3-04B1-4E84-A384-843DEEC43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133" y="5684334"/>
            <a:ext cx="157615" cy="138217"/>
          </a:xfrm>
          <a:prstGeom prst="rect">
            <a:avLst/>
          </a:prstGeom>
        </p:spPr>
      </p:pic>
      <p:sp>
        <p:nvSpPr>
          <p:cNvPr id="398" name="사각형: 둥근 모서리 397">
            <a:extLst>
              <a:ext uri="{FF2B5EF4-FFF2-40B4-BE49-F238E27FC236}">
                <a16:creationId xmlns:a16="http://schemas.microsoft.com/office/drawing/2014/main" id="{76A4E1F2-9180-49D7-9134-97400C7BB25A}"/>
              </a:ext>
            </a:extLst>
          </p:cNvPr>
          <p:cNvSpPr/>
          <p:nvPr/>
        </p:nvSpPr>
        <p:spPr>
          <a:xfrm>
            <a:off x="5734757" y="5306368"/>
            <a:ext cx="1992740" cy="184832"/>
          </a:xfrm>
          <a:prstGeom prst="roundRect">
            <a:avLst>
              <a:gd name="adj" fmla="val 6787"/>
            </a:avLst>
          </a:prstGeom>
          <a:solidFill>
            <a:srgbClr val="00D2FF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317B7B3-9F3A-4DB1-8590-288BBCC6FABC}"/>
              </a:ext>
            </a:extLst>
          </p:cNvPr>
          <p:cNvSpPr txBox="1"/>
          <p:nvPr/>
        </p:nvSpPr>
        <p:spPr>
          <a:xfrm>
            <a:off x="6662810" y="5260526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90%</a:t>
            </a:r>
            <a:endParaRPr lang="ko-KR" altLang="en-US" sz="12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grpSp>
        <p:nvGrpSpPr>
          <p:cNvPr id="400" name="그룹 399">
            <a:extLst>
              <a:ext uri="{FF2B5EF4-FFF2-40B4-BE49-F238E27FC236}">
                <a16:creationId xmlns:a16="http://schemas.microsoft.com/office/drawing/2014/main" id="{328D4F30-1C32-48FA-B14D-FFB8CD6FA12C}"/>
              </a:ext>
            </a:extLst>
          </p:cNvPr>
          <p:cNvGrpSpPr/>
          <p:nvPr/>
        </p:nvGrpSpPr>
        <p:grpSpPr>
          <a:xfrm>
            <a:off x="5591371" y="5225702"/>
            <a:ext cx="330766" cy="330766"/>
            <a:chOff x="3782121" y="3757226"/>
            <a:chExt cx="1094680" cy="1094680"/>
          </a:xfrm>
        </p:grpSpPr>
        <p:sp>
          <p:nvSpPr>
            <p:cNvPr id="401" name="사각형: 둥근 모서리 400">
              <a:extLst>
                <a:ext uri="{FF2B5EF4-FFF2-40B4-BE49-F238E27FC236}">
                  <a16:creationId xmlns:a16="http://schemas.microsoft.com/office/drawing/2014/main" id="{AD704CDA-036E-4E95-8DEB-10C8BEF51FD7}"/>
                </a:ext>
              </a:extLst>
            </p:cNvPr>
            <p:cNvSpPr/>
            <p:nvPr/>
          </p:nvSpPr>
          <p:spPr>
            <a:xfrm>
              <a:off x="3782121" y="3757226"/>
              <a:ext cx="1094680" cy="1094680"/>
            </a:xfrm>
            <a:prstGeom prst="roundRect">
              <a:avLst>
                <a:gd name="adj" fmla="val 4397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02" name="Picture 12">
              <a:extLst>
                <a:ext uri="{FF2B5EF4-FFF2-40B4-BE49-F238E27FC236}">
                  <a16:creationId xmlns:a16="http://schemas.microsoft.com/office/drawing/2014/main" id="{A4079B22-A824-4455-A13E-55A75FAF0F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2492" y="3768673"/>
              <a:ext cx="998443" cy="9984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19940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8969CF67-119D-EEDF-30DD-7AB889EEE5DE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F33803-CA10-F3DB-4363-BC583ED56075}"/>
              </a:ext>
            </a:extLst>
          </p:cNvPr>
          <p:cNvSpPr txBox="1"/>
          <p:nvPr/>
        </p:nvSpPr>
        <p:spPr>
          <a:xfrm>
            <a:off x="840746" y="513168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플로우 점검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41B0C4-9ECA-982E-B6F2-389E927BAF69}"/>
              </a:ext>
            </a:extLst>
          </p:cNvPr>
          <p:cNvSpPr txBox="1"/>
          <p:nvPr/>
        </p:nvSpPr>
        <p:spPr>
          <a:xfrm>
            <a:off x="745699" y="755794"/>
            <a:ext cx="2432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로비 플로우 점검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321874FB-E113-4540-A9F0-1172943E4DB3}"/>
              </a:ext>
            </a:extLst>
          </p:cNvPr>
          <p:cNvSpPr txBox="1"/>
          <p:nvPr/>
        </p:nvSpPr>
        <p:spPr>
          <a:xfrm>
            <a:off x="3583947" y="3029339"/>
            <a:ext cx="1701107" cy="1109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로비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영웅 덱 편성 및 강화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차량 강화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영웅 뽑기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F06D94B1-1060-4E97-96CC-8BDFF37A466C}"/>
              </a:ext>
            </a:extLst>
          </p:cNvPr>
          <p:cNvSpPr txBox="1"/>
          <p:nvPr/>
        </p:nvSpPr>
        <p:spPr>
          <a:xfrm>
            <a:off x="6254237" y="3029339"/>
            <a:ext cx="5707332" cy="29745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80000"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인게임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빌드업 웨이브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사방에서 시민들이 플레이어 반대방향으로 도망침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트럭을 몰아서 시민 치면 해당 영웅의 게이지 쌓임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빌드업 웨이브가 끝나면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영웅 게이지를 소모해서 자동으로 영웅 타워를 뽑음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전투 웨이브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트럭은 맵 가운데에서 주차하고 기름 채움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 운전 불가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약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5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초의 대기시간 후 사방에서 몹들이 스폰되어 중앙을 향해 다가옴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전투 웨이브 중 언제든 타워 배치 가능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단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적이 지나갈 경로는 확보되어야 함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적 처치 시 로그라이크성 경험치 획득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레벨업 시 랜덤 선택지로 영웅 강화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전투 웨이브 종료 시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남은 빌드업 웨이브가 있다면 타워는 잠깐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Off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상태로 전환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※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자세한 설명은 후술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87A78C-66B6-4AE8-AE01-8CC3098E4480}"/>
              </a:ext>
            </a:extLst>
          </p:cNvPr>
          <p:cNvSpPr txBox="1"/>
          <p:nvPr/>
        </p:nvSpPr>
        <p:spPr>
          <a:xfrm>
            <a:off x="10068290" y="5654972"/>
            <a:ext cx="1265090" cy="296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위치는 저장됨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B86FEE4-D974-4AE1-8B8F-EDC055F6D6BC}"/>
              </a:ext>
            </a:extLst>
          </p:cNvPr>
          <p:cNvGrpSpPr/>
          <p:nvPr/>
        </p:nvGrpSpPr>
        <p:grpSpPr>
          <a:xfrm>
            <a:off x="840746" y="1682829"/>
            <a:ext cx="11131272" cy="1175730"/>
            <a:chOff x="840746" y="2290592"/>
            <a:chExt cx="11131272" cy="1175730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B9D2241A-AFCE-492D-9597-D9084733E30F}"/>
                </a:ext>
              </a:extLst>
            </p:cNvPr>
            <p:cNvSpPr/>
            <p:nvPr/>
          </p:nvSpPr>
          <p:spPr>
            <a:xfrm>
              <a:off x="840746" y="2290592"/>
              <a:ext cx="1140823" cy="67716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타이틀</a:t>
              </a: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5F3A8461-5A91-4BA7-BC59-0D3BC69BC321}"/>
                </a:ext>
              </a:extLst>
            </p:cNvPr>
            <p:cNvSpPr/>
            <p:nvPr/>
          </p:nvSpPr>
          <p:spPr>
            <a:xfrm>
              <a:off x="3583947" y="2290592"/>
              <a:ext cx="1140823" cy="67716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로비</a:t>
              </a: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117AA3FB-25B0-41D7-87B4-3AB29DFF4D6E}"/>
                </a:ext>
              </a:extLst>
            </p:cNvPr>
            <p:cNvSpPr/>
            <p:nvPr/>
          </p:nvSpPr>
          <p:spPr>
            <a:xfrm>
              <a:off x="6327146" y="2290592"/>
              <a:ext cx="1140823" cy="67716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인게임</a:t>
              </a:r>
            </a:p>
          </p:txBody>
        </p: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4EFDE640-7A5C-4C89-809E-9A7CB5E240D3}"/>
                </a:ext>
              </a:extLst>
            </p:cNvPr>
            <p:cNvSpPr/>
            <p:nvPr/>
          </p:nvSpPr>
          <p:spPr>
            <a:xfrm rot="5400000">
              <a:off x="2708735" y="2565362"/>
              <a:ext cx="148046" cy="127626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이등변 삼각형 22">
              <a:extLst>
                <a:ext uri="{FF2B5EF4-FFF2-40B4-BE49-F238E27FC236}">
                  <a16:creationId xmlns:a16="http://schemas.microsoft.com/office/drawing/2014/main" id="{B4A52101-6B6E-449E-A58D-BA758F5475E2}"/>
                </a:ext>
              </a:extLst>
            </p:cNvPr>
            <p:cNvSpPr/>
            <p:nvPr/>
          </p:nvSpPr>
          <p:spPr>
            <a:xfrm rot="5400000">
              <a:off x="5451936" y="2565362"/>
              <a:ext cx="148046" cy="127626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3CC00965-B6D0-4B4E-9CDE-4CF4857ED346}"/>
                </a:ext>
              </a:extLst>
            </p:cNvPr>
            <p:cNvSpPr/>
            <p:nvPr/>
          </p:nvSpPr>
          <p:spPr>
            <a:xfrm>
              <a:off x="6327146" y="3040460"/>
              <a:ext cx="1140823" cy="42586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빌드업 웨이브</a:t>
              </a: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371FCC38-03C9-4375-9E8D-30074F212583}"/>
                </a:ext>
              </a:extLst>
            </p:cNvPr>
            <p:cNvSpPr/>
            <p:nvPr/>
          </p:nvSpPr>
          <p:spPr>
            <a:xfrm>
              <a:off x="7594815" y="3040460"/>
              <a:ext cx="1140823" cy="42586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전투 웨이브</a:t>
              </a: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8A44D39F-AD74-47E6-A13B-C28180BD21C6}"/>
                </a:ext>
              </a:extLst>
            </p:cNvPr>
            <p:cNvSpPr/>
            <p:nvPr/>
          </p:nvSpPr>
          <p:spPr>
            <a:xfrm>
              <a:off x="8862484" y="3040460"/>
              <a:ext cx="1140823" cy="42586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빌드업 웨이브</a:t>
              </a: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96684F1B-0CF5-4094-BD41-F8529A40D47D}"/>
                </a:ext>
              </a:extLst>
            </p:cNvPr>
            <p:cNvSpPr/>
            <p:nvPr/>
          </p:nvSpPr>
          <p:spPr>
            <a:xfrm>
              <a:off x="10130153" y="3040460"/>
              <a:ext cx="1140823" cy="42586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전투 웨이브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111FD91-00B0-4412-95BD-CE44C67614B4}"/>
                </a:ext>
              </a:extLst>
            </p:cNvPr>
            <p:cNvSpPr txBox="1"/>
            <p:nvPr/>
          </p:nvSpPr>
          <p:spPr>
            <a:xfrm>
              <a:off x="11397822" y="3070808"/>
              <a:ext cx="574196" cy="365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……</a:t>
              </a:r>
              <a:endPara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9767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B53B3-9506-01DD-6C31-0F34243E8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F8D13882-BA2F-402D-A216-F58DE9CDDFC1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52D712-F56C-721F-616B-90396E9FFE1C}"/>
              </a:ext>
            </a:extLst>
          </p:cNvPr>
          <p:cNvSpPr txBox="1"/>
          <p:nvPr/>
        </p:nvSpPr>
        <p:spPr>
          <a:xfrm>
            <a:off x="840746" y="513168"/>
            <a:ext cx="1544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진행방식 점검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D653C8-C0C1-7D97-8E17-B1474B582C8B}"/>
              </a:ext>
            </a:extLst>
          </p:cNvPr>
          <p:cNvSpPr txBox="1"/>
          <p:nvPr/>
        </p:nvSpPr>
        <p:spPr>
          <a:xfrm>
            <a:off x="745699" y="755794"/>
            <a:ext cx="2432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인게임 진행 방식</a:t>
            </a:r>
          </a:p>
        </p:txBody>
      </p:sp>
      <p:sp>
        <p:nvSpPr>
          <p:cNvPr id="544" name="TextBox 543">
            <a:extLst>
              <a:ext uri="{FF2B5EF4-FFF2-40B4-BE49-F238E27FC236}">
                <a16:creationId xmlns:a16="http://schemas.microsoft.com/office/drawing/2014/main" id="{3CB0ACEB-AC70-8D3F-503A-588BF4201A62}"/>
              </a:ext>
            </a:extLst>
          </p:cNvPr>
          <p:cNvSpPr txBox="1"/>
          <p:nvPr/>
        </p:nvSpPr>
        <p:spPr>
          <a:xfrm>
            <a:off x="6923285" y="1543492"/>
            <a:ext cx="4700326" cy="28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요약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사방이 뚫려 있고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트럭이 한가운데에서 등장하며 시작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스테이지는 빌드업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전투 웨이브로 나뉨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초반 스테이지는 튜토리얼 느낌으로 빌드업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전투가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1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회씩 제공됨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중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~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후반 스테이지는 빌드업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전투가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4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회 반복됨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  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추후 테스트하며 반복 횟수는 가감 예정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rgbClr val="0070C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빌드업 웨이브에서는 영웅 게이지를 쌓고 영웅 타워를 뽑음</a:t>
            </a:r>
            <a:endParaRPr lang="en-US" altLang="ko-KR" sz="1200" dirty="0">
              <a:solidFill>
                <a:srgbClr val="0070C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rgbClr val="EE77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전투 웨이브에서는 영웅 타워로 몰려드는 적을 잡음</a:t>
            </a:r>
            <a:endParaRPr lang="en-US" altLang="ko-KR" sz="1200" dirty="0">
              <a:solidFill>
                <a:srgbClr val="EE77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>
              <a:lnSpc>
                <a:spcPct val="120000"/>
              </a:lnSpc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rgbClr val="EE77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전투 웨이브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가 끝나고 </a:t>
            </a:r>
            <a:r>
              <a:rPr lang="ko-KR" altLang="en-US" sz="1200" dirty="0">
                <a:solidFill>
                  <a:srgbClr val="0070C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빌드업 웨이브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로 전환되면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타워는 잠시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Off!</a:t>
            </a:r>
          </a:p>
          <a:p>
            <a:pPr>
              <a:lnSpc>
                <a:spcPct val="120000"/>
              </a:lnSpc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    (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세부 내용은 후술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DBE36EF-5019-FB78-C976-8F2D505C583F}"/>
              </a:ext>
            </a:extLst>
          </p:cNvPr>
          <p:cNvSpPr/>
          <p:nvPr/>
        </p:nvSpPr>
        <p:spPr>
          <a:xfrm>
            <a:off x="901481" y="1543492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F0349331-D275-9694-0C79-450860720684}"/>
              </a:ext>
            </a:extLst>
          </p:cNvPr>
          <p:cNvSpPr/>
          <p:nvPr/>
        </p:nvSpPr>
        <p:spPr>
          <a:xfrm>
            <a:off x="1002344" y="1619433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3693A6FA-78AA-1B98-231C-BFE5204298E1}"/>
              </a:ext>
            </a:extLst>
          </p:cNvPr>
          <p:cNvSpPr/>
          <p:nvPr/>
        </p:nvSpPr>
        <p:spPr>
          <a:xfrm>
            <a:off x="997662" y="2162330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5" name="사각형: 둥근 모서리 584">
            <a:extLst>
              <a:ext uri="{FF2B5EF4-FFF2-40B4-BE49-F238E27FC236}">
                <a16:creationId xmlns:a16="http://schemas.microsoft.com/office/drawing/2014/main" id="{701FDCF9-08FF-3DBB-70D7-F2D201E1A3F6}"/>
              </a:ext>
            </a:extLst>
          </p:cNvPr>
          <p:cNvSpPr/>
          <p:nvPr/>
        </p:nvSpPr>
        <p:spPr>
          <a:xfrm>
            <a:off x="2928420" y="1619433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6" name="사각형: 둥근 모서리 585">
            <a:extLst>
              <a:ext uri="{FF2B5EF4-FFF2-40B4-BE49-F238E27FC236}">
                <a16:creationId xmlns:a16="http://schemas.microsoft.com/office/drawing/2014/main" id="{EF910307-6882-BDAA-887F-0E1EED3BC482}"/>
              </a:ext>
            </a:extLst>
          </p:cNvPr>
          <p:cNvSpPr/>
          <p:nvPr/>
        </p:nvSpPr>
        <p:spPr>
          <a:xfrm>
            <a:off x="1964938" y="1619433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88" name="그림 587">
            <a:extLst>
              <a:ext uri="{FF2B5EF4-FFF2-40B4-BE49-F238E27FC236}">
                <a16:creationId xmlns:a16="http://schemas.microsoft.com/office/drawing/2014/main" id="{A0A2E0B1-2261-477D-552E-BDCEBCF60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73417" y="3889988"/>
            <a:ext cx="223412" cy="195916"/>
          </a:xfrm>
          <a:prstGeom prst="rect">
            <a:avLst/>
          </a:prstGeom>
        </p:spPr>
      </p:pic>
      <p:pic>
        <p:nvPicPr>
          <p:cNvPr id="589" name="그림 588">
            <a:extLst>
              <a:ext uri="{FF2B5EF4-FFF2-40B4-BE49-F238E27FC236}">
                <a16:creationId xmlns:a16="http://schemas.microsoft.com/office/drawing/2014/main" id="{FE58AD96-48FA-4CEA-4C64-38ABB2B09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950" y="3071404"/>
            <a:ext cx="223412" cy="195916"/>
          </a:xfrm>
          <a:prstGeom prst="rect">
            <a:avLst/>
          </a:prstGeom>
        </p:spPr>
      </p:pic>
      <p:pic>
        <p:nvPicPr>
          <p:cNvPr id="590" name="그림 589">
            <a:extLst>
              <a:ext uri="{FF2B5EF4-FFF2-40B4-BE49-F238E27FC236}">
                <a16:creationId xmlns:a16="http://schemas.microsoft.com/office/drawing/2014/main" id="{2E5A5DB1-0177-75A0-2286-D6795D17E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97" y="4131449"/>
            <a:ext cx="247730" cy="217240"/>
          </a:xfrm>
          <a:prstGeom prst="rect">
            <a:avLst/>
          </a:prstGeom>
        </p:spPr>
      </p:pic>
      <p:pic>
        <p:nvPicPr>
          <p:cNvPr id="593" name="그림 592">
            <a:extLst>
              <a:ext uri="{FF2B5EF4-FFF2-40B4-BE49-F238E27FC236}">
                <a16:creationId xmlns:a16="http://schemas.microsoft.com/office/drawing/2014/main" id="{35D05C60-6F1D-FFBE-309B-459A3072E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279" y="3496355"/>
            <a:ext cx="247730" cy="217240"/>
          </a:xfrm>
          <a:prstGeom prst="rect">
            <a:avLst/>
          </a:prstGeom>
        </p:spPr>
      </p:pic>
      <p:pic>
        <p:nvPicPr>
          <p:cNvPr id="594" name="그림 593">
            <a:extLst>
              <a:ext uri="{FF2B5EF4-FFF2-40B4-BE49-F238E27FC236}">
                <a16:creationId xmlns:a16="http://schemas.microsoft.com/office/drawing/2014/main" id="{1C303E0B-0605-A30B-3529-D3A308E33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153" y="3714630"/>
            <a:ext cx="247730" cy="217240"/>
          </a:xfrm>
          <a:prstGeom prst="rect">
            <a:avLst/>
          </a:prstGeom>
        </p:spPr>
      </p:pic>
      <p:pic>
        <p:nvPicPr>
          <p:cNvPr id="595" name="그림 594">
            <a:extLst>
              <a:ext uri="{FF2B5EF4-FFF2-40B4-BE49-F238E27FC236}">
                <a16:creationId xmlns:a16="http://schemas.microsoft.com/office/drawing/2014/main" id="{0AA2D187-D9F9-4AE5-5B2B-4BF2AA2DE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33917" y="4416822"/>
            <a:ext cx="274025" cy="240298"/>
          </a:xfrm>
          <a:prstGeom prst="rect">
            <a:avLst/>
          </a:prstGeom>
        </p:spPr>
      </p:pic>
      <p:pic>
        <p:nvPicPr>
          <p:cNvPr id="596" name="그림 595">
            <a:extLst>
              <a:ext uri="{FF2B5EF4-FFF2-40B4-BE49-F238E27FC236}">
                <a16:creationId xmlns:a16="http://schemas.microsoft.com/office/drawing/2014/main" id="{E67C8BF4-1538-F5EA-A019-A8FE2E245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42" y="2281964"/>
            <a:ext cx="247730" cy="217240"/>
          </a:xfrm>
          <a:prstGeom prst="rect">
            <a:avLst/>
          </a:prstGeom>
        </p:spPr>
      </p:pic>
      <p:pic>
        <p:nvPicPr>
          <p:cNvPr id="597" name="그림 596">
            <a:extLst>
              <a:ext uri="{FF2B5EF4-FFF2-40B4-BE49-F238E27FC236}">
                <a16:creationId xmlns:a16="http://schemas.microsoft.com/office/drawing/2014/main" id="{75839E11-D6BD-202E-28A5-5228727E4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164" y="4894923"/>
            <a:ext cx="247730" cy="217240"/>
          </a:xfrm>
          <a:prstGeom prst="rect">
            <a:avLst/>
          </a:prstGeom>
        </p:spPr>
      </p:pic>
      <p:pic>
        <p:nvPicPr>
          <p:cNvPr id="598" name="그림 597">
            <a:extLst>
              <a:ext uri="{FF2B5EF4-FFF2-40B4-BE49-F238E27FC236}">
                <a16:creationId xmlns:a16="http://schemas.microsoft.com/office/drawing/2014/main" id="{67AFA722-01B7-F733-5B71-1BCB7C8AB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97" y="2678388"/>
            <a:ext cx="247730" cy="217240"/>
          </a:xfrm>
          <a:prstGeom prst="rect">
            <a:avLst/>
          </a:prstGeom>
        </p:spPr>
      </p:pic>
      <p:pic>
        <p:nvPicPr>
          <p:cNvPr id="605" name="그림 604">
            <a:extLst>
              <a:ext uri="{FF2B5EF4-FFF2-40B4-BE49-F238E27FC236}">
                <a16:creationId xmlns:a16="http://schemas.microsoft.com/office/drawing/2014/main" id="{0D52690B-04DE-34EE-3CA3-7A57A778B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82" y="3419848"/>
            <a:ext cx="385031" cy="45098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DC99D9D-32EC-F94A-FA64-E2A115FDF5AD}"/>
              </a:ext>
            </a:extLst>
          </p:cNvPr>
          <p:cNvSpPr/>
          <p:nvPr/>
        </p:nvSpPr>
        <p:spPr>
          <a:xfrm>
            <a:off x="3728765" y="1546929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A561DD5-266D-4938-E18A-1DCCC0CB0DA7}"/>
              </a:ext>
            </a:extLst>
          </p:cNvPr>
          <p:cNvSpPr/>
          <p:nvPr/>
        </p:nvSpPr>
        <p:spPr>
          <a:xfrm>
            <a:off x="3829628" y="1622870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81C67D2-54FF-323A-D679-B79D1446B56B}"/>
              </a:ext>
            </a:extLst>
          </p:cNvPr>
          <p:cNvSpPr/>
          <p:nvPr/>
        </p:nvSpPr>
        <p:spPr>
          <a:xfrm>
            <a:off x="3824946" y="2165767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7873041-69E1-2747-BA8C-A95B8EFD3427}"/>
              </a:ext>
            </a:extLst>
          </p:cNvPr>
          <p:cNvSpPr/>
          <p:nvPr/>
        </p:nvSpPr>
        <p:spPr>
          <a:xfrm>
            <a:off x="5755704" y="1622870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0C0CC7D-C24B-8B0C-B84A-60F7A41A6C53}"/>
              </a:ext>
            </a:extLst>
          </p:cNvPr>
          <p:cNvSpPr/>
          <p:nvPr/>
        </p:nvSpPr>
        <p:spPr>
          <a:xfrm>
            <a:off x="4792222" y="1622870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C70D04B-5D93-5AEC-25A1-0FA33334B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222" y="3419414"/>
            <a:ext cx="385031" cy="450981"/>
          </a:xfrm>
          <a:prstGeom prst="rect">
            <a:avLst/>
          </a:prstGeom>
        </p:spPr>
      </p:pic>
      <p:pic>
        <p:nvPicPr>
          <p:cNvPr id="9" name="Picture 6" descr="박쥐 게임 스프라이트 | 프리미엄 벡터">
            <a:extLst>
              <a:ext uri="{FF2B5EF4-FFF2-40B4-BE49-F238E27FC236}">
                <a16:creationId xmlns:a16="http://schemas.microsoft.com/office/drawing/2014/main" id="{13FC2C0E-692F-0E2B-3C23-62DBE94375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4403850" y="2165768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박쥐 게임 스프라이트 | 프리미엄 벡터">
            <a:extLst>
              <a:ext uri="{FF2B5EF4-FFF2-40B4-BE49-F238E27FC236}">
                <a16:creationId xmlns:a16="http://schemas.microsoft.com/office/drawing/2014/main" id="{99AEB1F5-3688-2780-317E-607306C5F4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5173475" y="2134485"/>
            <a:ext cx="378357" cy="1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박쥐 게임 스프라이트 | 프리미엄 벡터">
            <a:extLst>
              <a:ext uri="{FF2B5EF4-FFF2-40B4-BE49-F238E27FC236}">
                <a16:creationId xmlns:a16="http://schemas.microsoft.com/office/drawing/2014/main" id="{F382D473-3D71-ED89-26A7-9F2AC3DAD5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4365711" y="2466795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박쥐 게임 스프라이트 | 프리미엄 벡터">
            <a:extLst>
              <a:ext uri="{FF2B5EF4-FFF2-40B4-BE49-F238E27FC236}">
                <a16:creationId xmlns:a16="http://schemas.microsoft.com/office/drawing/2014/main" id="{00EF5CCC-2B7F-ED48-2A02-665A995A38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4638520" y="4615182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박쥐 게임 스프라이트 | 프리미엄 벡터">
            <a:extLst>
              <a:ext uri="{FF2B5EF4-FFF2-40B4-BE49-F238E27FC236}">
                <a16:creationId xmlns:a16="http://schemas.microsoft.com/office/drawing/2014/main" id="{7E47FF98-C5E4-4E26-02DC-55E390B159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5173475" y="2530524"/>
            <a:ext cx="378357" cy="1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박쥐 게임 스프라이트 | 프리미엄 벡터">
            <a:extLst>
              <a:ext uri="{FF2B5EF4-FFF2-40B4-BE49-F238E27FC236}">
                <a16:creationId xmlns:a16="http://schemas.microsoft.com/office/drawing/2014/main" id="{DF8F3753-5E1C-805E-80FF-D2FC96F8D0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3905359" y="4333781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박쥐 게임 스프라이트 | 프리미엄 벡터">
            <a:extLst>
              <a:ext uri="{FF2B5EF4-FFF2-40B4-BE49-F238E27FC236}">
                <a16:creationId xmlns:a16="http://schemas.microsoft.com/office/drawing/2014/main" id="{FAA3DD84-4298-E05D-A750-879CFDDE72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3767974" y="3126672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박쥐 게임 스프라이트 | 프리미엄 벡터">
            <a:extLst>
              <a:ext uri="{FF2B5EF4-FFF2-40B4-BE49-F238E27FC236}">
                <a16:creationId xmlns:a16="http://schemas.microsoft.com/office/drawing/2014/main" id="{B43B2D8F-7132-EB0B-6295-2EBD0609E9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4193736" y="4723454"/>
            <a:ext cx="595547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박쥐 게임 스프라이트 | 프리미엄 벡터">
            <a:extLst>
              <a:ext uri="{FF2B5EF4-FFF2-40B4-BE49-F238E27FC236}">
                <a16:creationId xmlns:a16="http://schemas.microsoft.com/office/drawing/2014/main" id="{DE5ABC16-4CC7-46E8-8CD3-B8059EAE38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3941724" y="4004491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박쥐 게임 스프라이트 | 프리미엄 벡터">
            <a:extLst>
              <a:ext uri="{FF2B5EF4-FFF2-40B4-BE49-F238E27FC236}">
                <a16:creationId xmlns:a16="http://schemas.microsoft.com/office/drawing/2014/main" id="{E79D76E1-C96D-E093-D5B5-4EA67AF724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5434694" y="4665991"/>
            <a:ext cx="690773" cy="278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75CFA-8E83-9749-EB52-B22F3E30DC4B}"/>
              </a:ext>
            </a:extLst>
          </p:cNvPr>
          <p:cNvGrpSpPr/>
          <p:nvPr/>
        </p:nvGrpSpPr>
        <p:grpSpPr>
          <a:xfrm>
            <a:off x="5353180" y="3304397"/>
            <a:ext cx="440651" cy="651758"/>
            <a:chOff x="10529392" y="3206783"/>
            <a:chExt cx="253716" cy="37526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D4DBACA6-1734-2863-F458-C4F060DBA115}"/>
                </a:ext>
              </a:extLst>
            </p:cNvPr>
            <p:cNvGrpSpPr/>
            <p:nvPr/>
          </p:nvGrpSpPr>
          <p:grpSpPr>
            <a:xfrm>
              <a:off x="10529392" y="3206783"/>
              <a:ext cx="253716" cy="375266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A34619E6-1B3C-E4AF-AF87-901A83B570D4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1CCD5AB8-CE7D-6A89-54F6-ECD63BCE4CC7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48016E2B-E9BA-716A-C1C7-48D9F8F72535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B845A7BC-C0E8-5349-11F2-EBF630F61FC1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FD9DDC24-51FF-F932-408A-5E2F41B0D228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29489A2D-6B42-6A34-3649-3DF7A58E7433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8F2988CF-86FF-EF54-693D-D066079B1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71056" y="3296095"/>
              <a:ext cx="167686" cy="147049"/>
            </a:xfrm>
            <a:prstGeom prst="rect">
              <a:avLst/>
            </a:prstGeom>
          </p:spPr>
        </p:pic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62844E3-AB53-22C6-CDF9-426BAEBFE470}"/>
              </a:ext>
            </a:extLst>
          </p:cNvPr>
          <p:cNvGrpSpPr/>
          <p:nvPr/>
        </p:nvGrpSpPr>
        <p:grpSpPr>
          <a:xfrm>
            <a:off x="4918979" y="2663063"/>
            <a:ext cx="440651" cy="651758"/>
            <a:chOff x="10290996" y="2826696"/>
            <a:chExt cx="253716" cy="375266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5DBD01F1-D2F9-77BD-2608-E364AA6383AF}"/>
                </a:ext>
              </a:extLst>
            </p:cNvPr>
            <p:cNvGrpSpPr/>
            <p:nvPr/>
          </p:nvGrpSpPr>
          <p:grpSpPr>
            <a:xfrm>
              <a:off x="10290996" y="2826696"/>
              <a:ext cx="253716" cy="375266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AFBCAA02-E751-CFC0-C474-E37E93B535DD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7F6B6875-1DF4-4CBB-F615-E8BF6EC4CB65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892F61C8-DAF9-9800-A721-CA4E5805EB9A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A61041BD-ED95-7387-312F-7EA211E7B450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499313FE-BD7E-7891-9B39-25471048EBBE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549982A6-96D0-02FE-0B8F-001CB52CA14F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3EAA8DCA-E12B-3A11-7BE2-CAD32DAEA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32660" y="2916008"/>
              <a:ext cx="167686" cy="147049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B651EDD-2703-30FB-DE0D-A32BEF68690C}"/>
              </a:ext>
            </a:extLst>
          </p:cNvPr>
          <p:cNvGrpSpPr/>
          <p:nvPr/>
        </p:nvGrpSpPr>
        <p:grpSpPr>
          <a:xfrm>
            <a:off x="4486614" y="2882778"/>
            <a:ext cx="440651" cy="431186"/>
            <a:chOff x="10031415" y="2950781"/>
            <a:chExt cx="253716" cy="248266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6E735860-41EF-DC0A-C326-E3A7BEB0E61F}"/>
                </a:ext>
              </a:extLst>
            </p:cNvPr>
            <p:cNvGrpSpPr/>
            <p:nvPr/>
          </p:nvGrpSpPr>
          <p:grpSpPr>
            <a:xfrm>
              <a:off x="10031415" y="2950781"/>
              <a:ext cx="253716" cy="248266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B5A1BAC8-17F6-675D-CA96-63DB729AB2EC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0592BFB3-E618-8F46-A3D7-AA9F91ED7635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E2922774-CE6E-F105-2BFF-BEEBB26E7294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E7EAEAC5-AABF-54AF-17D7-5A617532189E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21D6DAAF-A01B-69E3-7F08-A281ED76B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3079" y="3001932"/>
              <a:ext cx="167686" cy="147049"/>
            </a:xfrm>
            <a:prstGeom prst="rect">
              <a:avLst/>
            </a:prstGeom>
          </p:spPr>
        </p:pic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0D801D46-46DC-7894-DC41-5803C3EDDB2B}"/>
              </a:ext>
            </a:extLst>
          </p:cNvPr>
          <p:cNvGrpSpPr/>
          <p:nvPr/>
        </p:nvGrpSpPr>
        <p:grpSpPr>
          <a:xfrm>
            <a:off x="4934790" y="3949251"/>
            <a:ext cx="440651" cy="651758"/>
            <a:chOff x="10529392" y="3206783"/>
            <a:chExt cx="253716" cy="375266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F9141795-D08B-F23E-7270-DFE775000F08}"/>
                </a:ext>
              </a:extLst>
            </p:cNvPr>
            <p:cNvGrpSpPr/>
            <p:nvPr/>
          </p:nvGrpSpPr>
          <p:grpSpPr>
            <a:xfrm>
              <a:off x="10529392" y="3206783"/>
              <a:ext cx="253716" cy="375266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D09AA2EF-A50F-ECAF-BE20-7B2FD87AED68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08489C96-16EC-7E73-61C3-A0C1D8BDFED0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3544B0F7-DD14-0BFB-7646-B0F98AC889AC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13B0F706-9856-F126-E72C-5B46FD0C33B8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B86A4A6B-9C6D-0376-6AEE-C2992EB01389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8EBFBD1A-F339-BBA6-0522-F389A8D8F220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13453FCD-5C79-5687-A40E-735330B73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71056" y="3296095"/>
              <a:ext cx="167686" cy="147049"/>
            </a:xfrm>
            <a:prstGeom prst="rect">
              <a:avLst/>
            </a:prstGeom>
          </p:spPr>
        </p:pic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998938ED-9965-ED0B-9233-5E23A2F3AC49}"/>
              </a:ext>
            </a:extLst>
          </p:cNvPr>
          <p:cNvGrpSpPr/>
          <p:nvPr/>
        </p:nvGrpSpPr>
        <p:grpSpPr>
          <a:xfrm>
            <a:off x="4497524" y="3950975"/>
            <a:ext cx="440651" cy="431186"/>
            <a:chOff x="10031415" y="2950781"/>
            <a:chExt cx="253716" cy="248266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06B1C201-A722-DD0D-CFE7-F8F65A869480}"/>
                </a:ext>
              </a:extLst>
            </p:cNvPr>
            <p:cNvGrpSpPr/>
            <p:nvPr/>
          </p:nvGrpSpPr>
          <p:grpSpPr>
            <a:xfrm>
              <a:off x="10031415" y="2950781"/>
              <a:ext cx="253716" cy="248266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50FCFAEB-85AA-A712-56C0-D7DF55F65D89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B26B89E2-5FFB-3407-40EA-FCA4DA1B4403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12" name="직사각형 511">
                <a:extLst>
                  <a:ext uri="{FF2B5EF4-FFF2-40B4-BE49-F238E27FC236}">
                    <a16:creationId xmlns:a16="http://schemas.microsoft.com/office/drawing/2014/main" id="{021FE2A9-F258-7C15-A22B-277DA4F62A4E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13" name="직사각형 512">
                <a:extLst>
                  <a:ext uri="{FF2B5EF4-FFF2-40B4-BE49-F238E27FC236}">
                    <a16:creationId xmlns:a16="http://schemas.microsoft.com/office/drawing/2014/main" id="{F236B8E2-AF7C-D3D3-6B15-5DBD42418268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385F46A9-D565-8289-CD07-DE9279DAF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3079" y="3001932"/>
              <a:ext cx="167686" cy="147049"/>
            </a:xfrm>
            <a:prstGeom prst="rect">
              <a:avLst/>
            </a:prstGeom>
          </p:spPr>
        </p:pic>
      </p:grp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B084354D-30FB-4A05-A7DE-CC4D8724BBA6}"/>
              </a:ext>
            </a:extLst>
          </p:cNvPr>
          <p:cNvSpPr/>
          <p:nvPr/>
        </p:nvSpPr>
        <p:spPr>
          <a:xfrm>
            <a:off x="899378" y="6168507"/>
            <a:ext cx="148465" cy="148465"/>
          </a:xfrm>
          <a:prstGeom prst="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57234C2-4F4E-475B-B875-84AD8B3C1BAA}"/>
              </a:ext>
            </a:extLst>
          </p:cNvPr>
          <p:cNvSpPr txBox="1"/>
          <p:nvPr/>
        </p:nvSpPr>
        <p:spPr>
          <a:xfrm>
            <a:off x="1007733" y="6118289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 현황</a:t>
            </a: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108E4710-4A1A-4454-A5BD-4A852876D37A}"/>
              </a:ext>
            </a:extLst>
          </p:cNvPr>
          <p:cNvSpPr/>
          <p:nvPr/>
        </p:nvSpPr>
        <p:spPr>
          <a:xfrm>
            <a:off x="899378" y="6359985"/>
            <a:ext cx="148465" cy="1484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8583B2F1-7150-4A30-8BB2-2C1D91B7A445}"/>
              </a:ext>
            </a:extLst>
          </p:cNvPr>
          <p:cNvSpPr txBox="1"/>
          <p:nvPr/>
        </p:nvSpPr>
        <p:spPr>
          <a:xfrm>
            <a:off x="1007733" y="6309768"/>
            <a:ext cx="19814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진행도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76E1369B-A9A7-4A4C-8AC8-59EC8548F297}"/>
              </a:ext>
            </a:extLst>
          </p:cNvPr>
          <p:cNvSpPr/>
          <p:nvPr/>
        </p:nvSpPr>
        <p:spPr>
          <a:xfrm>
            <a:off x="899378" y="6551464"/>
            <a:ext cx="148465" cy="1484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7552FEB-981C-4C41-94A1-261819DED3E9}"/>
              </a:ext>
            </a:extLst>
          </p:cNvPr>
          <p:cNvSpPr txBox="1"/>
          <p:nvPr/>
        </p:nvSpPr>
        <p:spPr>
          <a:xfrm>
            <a:off x="1007733" y="6501247"/>
            <a:ext cx="158914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배속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버튼</a:t>
            </a:r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08A9F523-3E05-4E00-9717-04198541F18F}"/>
              </a:ext>
            </a:extLst>
          </p:cNvPr>
          <p:cNvGrpSpPr/>
          <p:nvPr/>
        </p:nvGrpSpPr>
        <p:grpSpPr>
          <a:xfrm>
            <a:off x="907911" y="1539831"/>
            <a:ext cx="2557573" cy="59411"/>
            <a:chOff x="5645144" y="3140870"/>
            <a:chExt cx="249768" cy="110534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6CFEE80F-0A31-4308-92A3-3352872EDBAE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78" name="사각형: 둥근 모서리 177">
              <a:extLst>
                <a:ext uri="{FF2B5EF4-FFF2-40B4-BE49-F238E27FC236}">
                  <a16:creationId xmlns:a16="http://schemas.microsoft.com/office/drawing/2014/main" id="{46883FFD-19D3-4FAE-A7E6-3AB434023AED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2556CBE3-AEFC-47FB-A199-AAD87C81E927}"/>
              </a:ext>
            </a:extLst>
          </p:cNvPr>
          <p:cNvGrpSpPr/>
          <p:nvPr/>
        </p:nvGrpSpPr>
        <p:grpSpPr>
          <a:xfrm>
            <a:off x="3729945" y="1539831"/>
            <a:ext cx="2557573" cy="59411"/>
            <a:chOff x="5645144" y="3140870"/>
            <a:chExt cx="249768" cy="110534"/>
          </a:xfrm>
        </p:grpSpPr>
        <p:sp>
          <p:nvSpPr>
            <p:cNvPr id="180" name="사각형: 둥근 모서리 179">
              <a:extLst>
                <a:ext uri="{FF2B5EF4-FFF2-40B4-BE49-F238E27FC236}">
                  <a16:creationId xmlns:a16="http://schemas.microsoft.com/office/drawing/2014/main" id="{29F045BD-58B3-4A02-9C38-FC015D40CC0A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81" name="사각형: 둥근 모서리 180">
              <a:extLst>
                <a:ext uri="{FF2B5EF4-FFF2-40B4-BE49-F238E27FC236}">
                  <a16:creationId xmlns:a16="http://schemas.microsoft.com/office/drawing/2014/main" id="{43F0EB43-1D36-45C5-990E-0738300E2924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pic>
        <p:nvPicPr>
          <p:cNvPr id="182" name="그림 181">
            <a:extLst>
              <a:ext uri="{FF2B5EF4-FFF2-40B4-BE49-F238E27FC236}">
                <a16:creationId xmlns:a16="http://schemas.microsoft.com/office/drawing/2014/main" id="{85743A99-6556-44B6-B3F5-8A7E6F880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7" y="1627241"/>
            <a:ext cx="298293" cy="349388"/>
          </a:xfrm>
          <a:prstGeom prst="rect">
            <a:avLst/>
          </a:prstGeom>
        </p:spPr>
      </p:pic>
      <p:sp>
        <p:nvSpPr>
          <p:cNvPr id="183" name="TextBox 182">
            <a:extLst>
              <a:ext uri="{FF2B5EF4-FFF2-40B4-BE49-F238E27FC236}">
                <a16:creationId xmlns:a16="http://schemas.microsoft.com/office/drawing/2014/main" id="{A7676C26-4B65-4B70-BC23-855F51E1EA82}"/>
              </a:ext>
            </a:extLst>
          </p:cNvPr>
          <p:cNvSpPr txBox="1"/>
          <p:nvPr/>
        </p:nvSpPr>
        <p:spPr>
          <a:xfrm>
            <a:off x="107070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84" name="Picture 2" descr="돋보기 - 무료 도구 및기구개 아이콘">
            <a:extLst>
              <a:ext uri="{FF2B5EF4-FFF2-40B4-BE49-F238E27FC236}">
                <a16:creationId xmlns:a16="http://schemas.microsoft.com/office/drawing/2014/main" id="{87A186F9-6B84-4BDF-92D3-311EB3F92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그림 190">
            <a:extLst>
              <a:ext uri="{FF2B5EF4-FFF2-40B4-BE49-F238E27FC236}">
                <a16:creationId xmlns:a16="http://schemas.microsoft.com/office/drawing/2014/main" id="{C23A317A-40DF-4B39-B1DD-5BE5AA7D7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907" y="1627241"/>
            <a:ext cx="298293" cy="349388"/>
          </a:xfrm>
          <a:prstGeom prst="rect">
            <a:avLst/>
          </a:prstGeom>
        </p:spPr>
      </p:pic>
      <p:sp>
        <p:nvSpPr>
          <p:cNvPr id="192" name="TextBox 191">
            <a:extLst>
              <a:ext uri="{FF2B5EF4-FFF2-40B4-BE49-F238E27FC236}">
                <a16:creationId xmlns:a16="http://schemas.microsoft.com/office/drawing/2014/main" id="{43985571-8F44-4242-81EF-96B5ADC0FE4D}"/>
              </a:ext>
            </a:extLst>
          </p:cNvPr>
          <p:cNvSpPr txBox="1"/>
          <p:nvPr/>
        </p:nvSpPr>
        <p:spPr>
          <a:xfrm>
            <a:off x="389908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93" name="Picture 2" descr="돋보기 - 무료 도구 및기구개 아이콘">
            <a:extLst>
              <a:ext uri="{FF2B5EF4-FFF2-40B4-BE49-F238E27FC236}">
                <a16:creationId xmlns:a16="http://schemas.microsoft.com/office/drawing/2014/main" id="{994ABA4E-FE8C-46F8-A697-99727DEB7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40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03132E35-7342-445E-A3A2-6E6285C14BFF}"/>
              </a:ext>
            </a:extLst>
          </p:cNvPr>
          <p:cNvSpPr/>
          <p:nvPr/>
        </p:nvSpPr>
        <p:spPr>
          <a:xfrm>
            <a:off x="2349538" y="6175085"/>
            <a:ext cx="148465" cy="1484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F8C3CC26-CDE0-483E-9E56-C8CED7502A7F}"/>
              </a:ext>
            </a:extLst>
          </p:cNvPr>
          <p:cNvSpPr txBox="1"/>
          <p:nvPr/>
        </p:nvSpPr>
        <p:spPr>
          <a:xfrm>
            <a:off x="2361565" y="6124867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6E7AFC3A-64A0-4FBF-B595-B78FC9C9AFCA}"/>
              </a:ext>
            </a:extLst>
          </p:cNvPr>
          <p:cNvSpPr txBox="1"/>
          <p:nvPr/>
        </p:nvSpPr>
        <p:spPr>
          <a:xfrm>
            <a:off x="6923285" y="5556712"/>
            <a:ext cx="501331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rgbClr val="C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※</a:t>
            </a:r>
            <a:r>
              <a:rPr lang="ko-KR" altLang="en-US" sz="1200" b="1" dirty="0">
                <a:solidFill>
                  <a:srgbClr val="C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타워의 격자 배치를 설명하기 위해 </a:t>
            </a:r>
            <a:r>
              <a:rPr lang="en-US" altLang="ko-KR" sz="1200" b="1" dirty="0">
                <a:solidFill>
                  <a:srgbClr val="C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2x2 , 2x3</a:t>
            </a:r>
            <a:r>
              <a:rPr lang="ko-KR" altLang="en-US" sz="1200" b="1" dirty="0">
                <a:solidFill>
                  <a:srgbClr val="C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칸으로 표시함</a:t>
            </a:r>
            <a:r>
              <a:rPr lang="en-US" altLang="ko-KR" sz="1200" b="1" dirty="0">
                <a:solidFill>
                  <a:srgbClr val="C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</a:t>
            </a:r>
          </a:p>
          <a:p>
            <a:r>
              <a:rPr lang="ko-KR" altLang="en-US" sz="1200" b="1" dirty="0">
                <a:solidFill>
                  <a:srgbClr val="C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  실제 디자인은 </a:t>
            </a:r>
            <a:r>
              <a:rPr lang="en-US" altLang="ko-KR" sz="1200" b="1" dirty="0">
                <a:solidFill>
                  <a:srgbClr val="C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n</a:t>
            </a:r>
            <a:r>
              <a:rPr lang="ko-KR" altLang="en-US" sz="1200" b="1" dirty="0">
                <a:solidFill>
                  <a:srgbClr val="C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개의 칸으로 보여주지는 않음</a:t>
            </a:r>
          </a:p>
        </p:txBody>
      </p: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6AB169C4-EC78-4209-9F9C-C9D7A7D8CBFA}"/>
              </a:ext>
            </a:extLst>
          </p:cNvPr>
          <p:cNvGrpSpPr/>
          <p:nvPr/>
        </p:nvGrpSpPr>
        <p:grpSpPr>
          <a:xfrm>
            <a:off x="3750682" y="5223651"/>
            <a:ext cx="2498735" cy="817215"/>
            <a:chOff x="4587404" y="4396748"/>
            <a:chExt cx="2498735" cy="817215"/>
          </a:xfrm>
        </p:grpSpPr>
        <p:sp>
          <p:nvSpPr>
            <p:cNvPr id="228" name="사각형: 둥근 모서리 227">
              <a:extLst>
                <a:ext uri="{FF2B5EF4-FFF2-40B4-BE49-F238E27FC236}">
                  <a16:creationId xmlns:a16="http://schemas.microsoft.com/office/drawing/2014/main" id="{467842EE-817F-409D-9590-8C21D31C295F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229" name="사각형: 둥근 모서리 228">
              <a:extLst>
                <a:ext uri="{FF2B5EF4-FFF2-40B4-BE49-F238E27FC236}">
                  <a16:creationId xmlns:a16="http://schemas.microsoft.com/office/drawing/2014/main" id="{0954313A-7FFF-4C64-B8FE-6845CF164D83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A9D6980C-6908-4CCC-B71A-A47081CD2534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31" name="그룹 230">
              <a:extLst>
                <a:ext uri="{FF2B5EF4-FFF2-40B4-BE49-F238E27FC236}">
                  <a16:creationId xmlns:a16="http://schemas.microsoft.com/office/drawing/2014/main" id="{22EDE3E5-B2A4-42BF-B6AA-F73B5F6AA516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56" name="직사각형 255">
                <a:extLst>
                  <a:ext uri="{FF2B5EF4-FFF2-40B4-BE49-F238E27FC236}">
                    <a16:creationId xmlns:a16="http://schemas.microsoft.com/office/drawing/2014/main" id="{226CC046-448C-4F93-8253-CE1BED57E1E9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57" name="직사각형 256">
                <a:extLst>
                  <a:ext uri="{FF2B5EF4-FFF2-40B4-BE49-F238E27FC236}">
                    <a16:creationId xmlns:a16="http://schemas.microsoft.com/office/drawing/2014/main" id="{EB7C77A0-9E57-4D8C-AFCA-C56C0DC27924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58" name="직사각형 257">
                <a:extLst>
                  <a:ext uri="{FF2B5EF4-FFF2-40B4-BE49-F238E27FC236}">
                    <a16:creationId xmlns:a16="http://schemas.microsoft.com/office/drawing/2014/main" id="{7341E3ED-61F4-40E0-9995-39BFC10199FB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59" name="직사각형 258">
                <a:extLst>
                  <a:ext uri="{FF2B5EF4-FFF2-40B4-BE49-F238E27FC236}">
                    <a16:creationId xmlns:a16="http://schemas.microsoft.com/office/drawing/2014/main" id="{1EDCB74B-9254-423D-BFBF-7CC438B0F34A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232" name="그림 231">
              <a:extLst>
                <a:ext uri="{FF2B5EF4-FFF2-40B4-BE49-F238E27FC236}">
                  <a16:creationId xmlns:a16="http://schemas.microsoft.com/office/drawing/2014/main" id="{C321EE8D-6EE3-4271-8C36-0D7E0699F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5CCCEE6D-D99C-461A-A2AB-B409E6459164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34" name="그룹 233">
              <a:extLst>
                <a:ext uri="{FF2B5EF4-FFF2-40B4-BE49-F238E27FC236}">
                  <a16:creationId xmlns:a16="http://schemas.microsoft.com/office/drawing/2014/main" id="{2596A355-6819-4B2A-B001-771E8AB8C270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50" name="직사각형 249">
                <a:extLst>
                  <a:ext uri="{FF2B5EF4-FFF2-40B4-BE49-F238E27FC236}">
                    <a16:creationId xmlns:a16="http://schemas.microsoft.com/office/drawing/2014/main" id="{6527D74A-8474-49E8-A571-AF3F7318829E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4327E876-F606-490C-BE8F-04A471337C29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52" name="직사각형 251">
                <a:extLst>
                  <a:ext uri="{FF2B5EF4-FFF2-40B4-BE49-F238E27FC236}">
                    <a16:creationId xmlns:a16="http://schemas.microsoft.com/office/drawing/2014/main" id="{2A60644A-154C-47D0-A0E0-33502D2C4E52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53" name="직사각형 252">
                <a:extLst>
                  <a:ext uri="{FF2B5EF4-FFF2-40B4-BE49-F238E27FC236}">
                    <a16:creationId xmlns:a16="http://schemas.microsoft.com/office/drawing/2014/main" id="{4856E441-2596-41C6-98C8-98487C88531F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54" name="직사각형 253">
                <a:extLst>
                  <a:ext uri="{FF2B5EF4-FFF2-40B4-BE49-F238E27FC236}">
                    <a16:creationId xmlns:a16="http://schemas.microsoft.com/office/drawing/2014/main" id="{080D5DD0-98F3-4664-8AC4-26195FF96CAF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55" name="직사각형 254">
                <a:extLst>
                  <a:ext uri="{FF2B5EF4-FFF2-40B4-BE49-F238E27FC236}">
                    <a16:creationId xmlns:a16="http://schemas.microsoft.com/office/drawing/2014/main" id="{E62C3103-AF1B-40F8-B995-8E408D5E13A7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235" name="그림 234">
              <a:extLst>
                <a:ext uri="{FF2B5EF4-FFF2-40B4-BE49-F238E27FC236}">
                  <a16:creationId xmlns:a16="http://schemas.microsoft.com/office/drawing/2014/main" id="{299057DA-5293-417D-AB72-A6FF3FEE2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236" name="직사각형 235">
              <a:extLst>
                <a:ext uri="{FF2B5EF4-FFF2-40B4-BE49-F238E27FC236}">
                  <a16:creationId xmlns:a16="http://schemas.microsoft.com/office/drawing/2014/main" id="{6C7713B8-92D1-4872-B714-B113E3915D12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37" name="그룹 236">
              <a:extLst>
                <a:ext uri="{FF2B5EF4-FFF2-40B4-BE49-F238E27FC236}">
                  <a16:creationId xmlns:a16="http://schemas.microsoft.com/office/drawing/2014/main" id="{8F8923AB-E87F-4480-AEA2-35AEFB4C7E11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44" name="직사각형 243">
                <a:extLst>
                  <a:ext uri="{FF2B5EF4-FFF2-40B4-BE49-F238E27FC236}">
                    <a16:creationId xmlns:a16="http://schemas.microsoft.com/office/drawing/2014/main" id="{135610CF-E6AF-4C98-9508-F4E33F02293C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45" name="직사각형 244">
                <a:extLst>
                  <a:ext uri="{FF2B5EF4-FFF2-40B4-BE49-F238E27FC236}">
                    <a16:creationId xmlns:a16="http://schemas.microsoft.com/office/drawing/2014/main" id="{2308F578-E7A5-43CE-80F4-F7F942D595F0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46" name="직사각형 245">
                <a:extLst>
                  <a:ext uri="{FF2B5EF4-FFF2-40B4-BE49-F238E27FC236}">
                    <a16:creationId xmlns:a16="http://schemas.microsoft.com/office/drawing/2014/main" id="{5009A61A-EC96-4D88-82BC-A8675551CC84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47" name="직사각형 246">
                <a:extLst>
                  <a:ext uri="{FF2B5EF4-FFF2-40B4-BE49-F238E27FC236}">
                    <a16:creationId xmlns:a16="http://schemas.microsoft.com/office/drawing/2014/main" id="{52E06BEC-9628-49E6-9A1B-854F024DD57C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48" name="직사각형 247">
                <a:extLst>
                  <a:ext uri="{FF2B5EF4-FFF2-40B4-BE49-F238E27FC236}">
                    <a16:creationId xmlns:a16="http://schemas.microsoft.com/office/drawing/2014/main" id="{9851B98D-EF55-4FC6-BF67-3AAEFEA67D96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49" name="직사각형 248">
                <a:extLst>
                  <a:ext uri="{FF2B5EF4-FFF2-40B4-BE49-F238E27FC236}">
                    <a16:creationId xmlns:a16="http://schemas.microsoft.com/office/drawing/2014/main" id="{A59ED5FA-AC3B-4047-A499-8A00F8F10537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238" name="그림 237">
              <a:extLst>
                <a:ext uri="{FF2B5EF4-FFF2-40B4-BE49-F238E27FC236}">
                  <a16:creationId xmlns:a16="http://schemas.microsoft.com/office/drawing/2014/main" id="{45DDF087-0388-427A-9DEA-5750373D8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239" name="사각형: 둥근 모서리 238">
              <a:extLst>
                <a:ext uri="{FF2B5EF4-FFF2-40B4-BE49-F238E27FC236}">
                  <a16:creationId xmlns:a16="http://schemas.microsoft.com/office/drawing/2014/main" id="{A4A24F5A-4471-46D7-B789-1F74BC0FBE2E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5013ABF7-762E-4B50-A989-650EDD73AA9C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241" name="그룹 240">
              <a:extLst>
                <a:ext uri="{FF2B5EF4-FFF2-40B4-BE49-F238E27FC236}">
                  <a16:creationId xmlns:a16="http://schemas.microsoft.com/office/drawing/2014/main" id="{85E12CA4-8CC0-4025-871E-11281A954F40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242" name="사각형: 둥근 모서리 241">
                <a:extLst>
                  <a:ext uri="{FF2B5EF4-FFF2-40B4-BE49-F238E27FC236}">
                    <a16:creationId xmlns:a16="http://schemas.microsoft.com/office/drawing/2014/main" id="{92CF3F26-1520-4E33-ABAE-BD39CD380A3C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43" name="Picture 12">
                <a:extLst>
                  <a:ext uri="{FF2B5EF4-FFF2-40B4-BE49-F238E27FC236}">
                    <a16:creationId xmlns:a16="http://schemas.microsoft.com/office/drawing/2014/main" id="{1BDD1B75-D6D8-4EAF-9DC8-B8E49E88C4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26" name="그룹 325">
            <a:extLst>
              <a:ext uri="{FF2B5EF4-FFF2-40B4-BE49-F238E27FC236}">
                <a16:creationId xmlns:a16="http://schemas.microsoft.com/office/drawing/2014/main" id="{E08D7E63-EE7E-4FC4-8A8E-CED354E732F5}"/>
              </a:ext>
            </a:extLst>
          </p:cNvPr>
          <p:cNvGrpSpPr/>
          <p:nvPr/>
        </p:nvGrpSpPr>
        <p:grpSpPr>
          <a:xfrm>
            <a:off x="911557" y="5223651"/>
            <a:ext cx="2498735" cy="817215"/>
            <a:chOff x="4587404" y="4396748"/>
            <a:chExt cx="2498735" cy="817215"/>
          </a:xfrm>
        </p:grpSpPr>
        <p:sp>
          <p:nvSpPr>
            <p:cNvPr id="327" name="사각형: 둥근 모서리 326">
              <a:extLst>
                <a:ext uri="{FF2B5EF4-FFF2-40B4-BE49-F238E27FC236}">
                  <a16:creationId xmlns:a16="http://schemas.microsoft.com/office/drawing/2014/main" id="{6B328C3B-0033-4844-B283-61D95A9104B1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328" name="사각형: 둥근 모서리 327">
              <a:extLst>
                <a:ext uri="{FF2B5EF4-FFF2-40B4-BE49-F238E27FC236}">
                  <a16:creationId xmlns:a16="http://schemas.microsoft.com/office/drawing/2014/main" id="{A9CD191F-201A-445D-ACC9-156C6DFC0964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329" name="직사각형 328">
              <a:extLst>
                <a:ext uri="{FF2B5EF4-FFF2-40B4-BE49-F238E27FC236}">
                  <a16:creationId xmlns:a16="http://schemas.microsoft.com/office/drawing/2014/main" id="{CA2620B1-D691-4AE7-AD93-78994C521C77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30" name="그룹 329">
              <a:extLst>
                <a:ext uri="{FF2B5EF4-FFF2-40B4-BE49-F238E27FC236}">
                  <a16:creationId xmlns:a16="http://schemas.microsoft.com/office/drawing/2014/main" id="{F6F5A213-9118-4C2D-BB31-C825E9DE2AE7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55" name="직사각형 354">
                <a:extLst>
                  <a:ext uri="{FF2B5EF4-FFF2-40B4-BE49-F238E27FC236}">
                    <a16:creationId xmlns:a16="http://schemas.microsoft.com/office/drawing/2014/main" id="{10036E0E-0F82-4379-8929-255FFEFB94EA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56" name="직사각형 355">
                <a:extLst>
                  <a:ext uri="{FF2B5EF4-FFF2-40B4-BE49-F238E27FC236}">
                    <a16:creationId xmlns:a16="http://schemas.microsoft.com/office/drawing/2014/main" id="{4D517EC9-8C05-4A71-9375-3FF41A64A89A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57" name="직사각형 356">
                <a:extLst>
                  <a:ext uri="{FF2B5EF4-FFF2-40B4-BE49-F238E27FC236}">
                    <a16:creationId xmlns:a16="http://schemas.microsoft.com/office/drawing/2014/main" id="{B4ACC2DE-02AA-4D81-93B4-F5906D304977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58" name="직사각형 357">
                <a:extLst>
                  <a:ext uri="{FF2B5EF4-FFF2-40B4-BE49-F238E27FC236}">
                    <a16:creationId xmlns:a16="http://schemas.microsoft.com/office/drawing/2014/main" id="{B764E80C-6EBF-4985-BDA1-84E1F8068EE7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331" name="그림 330">
              <a:extLst>
                <a:ext uri="{FF2B5EF4-FFF2-40B4-BE49-F238E27FC236}">
                  <a16:creationId xmlns:a16="http://schemas.microsoft.com/office/drawing/2014/main" id="{6C7CE6A8-5857-4F7B-96E7-D26511E73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332" name="직사각형 331">
              <a:extLst>
                <a:ext uri="{FF2B5EF4-FFF2-40B4-BE49-F238E27FC236}">
                  <a16:creationId xmlns:a16="http://schemas.microsoft.com/office/drawing/2014/main" id="{A06FBC41-E01C-486C-9AC7-33EBE5AC1DD3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33" name="그룹 332">
              <a:extLst>
                <a:ext uri="{FF2B5EF4-FFF2-40B4-BE49-F238E27FC236}">
                  <a16:creationId xmlns:a16="http://schemas.microsoft.com/office/drawing/2014/main" id="{73C99EF0-6E9E-46AF-9906-BB43FFAE465A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49" name="직사각형 348">
                <a:extLst>
                  <a:ext uri="{FF2B5EF4-FFF2-40B4-BE49-F238E27FC236}">
                    <a16:creationId xmlns:a16="http://schemas.microsoft.com/office/drawing/2014/main" id="{67AD2A71-6038-4469-B53F-AD323050C63D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50" name="직사각형 349">
                <a:extLst>
                  <a:ext uri="{FF2B5EF4-FFF2-40B4-BE49-F238E27FC236}">
                    <a16:creationId xmlns:a16="http://schemas.microsoft.com/office/drawing/2014/main" id="{F1D20BE0-6766-4649-8A29-1A3EA5A369F3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51" name="직사각형 350">
                <a:extLst>
                  <a:ext uri="{FF2B5EF4-FFF2-40B4-BE49-F238E27FC236}">
                    <a16:creationId xmlns:a16="http://schemas.microsoft.com/office/drawing/2014/main" id="{53B9C531-0E83-4964-A2EE-D6A0A21E48A2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52" name="직사각형 351">
                <a:extLst>
                  <a:ext uri="{FF2B5EF4-FFF2-40B4-BE49-F238E27FC236}">
                    <a16:creationId xmlns:a16="http://schemas.microsoft.com/office/drawing/2014/main" id="{BC2953CC-E780-450B-9D0D-2857D0D204AA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53" name="직사각형 352">
                <a:extLst>
                  <a:ext uri="{FF2B5EF4-FFF2-40B4-BE49-F238E27FC236}">
                    <a16:creationId xmlns:a16="http://schemas.microsoft.com/office/drawing/2014/main" id="{A0484C2B-39E6-452D-8A91-12CC7DC5CB94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54" name="직사각형 353">
                <a:extLst>
                  <a:ext uri="{FF2B5EF4-FFF2-40B4-BE49-F238E27FC236}">
                    <a16:creationId xmlns:a16="http://schemas.microsoft.com/office/drawing/2014/main" id="{C42DEF15-20D9-4DAD-87BA-808647186408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334" name="그림 333">
              <a:extLst>
                <a:ext uri="{FF2B5EF4-FFF2-40B4-BE49-F238E27FC236}">
                  <a16:creationId xmlns:a16="http://schemas.microsoft.com/office/drawing/2014/main" id="{57591AD1-FAAF-4D0E-AF7C-CD7F795C2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66292BA4-C2C0-4496-B291-1CA1E70DEEF3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36" name="그룹 335">
              <a:extLst>
                <a:ext uri="{FF2B5EF4-FFF2-40B4-BE49-F238E27FC236}">
                  <a16:creationId xmlns:a16="http://schemas.microsoft.com/office/drawing/2014/main" id="{0C1A6218-EAA7-4A64-898C-8CE685EBC455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43" name="직사각형 342">
                <a:extLst>
                  <a:ext uri="{FF2B5EF4-FFF2-40B4-BE49-F238E27FC236}">
                    <a16:creationId xmlns:a16="http://schemas.microsoft.com/office/drawing/2014/main" id="{995041A4-F0F6-4D34-A63B-6944E5CC08DD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4" name="직사각형 343">
                <a:extLst>
                  <a:ext uri="{FF2B5EF4-FFF2-40B4-BE49-F238E27FC236}">
                    <a16:creationId xmlns:a16="http://schemas.microsoft.com/office/drawing/2014/main" id="{E2C645BD-FEBE-4FF3-91BB-7C1867D77AB4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22A65DD5-BDCA-4ED2-B619-D2EE73BC44D5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6" name="직사각형 345">
                <a:extLst>
                  <a:ext uri="{FF2B5EF4-FFF2-40B4-BE49-F238E27FC236}">
                    <a16:creationId xmlns:a16="http://schemas.microsoft.com/office/drawing/2014/main" id="{679CBC07-4CDE-49C0-AEF3-DA4B3CC8E168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7" name="직사각형 346">
                <a:extLst>
                  <a:ext uri="{FF2B5EF4-FFF2-40B4-BE49-F238E27FC236}">
                    <a16:creationId xmlns:a16="http://schemas.microsoft.com/office/drawing/2014/main" id="{59D6A17E-A4E5-4026-B79F-7D5CF873073C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8" name="직사각형 347">
                <a:extLst>
                  <a:ext uri="{FF2B5EF4-FFF2-40B4-BE49-F238E27FC236}">
                    <a16:creationId xmlns:a16="http://schemas.microsoft.com/office/drawing/2014/main" id="{5FA5CE6C-C070-4A1F-9340-50E19BEB97F0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337" name="그림 336">
              <a:extLst>
                <a:ext uri="{FF2B5EF4-FFF2-40B4-BE49-F238E27FC236}">
                  <a16:creationId xmlns:a16="http://schemas.microsoft.com/office/drawing/2014/main" id="{92D6E8A5-F798-4CB3-9775-EEB90A9B8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338" name="사각형: 둥근 모서리 337">
              <a:extLst>
                <a:ext uri="{FF2B5EF4-FFF2-40B4-BE49-F238E27FC236}">
                  <a16:creationId xmlns:a16="http://schemas.microsoft.com/office/drawing/2014/main" id="{CCBF8768-BC7F-42DF-AF9E-F422797D548F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561C0E80-AF03-4D37-833B-115FC20C8029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340" name="그룹 339">
              <a:extLst>
                <a:ext uri="{FF2B5EF4-FFF2-40B4-BE49-F238E27FC236}">
                  <a16:creationId xmlns:a16="http://schemas.microsoft.com/office/drawing/2014/main" id="{A085D0C6-5181-4347-AADD-BAC7513FD34C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341" name="사각형: 둥근 모서리 340">
                <a:extLst>
                  <a:ext uri="{FF2B5EF4-FFF2-40B4-BE49-F238E27FC236}">
                    <a16:creationId xmlns:a16="http://schemas.microsoft.com/office/drawing/2014/main" id="{99ADC76F-F0F3-487C-A11E-0ADEB9358AAD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342" name="Picture 12">
                <a:extLst>
                  <a:ext uri="{FF2B5EF4-FFF2-40B4-BE49-F238E27FC236}">
                    <a16:creationId xmlns:a16="http://schemas.microsoft.com/office/drawing/2014/main" id="{5EF03F8E-C7F6-4C3F-B911-0EFCBBDE6E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706261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C9E6-2D47-1BEE-12A2-B742D0B2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3DD1FF31-2180-65C7-762D-2E6F3C051F02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574E10-AE83-7EF2-547B-E798C992F42F}"/>
              </a:ext>
            </a:extLst>
          </p:cNvPr>
          <p:cNvSpPr txBox="1"/>
          <p:nvPr/>
        </p:nvSpPr>
        <p:spPr>
          <a:xfrm>
            <a:off x="840746" y="513168"/>
            <a:ext cx="1544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진행방식 점검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0B2122-17E3-CA47-3B51-C43077C3F2B4}"/>
              </a:ext>
            </a:extLst>
          </p:cNvPr>
          <p:cNvSpPr txBox="1"/>
          <p:nvPr/>
        </p:nvSpPr>
        <p:spPr>
          <a:xfrm>
            <a:off x="745699" y="755794"/>
            <a:ext cx="2432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인게임 진행 방식</a:t>
            </a: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8FAF1B28-0655-0853-5617-0E11EAE48EA6}"/>
              </a:ext>
            </a:extLst>
          </p:cNvPr>
          <p:cNvSpPr/>
          <p:nvPr/>
        </p:nvSpPr>
        <p:spPr>
          <a:xfrm>
            <a:off x="901481" y="1543492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7930057A-48BE-D194-D85C-30F4D13B8193}"/>
              </a:ext>
            </a:extLst>
          </p:cNvPr>
          <p:cNvSpPr/>
          <p:nvPr/>
        </p:nvSpPr>
        <p:spPr>
          <a:xfrm>
            <a:off x="1002344" y="1619433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6F20E49F-AC39-F96E-93AE-3CEE442AECA8}"/>
              </a:ext>
            </a:extLst>
          </p:cNvPr>
          <p:cNvSpPr/>
          <p:nvPr/>
        </p:nvSpPr>
        <p:spPr>
          <a:xfrm>
            <a:off x="997662" y="2162330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5" name="사각형: 둥근 모서리 584">
            <a:extLst>
              <a:ext uri="{FF2B5EF4-FFF2-40B4-BE49-F238E27FC236}">
                <a16:creationId xmlns:a16="http://schemas.microsoft.com/office/drawing/2014/main" id="{D155EF04-DDF9-AAED-9069-086CF50E0219}"/>
              </a:ext>
            </a:extLst>
          </p:cNvPr>
          <p:cNvSpPr/>
          <p:nvPr/>
        </p:nvSpPr>
        <p:spPr>
          <a:xfrm>
            <a:off x="2928420" y="1619433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6" name="사각형: 둥근 모서리 585">
            <a:extLst>
              <a:ext uri="{FF2B5EF4-FFF2-40B4-BE49-F238E27FC236}">
                <a16:creationId xmlns:a16="http://schemas.microsoft.com/office/drawing/2014/main" id="{4B515609-732D-A3B3-1460-03688B93EE71}"/>
              </a:ext>
            </a:extLst>
          </p:cNvPr>
          <p:cNvSpPr/>
          <p:nvPr/>
        </p:nvSpPr>
        <p:spPr>
          <a:xfrm>
            <a:off x="1964938" y="1619433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88" name="그림 587">
            <a:extLst>
              <a:ext uri="{FF2B5EF4-FFF2-40B4-BE49-F238E27FC236}">
                <a16:creationId xmlns:a16="http://schemas.microsoft.com/office/drawing/2014/main" id="{61293497-4E12-A7F6-10CE-43AE8729F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73417" y="3889988"/>
            <a:ext cx="223412" cy="195916"/>
          </a:xfrm>
          <a:prstGeom prst="rect">
            <a:avLst/>
          </a:prstGeom>
        </p:spPr>
      </p:pic>
      <p:pic>
        <p:nvPicPr>
          <p:cNvPr id="589" name="그림 588">
            <a:extLst>
              <a:ext uri="{FF2B5EF4-FFF2-40B4-BE49-F238E27FC236}">
                <a16:creationId xmlns:a16="http://schemas.microsoft.com/office/drawing/2014/main" id="{6E40E48E-B4E3-F34C-E0B7-D35A94FDB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950" y="3071404"/>
            <a:ext cx="223412" cy="195916"/>
          </a:xfrm>
          <a:prstGeom prst="rect">
            <a:avLst/>
          </a:prstGeom>
        </p:spPr>
      </p:pic>
      <p:pic>
        <p:nvPicPr>
          <p:cNvPr id="590" name="그림 589">
            <a:extLst>
              <a:ext uri="{FF2B5EF4-FFF2-40B4-BE49-F238E27FC236}">
                <a16:creationId xmlns:a16="http://schemas.microsoft.com/office/drawing/2014/main" id="{FD128118-4850-0402-1C54-C02ABE7E8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97" y="4131449"/>
            <a:ext cx="247730" cy="217240"/>
          </a:xfrm>
          <a:prstGeom prst="rect">
            <a:avLst/>
          </a:prstGeom>
        </p:spPr>
      </p:pic>
      <p:pic>
        <p:nvPicPr>
          <p:cNvPr id="593" name="그림 592">
            <a:extLst>
              <a:ext uri="{FF2B5EF4-FFF2-40B4-BE49-F238E27FC236}">
                <a16:creationId xmlns:a16="http://schemas.microsoft.com/office/drawing/2014/main" id="{4794037C-47E7-D62B-F814-8E7BD6877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279" y="3496355"/>
            <a:ext cx="247730" cy="217240"/>
          </a:xfrm>
          <a:prstGeom prst="rect">
            <a:avLst/>
          </a:prstGeom>
        </p:spPr>
      </p:pic>
      <p:pic>
        <p:nvPicPr>
          <p:cNvPr id="594" name="그림 593">
            <a:extLst>
              <a:ext uri="{FF2B5EF4-FFF2-40B4-BE49-F238E27FC236}">
                <a16:creationId xmlns:a16="http://schemas.microsoft.com/office/drawing/2014/main" id="{5E9507FB-C605-9643-1904-0174E4F83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153" y="3714630"/>
            <a:ext cx="247730" cy="217240"/>
          </a:xfrm>
          <a:prstGeom prst="rect">
            <a:avLst/>
          </a:prstGeom>
        </p:spPr>
      </p:pic>
      <p:pic>
        <p:nvPicPr>
          <p:cNvPr id="595" name="그림 594">
            <a:extLst>
              <a:ext uri="{FF2B5EF4-FFF2-40B4-BE49-F238E27FC236}">
                <a16:creationId xmlns:a16="http://schemas.microsoft.com/office/drawing/2014/main" id="{25995823-2ECF-A751-49A2-E9F207F17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33917" y="4416822"/>
            <a:ext cx="274025" cy="240298"/>
          </a:xfrm>
          <a:prstGeom prst="rect">
            <a:avLst/>
          </a:prstGeom>
        </p:spPr>
      </p:pic>
      <p:pic>
        <p:nvPicPr>
          <p:cNvPr id="596" name="그림 595">
            <a:extLst>
              <a:ext uri="{FF2B5EF4-FFF2-40B4-BE49-F238E27FC236}">
                <a16:creationId xmlns:a16="http://schemas.microsoft.com/office/drawing/2014/main" id="{9CCEA169-3EBF-2255-9C56-97EA995EA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42" y="2281964"/>
            <a:ext cx="247730" cy="217240"/>
          </a:xfrm>
          <a:prstGeom prst="rect">
            <a:avLst/>
          </a:prstGeom>
        </p:spPr>
      </p:pic>
      <p:pic>
        <p:nvPicPr>
          <p:cNvPr id="597" name="그림 596">
            <a:extLst>
              <a:ext uri="{FF2B5EF4-FFF2-40B4-BE49-F238E27FC236}">
                <a16:creationId xmlns:a16="http://schemas.microsoft.com/office/drawing/2014/main" id="{C6A7F366-23C1-E570-C348-FB1623C93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164" y="4894923"/>
            <a:ext cx="247730" cy="217240"/>
          </a:xfrm>
          <a:prstGeom prst="rect">
            <a:avLst/>
          </a:prstGeom>
        </p:spPr>
      </p:pic>
      <p:pic>
        <p:nvPicPr>
          <p:cNvPr id="598" name="그림 597">
            <a:extLst>
              <a:ext uri="{FF2B5EF4-FFF2-40B4-BE49-F238E27FC236}">
                <a16:creationId xmlns:a16="http://schemas.microsoft.com/office/drawing/2014/main" id="{BF671C1F-1B1C-0A2C-16AD-990FA0963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97" y="2678388"/>
            <a:ext cx="247730" cy="217240"/>
          </a:xfrm>
          <a:prstGeom prst="rect">
            <a:avLst/>
          </a:prstGeom>
        </p:spPr>
      </p:pic>
      <p:pic>
        <p:nvPicPr>
          <p:cNvPr id="605" name="그림 604">
            <a:extLst>
              <a:ext uri="{FF2B5EF4-FFF2-40B4-BE49-F238E27FC236}">
                <a16:creationId xmlns:a16="http://schemas.microsoft.com/office/drawing/2014/main" id="{9C25B1D7-EF9B-EC1D-D1C0-BE32CE359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82" y="3419848"/>
            <a:ext cx="385031" cy="450981"/>
          </a:xfrm>
          <a:prstGeom prst="rect">
            <a:avLst/>
          </a:prstGeom>
        </p:spPr>
      </p:pic>
      <p:sp>
        <p:nvSpPr>
          <p:cNvPr id="632" name="TextBox 631">
            <a:extLst>
              <a:ext uri="{FF2B5EF4-FFF2-40B4-BE49-F238E27FC236}">
                <a16:creationId xmlns:a16="http://schemas.microsoft.com/office/drawing/2014/main" id="{D70AF032-F2F2-7FDC-976F-B20D2B404CCE}"/>
              </a:ext>
            </a:extLst>
          </p:cNvPr>
          <p:cNvSpPr txBox="1"/>
          <p:nvPr/>
        </p:nvSpPr>
        <p:spPr>
          <a:xfrm>
            <a:off x="4292949" y="1542838"/>
            <a:ext cx="6917278" cy="2439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80000"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빌드업 웨이브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컨셉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차량의 기름이 다 떨어질 때까지 사람을 쳐죽인다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!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기름은 차량마다 최대치가 다르고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시간 경과에 따라 조금씩 깎임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사방에서 시민 등장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로비에서 선택한 영웅의 시민 형태로 등장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시민의 행동 패턴은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일정 범위 내에 트럭이 없으면 배회하다가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트럭이 접근하면 반대 방향으로 이동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플레이어는 트럭을 조종하여 시민을 칠 수 있음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시민이 치이면 간단한 이펙트가 출력되며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하단의 영웅 게이지가 충전됨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(100%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초과 가능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빌드업 웨이브는 패배가 없음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빌드업 웨이브 중 차량이 기름을 모두 소진하면 빌드업 웨이브 종료 및 전투 웨이브로 전환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중요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빌드업 웨이브가 끝나면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전투 웨이브로 넘어가기 전에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[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영웅 뽑기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]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를 수행함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633" name="TextBox 632">
            <a:extLst>
              <a:ext uri="{FF2B5EF4-FFF2-40B4-BE49-F238E27FC236}">
                <a16:creationId xmlns:a16="http://schemas.microsoft.com/office/drawing/2014/main" id="{640A0D82-76DB-04C1-9716-9C0332308F05}"/>
              </a:ext>
            </a:extLst>
          </p:cNvPr>
          <p:cNvSpPr txBox="1"/>
          <p:nvPr/>
        </p:nvSpPr>
        <p:spPr>
          <a:xfrm>
            <a:off x="4292949" y="4385445"/>
            <a:ext cx="6949338" cy="155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80000"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영웅 뽑기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- [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영웅 뽑기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]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시 각 영웅마다 영웅 게이지를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100%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씩 소모하고 해당 영웅을 랜덤으로 뽑음</a:t>
            </a:r>
          </a:p>
          <a:p>
            <a:pPr defTabSz="180000">
              <a:lnSpc>
                <a:spcPct val="120000"/>
              </a:lnSpc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- [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영웅 뽑기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]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에서 등장하는 영웅은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해당 영웅의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1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등급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~5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등급 사이로 등장함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등급에 따라 전투력이 다름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  <a:endParaRPr lang="ko-KR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- [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영웅 뽑기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]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로 뽑은 영웅은 타워 인벤토리에 추가됨</a:t>
            </a:r>
          </a:p>
          <a:p>
            <a:pPr defTabSz="180000">
              <a:lnSpc>
                <a:spcPct val="120000"/>
              </a:lnSpc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- [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영웅 뽑기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]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는 자동으로 수행되며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모든 영웅의 게이지가 소진되어 뽑을 수 없다면 종료됨</a:t>
            </a:r>
          </a:p>
          <a:p>
            <a:pPr defTabSz="180000">
              <a:lnSpc>
                <a:spcPct val="120000"/>
              </a:lnSpc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- [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영웅 뽑기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]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가 종료되면 전투 웨이브로 전환됨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2539D10B-97A9-E57C-36D3-D9899D3A6896}"/>
              </a:ext>
            </a:extLst>
          </p:cNvPr>
          <p:cNvSpPr/>
          <p:nvPr/>
        </p:nvSpPr>
        <p:spPr>
          <a:xfrm>
            <a:off x="2349538" y="6175085"/>
            <a:ext cx="148465" cy="1484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74E2AE15-EB4D-3E25-5014-628916FC4450}"/>
              </a:ext>
            </a:extLst>
          </p:cNvPr>
          <p:cNvSpPr txBox="1"/>
          <p:nvPr/>
        </p:nvSpPr>
        <p:spPr>
          <a:xfrm>
            <a:off x="2361565" y="6124867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</a:t>
            </a: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C8BF55D7-31F7-4F03-ADC2-468B23CF063D}"/>
              </a:ext>
            </a:extLst>
          </p:cNvPr>
          <p:cNvGrpSpPr/>
          <p:nvPr/>
        </p:nvGrpSpPr>
        <p:grpSpPr>
          <a:xfrm>
            <a:off x="907911" y="1539831"/>
            <a:ext cx="2557573" cy="59411"/>
            <a:chOff x="5645144" y="3140870"/>
            <a:chExt cx="249768" cy="110534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A5398D9C-1879-47BA-8BE6-2E2341EF3085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73FBC45E-0CED-4789-AB00-3E04FCAE000B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pic>
        <p:nvPicPr>
          <p:cNvPr id="69" name="그림 68">
            <a:extLst>
              <a:ext uri="{FF2B5EF4-FFF2-40B4-BE49-F238E27FC236}">
                <a16:creationId xmlns:a16="http://schemas.microsoft.com/office/drawing/2014/main" id="{94B12332-F663-4A98-ABB7-D26626876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7" y="1627241"/>
            <a:ext cx="298293" cy="349388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3BE40680-00CB-40DF-A55D-CA622B43D76F}"/>
              </a:ext>
            </a:extLst>
          </p:cNvPr>
          <p:cNvSpPr txBox="1"/>
          <p:nvPr/>
        </p:nvSpPr>
        <p:spPr>
          <a:xfrm>
            <a:off x="107070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71" name="Picture 2" descr="돋보기 - 무료 도구 및기구개 아이콘">
            <a:extLst>
              <a:ext uri="{FF2B5EF4-FFF2-40B4-BE49-F238E27FC236}">
                <a16:creationId xmlns:a16="http://schemas.microsoft.com/office/drawing/2014/main" id="{102B2697-B3DA-42A3-AB8E-C35AB53C0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직사각형 71">
            <a:extLst>
              <a:ext uri="{FF2B5EF4-FFF2-40B4-BE49-F238E27FC236}">
                <a16:creationId xmlns:a16="http://schemas.microsoft.com/office/drawing/2014/main" id="{B26A19F6-6474-4100-8CBE-A09156A1E062}"/>
              </a:ext>
            </a:extLst>
          </p:cNvPr>
          <p:cNvSpPr/>
          <p:nvPr/>
        </p:nvSpPr>
        <p:spPr>
          <a:xfrm>
            <a:off x="899378" y="6168507"/>
            <a:ext cx="148465" cy="148465"/>
          </a:xfrm>
          <a:prstGeom prst="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64F0643-B8DF-4007-8E97-736AEB21D6C5}"/>
              </a:ext>
            </a:extLst>
          </p:cNvPr>
          <p:cNvSpPr txBox="1"/>
          <p:nvPr/>
        </p:nvSpPr>
        <p:spPr>
          <a:xfrm>
            <a:off x="1007733" y="6118289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 현황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37625B6-F27F-43A2-BF90-256B7192D2FE}"/>
              </a:ext>
            </a:extLst>
          </p:cNvPr>
          <p:cNvSpPr/>
          <p:nvPr/>
        </p:nvSpPr>
        <p:spPr>
          <a:xfrm>
            <a:off x="899378" y="6359985"/>
            <a:ext cx="148465" cy="1484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7864735-0BEA-4A15-A547-77E605E445A5}"/>
              </a:ext>
            </a:extLst>
          </p:cNvPr>
          <p:cNvSpPr txBox="1"/>
          <p:nvPr/>
        </p:nvSpPr>
        <p:spPr>
          <a:xfrm>
            <a:off x="1007733" y="6309768"/>
            <a:ext cx="19814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진행도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065F6D3-FB6E-4B46-8944-5D1021F7ABFB}"/>
              </a:ext>
            </a:extLst>
          </p:cNvPr>
          <p:cNvSpPr/>
          <p:nvPr/>
        </p:nvSpPr>
        <p:spPr>
          <a:xfrm>
            <a:off x="899378" y="6551464"/>
            <a:ext cx="148465" cy="1484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FC0225C-89B0-4518-8175-6E793FF9AC86}"/>
              </a:ext>
            </a:extLst>
          </p:cNvPr>
          <p:cNvSpPr txBox="1"/>
          <p:nvPr/>
        </p:nvSpPr>
        <p:spPr>
          <a:xfrm>
            <a:off x="1007733" y="6501247"/>
            <a:ext cx="158914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배속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버튼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0657959B-C1C9-461D-AFF6-0C5DB2FD602E}"/>
              </a:ext>
            </a:extLst>
          </p:cNvPr>
          <p:cNvGrpSpPr/>
          <p:nvPr/>
        </p:nvGrpSpPr>
        <p:grpSpPr>
          <a:xfrm>
            <a:off x="911557" y="5223651"/>
            <a:ext cx="2498735" cy="817215"/>
            <a:chOff x="4587404" y="4396748"/>
            <a:chExt cx="2498735" cy="817215"/>
          </a:xfrm>
        </p:grpSpPr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A8046257-765E-4901-A3A6-24B720F056AC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D478464B-6460-4FF2-9228-5A32C482EC11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FDEFE0A8-EB86-48EB-B8AB-209D75420789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FBBF3CFE-DDAB-40BC-84DA-22D90F3D0704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83CF6BE4-FAF9-46AA-B468-B687DFC95527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6FB15FAD-9F2E-441D-BBE6-F335F081C0EF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CCE82BB1-C395-488C-AC11-C0FAF4BA5482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E676EC5E-1DB3-4C84-93D3-0A326B1874B9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F81D4E1C-D60C-4ABB-BDC9-7B47C7B72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4DC7DF6B-B5E2-4CB6-BBEA-3517E620BF56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14CF2B43-047C-4C87-B3A3-B22271D1FEE6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C5BB1C77-CD89-404D-8FD2-1B69BFF8CBDD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BA29D46A-763B-4C52-9E29-F6166076F8AA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E1E6794D-C757-4E80-B015-F014B9D8CB17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296A3AE9-D971-4EA5-B118-EC730BA563A3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DF9D703D-3920-4ACF-AA3B-BDACC731A4A3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25742440-0887-45B9-A866-34D646BCEBDB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A65721B8-C5D3-4245-96DD-97B4701AC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9CA227C2-0EBD-4710-9324-D993468486AE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26C2B7AD-5ECD-49B7-9B9E-B6D6230F4289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326AB175-C65D-45C4-A465-ABF151638468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5" name="직사각형 94">
                <a:extLst>
                  <a:ext uri="{FF2B5EF4-FFF2-40B4-BE49-F238E27FC236}">
                    <a16:creationId xmlns:a16="http://schemas.microsoft.com/office/drawing/2014/main" id="{83B52BC0-387C-48F6-9680-EC13A7DB9641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9C3EA6F9-EBED-432B-A774-26C0E048431E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7" name="직사각형 96">
                <a:extLst>
                  <a:ext uri="{FF2B5EF4-FFF2-40B4-BE49-F238E27FC236}">
                    <a16:creationId xmlns:a16="http://schemas.microsoft.com/office/drawing/2014/main" id="{B3D75E69-5E0F-41B1-856D-41460D6A992B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0B5FC9FF-069F-4988-ABB0-92775F1012E5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31E6B510-0D0A-4BD3-818D-4F55C7BE70A7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14AC6D39-E0FA-4D57-BAF8-5D129CEC0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DB4ED7FA-3C5D-4B93-8E1A-B488FC15871B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BBAE896-D665-4BF2-B33F-2B7170C6ED56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9F9510C8-ABC6-43AE-A521-79C74A82E6DD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92" name="사각형: 둥근 모서리 91">
                <a:extLst>
                  <a:ext uri="{FF2B5EF4-FFF2-40B4-BE49-F238E27FC236}">
                    <a16:creationId xmlns:a16="http://schemas.microsoft.com/office/drawing/2014/main" id="{C7219D61-DFFF-4C12-9721-D3A4CF14B080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93" name="Picture 12">
                <a:extLst>
                  <a:ext uri="{FF2B5EF4-FFF2-40B4-BE49-F238E27FC236}">
                    <a16:creationId xmlns:a16="http://schemas.microsoft.com/office/drawing/2014/main" id="{3D142DB0-CEB4-4936-AB82-F6F0B106577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811354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A3B20-554E-E650-6345-9A95FEF93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11C16090-400F-4FF6-748B-7216E6943F0D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64E294-F8A7-2066-1829-AC908A98B8D1}"/>
              </a:ext>
            </a:extLst>
          </p:cNvPr>
          <p:cNvSpPr txBox="1"/>
          <p:nvPr/>
        </p:nvSpPr>
        <p:spPr>
          <a:xfrm>
            <a:off x="840746" y="513168"/>
            <a:ext cx="1544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진행방식 점검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61FCC1-69E1-CB13-779A-9756B0ED19B2}"/>
              </a:ext>
            </a:extLst>
          </p:cNvPr>
          <p:cNvSpPr txBox="1"/>
          <p:nvPr/>
        </p:nvSpPr>
        <p:spPr>
          <a:xfrm>
            <a:off x="745699" y="755794"/>
            <a:ext cx="2432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인게임 진행 방식</a:t>
            </a:r>
          </a:p>
        </p:txBody>
      </p:sp>
      <p:sp>
        <p:nvSpPr>
          <p:cNvPr id="913" name="직사각형 912">
            <a:extLst>
              <a:ext uri="{FF2B5EF4-FFF2-40B4-BE49-F238E27FC236}">
                <a16:creationId xmlns:a16="http://schemas.microsoft.com/office/drawing/2014/main" id="{51C990C4-2594-3E6F-FF6E-B960602A42DF}"/>
              </a:ext>
            </a:extLst>
          </p:cNvPr>
          <p:cNvSpPr/>
          <p:nvPr/>
        </p:nvSpPr>
        <p:spPr>
          <a:xfrm>
            <a:off x="903877" y="1546929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19" name="그림 918">
            <a:extLst>
              <a:ext uri="{FF2B5EF4-FFF2-40B4-BE49-F238E27FC236}">
                <a16:creationId xmlns:a16="http://schemas.microsoft.com/office/drawing/2014/main" id="{8B54FB13-0D5C-7EC5-F02A-3CB19EA81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334" y="3419414"/>
            <a:ext cx="385031" cy="450981"/>
          </a:xfrm>
          <a:prstGeom prst="rect">
            <a:avLst/>
          </a:prstGeom>
        </p:spPr>
      </p:pic>
      <p:pic>
        <p:nvPicPr>
          <p:cNvPr id="920" name="Picture 6" descr="박쥐 게임 스프라이트 | 프리미엄 벡터">
            <a:extLst>
              <a:ext uri="{FF2B5EF4-FFF2-40B4-BE49-F238E27FC236}">
                <a16:creationId xmlns:a16="http://schemas.microsoft.com/office/drawing/2014/main" id="{16D1E263-7244-ABCB-9170-4C92AF2742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1578962" y="2165768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" name="Picture 6" descr="박쥐 게임 스프라이트 | 프리미엄 벡터">
            <a:extLst>
              <a:ext uri="{FF2B5EF4-FFF2-40B4-BE49-F238E27FC236}">
                <a16:creationId xmlns:a16="http://schemas.microsoft.com/office/drawing/2014/main" id="{4861C52E-089B-2E8A-3D47-667C1DCB1F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2348587" y="2134485"/>
            <a:ext cx="378357" cy="1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" name="Picture 6" descr="박쥐 게임 스프라이트 | 프리미엄 벡터">
            <a:extLst>
              <a:ext uri="{FF2B5EF4-FFF2-40B4-BE49-F238E27FC236}">
                <a16:creationId xmlns:a16="http://schemas.microsoft.com/office/drawing/2014/main" id="{FFCE7AAD-A59E-0340-C95E-229C5FA6ED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1540823" y="2466795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5" name="Picture 6" descr="박쥐 게임 스프라이트 | 프리미엄 벡터">
            <a:extLst>
              <a:ext uri="{FF2B5EF4-FFF2-40B4-BE49-F238E27FC236}">
                <a16:creationId xmlns:a16="http://schemas.microsoft.com/office/drawing/2014/main" id="{FFBBF76B-B185-79E2-A8AB-1B953E25E0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1813632" y="4615182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6" name="Picture 6" descr="박쥐 게임 스프라이트 | 프리미엄 벡터">
            <a:extLst>
              <a:ext uri="{FF2B5EF4-FFF2-40B4-BE49-F238E27FC236}">
                <a16:creationId xmlns:a16="http://schemas.microsoft.com/office/drawing/2014/main" id="{1AFC26D6-1F2C-8E47-9180-4A33685DE8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2348587" y="2530524"/>
            <a:ext cx="378357" cy="1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7" name="Picture 6" descr="박쥐 게임 스프라이트 | 프리미엄 벡터">
            <a:extLst>
              <a:ext uri="{FF2B5EF4-FFF2-40B4-BE49-F238E27FC236}">
                <a16:creationId xmlns:a16="http://schemas.microsoft.com/office/drawing/2014/main" id="{F409981B-710E-3D06-343C-D99E29C4FA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1080471" y="4333781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8" name="Picture 6" descr="박쥐 게임 스프라이트 | 프리미엄 벡터">
            <a:extLst>
              <a:ext uri="{FF2B5EF4-FFF2-40B4-BE49-F238E27FC236}">
                <a16:creationId xmlns:a16="http://schemas.microsoft.com/office/drawing/2014/main" id="{755FF66D-9539-1A09-EBDD-B9BF859DF8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943086" y="3126672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9" name="Picture 6" descr="박쥐 게임 스프라이트 | 프리미엄 벡터">
            <a:extLst>
              <a:ext uri="{FF2B5EF4-FFF2-40B4-BE49-F238E27FC236}">
                <a16:creationId xmlns:a16="http://schemas.microsoft.com/office/drawing/2014/main" id="{3C65D18F-D997-B4FB-185C-BE308F6291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1368848" y="4723454"/>
            <a:ext cx="595547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0" name="Picture 6" descr="박쥐 게임 스프라이트 | 프리미엄 벡터">
            <a:extLst>
              <a:ext uri="{FF2B5EF4-FFF2-40B4-BE49-F238E27FC236}">
                <a16:creationId xmlns:a16="http://schemas.microsoft.com/office/drawing/2014/main" id="{86A1FD93-19FB-18F4-17F8-DC3B50C62F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1116836" y="4004491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1" name="Picture 6" descr="박쥐 게임 스프라이트 | 프리미엄 벡터">
            <a:extLst>
              <a:ext uri="{FF2B5EF4-FFF2-40B4-BE49-F238E27FC236}">
                <a16:creationId xmlns:a16="http://schemas.microsoft.com/office/drawing/2014/main" id="{020F85AB-1CAD-F995-CAF7-B18DF66A84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2609806" y="4665991"/>
            <a:ext cx="690773" cy="278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32" name="그룹 931">
            <a:extLst>
              <a:ext uri="{FF2B5EF4-FFF2-40B4-BE49-F238E27FC236}">
                <a16:creationId xmlns:a16="http://schemas.microsoft.com/office/drawing/2014/main" id="{AAFDE892-8563-18A0-9D62-7DF2672A646A}"/>
              </a:ext>
            </a:extLst>
          </p:cNvPr>
          <p:cNvGrpSpPr/>
          <p:nvPr/>
        </p:nvGrpSpPr>
        <p:grpSpPr>
          <a:xfrm>
            <a:off x="2528292" y="3304397"/>
            <a:ext cx="440651" cy="651758"/>
            <a:chOff x="10529392" y="3206783"/>
            <a:chExt cx="253716" cy="375266"/>
          </a:xfrm>
        </p:grpSpPr>
        <p:grpSp>
          <p:nvGrpSpPr>
            <p:cNvPr id="1020" name="그룹 1019">
              <a:extLst>
                <a:ext uri="{FF2B5EF4-FFF2-40B4-BE49-F238E27FC236}">
                  <a16:creationId xmlns:a16="http://schemas.microsoft.com/office/drawing/2014/main" id="{F2299DBA-7622-CDE6-D560-7434A423DAE2}"/>
                </a:ext>
              </a:extLst>
            </p:cNvPr>
            <p:cNvGrpSpPr/>
            <p:nvPr/>
          </p:nvGrpSpPr>
          <p:grpSpPr>
            <a:xfrm>
              <a:off x="10529392" y="3206783"/>
              <a:ext cx="253716" cy="375266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022" name="직사각형 1021">
                <a:extLst>
                  <a:ext uri="{FF2B5EF4-FFF2-40B4-BE49-F238E27FC236}">
                    <a16:creationId xmlns:a16="http://schemas.microsoft.com/office/drawing/2014/main" id="{311941BB-D25B-C6E7-C95A-3181D8D689EE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3" name="직사각형 1022">
                <a:extLst>
                  <a:ext uri="{FF2B5EF4-FFF2-40B4-BE49-F238E27FC236}">
                    <a16:creationId xmlns:a16="http://schemas.microsoft.com/office/drawing/2014/main" id="{851FC5D5-263E-B023-A6AA-0E2F15978004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4" name="직사각형 1023">
                <a:extLst>
                  <a:ext uri="{FF2B5EF4-FFF2-40B4-BE49-F238E27FC236}">
                    <a16:creationId xmlns:a16="http://schemas.microsoft.com/office/drawing/2014/main" id="{14DE165E-F697-89D1-153B-717D49AC5948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5" name="직사각형 1024">
                <a:extLst>
                  <a:ext uri="{FF2B5EF4-FFF2-40B4-BE49-F238E27FC236}">
                    <a16:creationId xmlns:a16="http://schemas.microsoft.com/office/drawing/2014/main" id="{FA48D2B7-EDC4-FC66-BD89-7E02CE00D39B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6" name="직사각형 1025">
                <a:extLst>
                  <a:ext uri="{FF2B5EF4-FFF2-40B4-BE49-F238E27FC236}">
                    <a16:creationId xmlns:a16="http://schemas.microsoft.com/office/drawing/2014/main" id="{2466069E-4165-18AA-29E7-2F0EEE339D6E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7" name="직사각형 1026">
                <a:extLst>
                  <a:ext uri="{FF2B5EF4-FFF2-40B4-BE49-F238E27FC236}">
                    <a16:creationId xmlns:a16="http://schemas.microsoft.com/office/drawing/2014/main" id="{ADB16E63-F570-EA62-8ECE-FE152016EDBF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021" name="그림 1020">
              <a:extLst>
                <a:ext uri="{FF2B5EF4-FFF2-40B4-BE49-F238E27FC236}">
                  <a16:creationId xmlns:a16="http://schemas.microsoft.com/office/drawing/2014/main" id="{68935075-14AA-8290-EC59-E645E29BB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71056" y="3296095"/>
              <a:ext cx="167686" cy="147049"/>
            </a:xfrm>
            <a:prstGeom prst="rect">
              <a:avLst/>
            </a:prstGeom>
          </p:spPr>
        </p:pic>
      </p:grpSp>
      <p:grpSp>
        <p:nvGrpSpPr>
          <p:cNvPr id="933" name="그룹 932">
            <a:extLst>
              <a:ext uri="{FF2B5EF4-FFF2-40B4-BE49-F238E27FC236}">
                <a16:creationId xmlns:a16="http://schemas.microsoft.com/office/drawing/2014/main" id="{99355482-7CFB-DE56-554F-52F70A457329}"/>
              </a:ext>
            </a:extLst>
          </p:cNvPr>
          <p:cNvGrpSpPr/>
          <p:nvPr/>
        </p:nvGrpSpPr>
        <p:grpSpPr>
          <a:xfrm>
            <a:off x="2094091" y="2663063"/>
            <a:ext cx="440651" cy="651758"/>
            <a:chOff x="10290996" y="2826696"/>
            <a:chExt cx="253716" cy="375266"/>
          </a:xfrm>
        </p:grpSpPr>
        <p:grpSp>
          <p:nvGrpSpPr>
            <p:cNvPr id="1012" name="그룹 1011">
              <a:extLst>
                <a:ext uri="{FF2B5EF4-FFF2-40B4-BE49-F238E27FC236}">
                  <a16:creationId xmlns:a16="http://schemas.microsoft.com/office/drawing/2014/main" id="{CC9DEEB3-A283-5FE2-8169-8971E06E59A4}"/>
                </a:ext>
              </a:extLst>
            </p:cNvPr>
            <p:cNvGrpSpPr/>
            <p:nvPr/>
          </p:nvGrpSpPr>
          <p:grpSpPr>
            <a:xfrm>
              <a:off x="10290996" y="2826696"/>
              <a:ext cx="253716" cy="375266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014" name="직사각형 1013">
                <a:extLst>
                  <a:ext uri="{FF2B5EF4-FFF2-40B4-BE49-F238E27FC236}">
                    <a16:creationId xmlns:a16="http://schemas.microsoft.com/office/drawing/2014/main" id="{AAF14EFB-008D-287C-CC55-DA6D8708F992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5" name="직사각형 1014">
                <a:extLst>
                  <a:ext uri="{FF2B5EF4-FFF2-40B4-BE49-F238E27FC236}">
                    <a16:creationId xmlns:a16="http://schemas.microsoft.com/office/drawing/2014/main" id="{AA9AEB7A-06FE-C7F8-F393-5BF1B7B8762F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6" name="직사각형 1015">
                <a:extLst>
                  <a:ext uri="{FF2B5EF4-FFF2-40B4-BE49-F238E27FC236}">
                    <a16:creationId xmlns:a16="http://schemas.microsoft.com/office/drawing/2014/main" id="{64455B2A-F2BB-8B7F-069A-3CFA3A9BF43E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7" name="직사각형 1016">
                <a:extLst>
                  <a:ext uri="{FF2B5EF4-FFF2-40B4-BE49-F238E27FC236}">
                    <a16:creationId xmlns:a16="http://schemas.microsoft.com/office/drawing/2014/main" id="{017DA07A-7D82-4716-6D38-7FF0F0A908B9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8" name="직사각형 1017">
                <a:extLst>
                  <a:ext uri="{FF2B5EF4-FFF2-40B4-BE49-F238E27FC236}">
                    <a16:creationId xmlns:a16="http://schemas.microsoft.com/office/drawing/2014/main" id="{155380DE-FD31-DDDD-5839-C371C894BF00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9" name="직사각형 1018">
                <a:extLst>
                  <a:ext uri="{FF2B5EF4-FFF2-40B4-BE49-F238E27FC236}">
                    <a16:creationId xmlns:a16="http://schemas.microsoft.com/office/drawing/2014/main" id="{2EA3E95C-E8D4-483E-2AF3-9C63CC1BBDA1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013" name="그림 1012">
              <a:extLst>
                <a:ext uri="{FF2B5EF4-FFF2-40B4-BE49-F238E27FC236}">
                  <a16:creationId xmlns:a16="http://schemas.microsoft.com/office/drawing/2014/main" id="{15D88204-1BE7-D776-DB22-98ED56327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32660" y="2916008"/>
              <a:ext cx="167686" cy="147049"/>
            </a:xfrm>
            <a:prstGeom prst="rect">
              <a:avLst/>
            </a:prstGeom>
          </p:spPr>
        </p:pic>
      </p:grpSp>
      <p:grpSp>
        <p:nvGrpSpPr>
          <p:cNvPr id="934" name="그룹 933">
            <a:extLst>
              <a:ext uri="{FF2B5EF4-FFF2-40B4-BE49-F238E27FC236}">
                <a16:creationId xmlns:a16="http://schemas.microsoft.com/office/drawing/2014/main" id="{B98F6645-2657-061D-F4C2-7D392424636C}"/>
              </a:ext>
            </a:extLst>
          </p:cNvPr>
          <p:cNvGrpSpPr/>
          <p:nvPr/>
        </p:nvGrpSpPr>
        <p:grpSpPr>
          <a:xfrm>
            <a:off x="1661726" y="2882778"/>
            <a:ext cx="440651" cy="431186"/>
            <a:chOff x="10031415" y="2950781"/>
            <a:chExt cx="253716" cy="248266"/>
          </a:xfrm>
        </p:grpSpPr>
        <p:grpSp>
          <p:nvGrpSpPr>
            <p:cNvPr id="1006" name="그룹 1005">
              <a:extLst>
                <a:ext uri="{FF2B5EF4-FFF2-40B4-BE49-F238E27FC236}">
                  <a16:creationId xmlns:a16="http://schemas.microsoft.com/office/drawing/2014/main" id="{B2818C0B-5ABD-6373-176B-63B2F78CF7AF}"/>
                </a:ext>
              </a:extLst>
            </p:cNvPr>
            <p:cNvGrpSpPr/>
            <p:nvPr/>
          </p:nvGrpSpPr>
          <p:grpSpPr>
            <a:xfrm>
              <a:off x="10031415" y="2950781"/>
              <a:ext cx="253716" cy="248266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008" name="직사각형 1007">
                <a:extLst>
                  <a:ext uri="{FF2B5EF4-FFF2-40B4-BE49-F238E27FC236}">
                    <a16:creationId xmlns:a16="http://schemas.microsoft.com/office/drawing/2014/main" id="{9016613C-915A-A1C8-19F8-4788E1475251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9" name="직사각형 1008">
                <a:extLst>
                  <a:ext uri="{FF2B5EF4-FFF2-40B4-BE49-F238E27FC236}">
                    <a16:creationId xmlns:a16="http://schemas.microsoft.com/office/drawing/2014/main" id="{CADC6565-B75F-F251-3446-A6302E2001C9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0" name="직사각형 1009">
                <a:extLst>
                  <a:ext uri="{FF2B5EF4-FFF2-40B4-BE49-F238E27FC236}">
                    <a16:creationId xmlns:a16="http://schemas.microsoft.com/office/drawing/2014/main" id="{55D38D6D-F015-0B13-C8ED-A1940DA52EAE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1" name="직사각형 1010">
                <a:extLst>
                  <a:ext uri="{FF2B5EF4-FFF2-40B4-BE49-F238E27FC236}">
                    <a16:creationId xmlns:a16="http://schemas.microsoft.com/office/drawing/2014/main" id="{2D71C489-6B50-1804-1AED-099441AC3D5A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007" name="그림 1006">
              <a:extLst>
                <a:ext uri="{FF2B5EF4-FFF2-40B4-BE49-F238E27FC236}">
                  <a16:creationId xmlns:a16="http://schemas.microsoft.com/office/drawing/2014/main" id="{97EB9A0C-EAB1-6443-3241-C0AAA44E9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3079" y="3001932"/>
              <a:ext cx="167686" cy="147049"/>
            </a:xfrm>
            <a:prstGeom prst="rect">
              <a:avLst/>
            </a:prstGeom>
          </p:spPr>
        </p:pic>
      </p:grpSp>
      <p:grpSp>
        <p:nvGrpSpPr>
          <p:cNvPr id="935" name="그룹 934">
            <a:extLst>
              <a:ext uri="{FF2B5EF4-FFF2-40B4-BE49-F238E27FC236}">
                <a16:creationId xmlns:a16="http://schemas.microsoft.com/office/drawing/2014/main" id="{593E7870-2BF2-19D3-F951-06D13E83E6FC}"/>
              </a:ext>
            </a:extLst>
          </p:cNvPr>
          <p:cNvGrpSpPr/>
          <p:nvPr/>
        </p:nvGrpSpPr>
        <p:grpSpPr>
          <a:xfrm>
            <a:off x="2109902" y="3949251"/>
            <a:ext cx="440651" cy="651758"/>
            <a:chOff x="10529392" y="3206783"/>
            <a:chExt cx="253716" cy="375266"/>
          </a:xfrm>
        </p:grpSpPr>
        <p:grpSp>
          <p:nvGrpSpPr>
            <p:cNvPr id="998" name="그룹 997">
              <a:extLst>
                <a:ext uri="{FF2B5EF4-FFF2-40B4-BE49-F238E27FC236}">
                  <a16:creationId xmlns:a16="http://schemas.microsoft.com/office/drawing/2014/main" id="{38A0EDF8-7040-9C3E-66F3-ED3A90D52428}"/>
                </a:ext>
              </a:extLst>
            </p:cNvPr>
            <p:cNvGrpSpPr/>
            <p:nvPr/>
          </p:nvGrpSpPr>
          <p:grpSpPr>
            <a:xfrm>
              <a:off x="10529392" y="3206783"/>
              <a:ext cx="253716" cy="375266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000" name="직사각형 999">
                <a:extLst>
                  <a:ext uri="{FF2B5EF4-FFF2-40B4-BE49-F238E27FC236}">
                    <a16:creationId xmlns:a16="http://schemas.microsoft.com/office/drawing/2014/main" id="{917AC9CF-61A6-A261-85A4-8B02CB5EBB9A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1" name="직사각형 1000">
                <a:extLst>
                  <a:ext uri="{FF2B5EF4-FFF2-40B4-BE49-F238E27FC236}">
                    <a16:creationId xmlns:a16="http://schemas.microsoft.com/office/drawing/2014/main" id="{B1A57B4D-5538-29EC-51BA-A2C9A58A3BC7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2" name="직사각형 1001">
                <a:extLst>
                  <a:ext uri="{FF2B5EF4-FFF2-40B4-BE49-F238E27FC236}">
                    <a16:creationId xmlns:a16="http://schemas.microsoft.com/office/drawing/2014/main" id="{68E20A29-5145-196C-BE82-8EDF7F0CDEFB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3" name="직사각형 1002">
                <a:extLst>
                  <a:ext uri="{FF2B5EF4-FFF2-40B4-BE49-F238E27FC236}">
                    <a16:creationId xmlns:a16="http://schemas.microsoft.com/office/drawing/2014/main" id="{D5931310-2B9D-D714-CC24-BCE20C87ED28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4" name="직사각형 1003">
                <a:extLst>
                  <a:ext uri="{FF2B5EF4-FFF2-40B4-BE49-F238E27FC236}">
                    <a16:creationId xmlns:a16="http://schemas.microsoft.com/office/drawing/2014/main" id="{6311A7C2-A7D3-950B-CE0F-F9EFF3DDED84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5" name="직사각형 1004">
                <a:extLst>
                  <a:ext uri="{FF2B5EF4-FFF2-40B4-BE49-F238E27FC236}">
                    <a16:creationId xmlns:a16="http://schemas.microsoft.com/office/drawing/2014/main" id="{007F313D-D1FB-7DCC-D46E-1D65061005A5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999" name="그림 998">
              <a:extLst>
                <a:ext uri="{FF2B5EF4-FFF2-40B4-BE49-F238E27FC236}">
                  <a16:creationId xmlns:a16="http://schemas.microsoft.com/office/drawing/2014/main" id="{1EAFE00F-6EFC-121D-72EE-2CE7E5B4F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71056" y="3296095"/>
              <a:ext cx="167686" cy="147049"/>
            </a:xfrm>
            <a:prstGeom prst="rect">
              <a:avLst/>
            </a:prstGeom>
          </p:spPr>
        </p:pic>
      </p:grpSp>
      <p:grpSp>
        <p:nvGrpSpPr>
          <p:cNvPr id="936" name="그룹 935">
            <a:extLst>
              <a:ext uri="{FF2B5EF4-FFF2-40B4-BE49-F238E27FC236}">
                <a16:creationId xmlns:a16="http://schemas.microsoft.com/office/drawing/2014/main" id="{71398EFA-AAA6-4C84-D311-3262DE4D6C35}"/>
              </a:ext>
            </a:extLst>
          </p:cNvPr>
          <p:cNvGrpSpPr/>
          <p:nvPr/>
        </p:nvGrpSpPr>
        <p:grpSpPr>
          <a:xfrm>
            <a:off x="1672636" y="3950975"/>
            <a:ext cx="440651" cy="431186"/>
            <a:chOff x="10031415" y="2950781"/>
            <a:chExt cx="253716" cy="248266"/>
          </a:xfrm>
        </p:grpSpPr>
        <p:grpSp>
          <p:nvGrpSpPr>
            <p:cNvPr id="992" name="그룹 991">
              <a:extLst>
                <a:ext uri="{FF2B5EF4-FFF2-40B4-BE49-F238E27FC236}">
                  <a16:creationId xmlns:a16="http://schemas.microsoft.com/office/drawing/2014/main" id="{56C61A05-F177-C785-3F97-05E424B0B226}"/>
                </a:ext>
              </a:extLst>
            </p:cNvPr>
            <p:cNvGrpSpPr/>
            <p:nvPr/>
          </p:nvGrpSpPr>
          <p:grpSpPr>
            <a:xfrm>
              <a:off x="10031415" y="2950781"/>
              <a:ext cx="253716" cy="248266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994" name="직사각형 993">
                <a:extLst>
                  <a:ext uri="{FF2B5EF4-FFF2-40B4-BE49-F238E27FC236}">
                    <a16:creationId xmlns:a16="http://schemas.microsoft.com/office/drawing/2014/main" id="{74E5EB9A-9FEF-40CE-4060-4DDD9F21A3FF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95" name="직사각형 994">
                <a:extLst>
                  <a:ext uri="{FF2B5EF4-FFF2-40B4-BE49-F238E27FC236}">
                    <a16:creationId xmlns:a16="http://schemas.microsoft.com/office/drawing/2014/main" id="{8E3B8D49-14BF-CE23-20A9-C0D2CB100F5E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96" name="직사각형 995">
                <a:extLst>
                  <a:ext uri="{FF2B5EF4-FFF2-40B4-BE49-F238E27FC236}">
                    <a16:creationId xmlns:a16="http://schemas.microsoft.com/office/drawing/2014/main" id="{6194E323-49B5-8196-D306-35A162FB2EAA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97" name="직사각형 996">
                <a:extLst>
                  <a:ext uri="{FF2B5EF4-FFF2-40B4-BE49-F238E27FC236}">
                    <a16:creationId xmlns:a16="http://schemas.microsoft.com/office/drawing/2014/main" id="{B1814297-2E63-D78F-340E-6317A105DF4F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993" name="그림 992">
              <a:extLst>
                <a:ext uri="{FF2B5EF4-FFF2-40B4-BE49-F238E27FC236}">
                  <a16:creationId xmlns:a16="http://schemas.microsoft.com/office/drawing/2014/main" id="{32FB8162-4636-F7BB-6049-EF629B122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3079" y="3001932"/>
              <a:ext cx="167686" cy="147049"/>
            </a:xfrm>
            <a:prstGeom prst="rect">
              <a:avLst/>
            </a:prstGeom>
          </p:spPr>
        </p:pic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B73D8A9A-8160-4790-B7DE-07A253F09146}"/>
              </a:ext>
            </a:extLst>
          </p:cNvPr>
          <p:cNvSpPr txBox="1"/>
          <p:nvPr/>
        </p:nvSpPr>
        <p:spPr>
          <a:xfrm>
            <a:off x="4292949" y="1542838"/>
            <a:ext cx="6829114" cy="35470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80000"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전투 웨이브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컨셉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차량이 기름을 채우는 동안 영웅들이 싸워준다</a:t>
            </a:r>
          </a:p>
          <a:p>
            <a:pPr defTabSz="180000">
              <a:lnSpc>
                <a:spcPct val="120000"/>
              </a:lnSpc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트럭이 맵 한가운데로 이동한 후 기름을 채움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사람이 내리는 애니메이션 등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이때는 이동조작 불가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시작 시 약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5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초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내외의 대기 시간이 주어짐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대기 시간은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Config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테이블 등에서 관리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 defTabSz="180000">
              <a:lnSpc>
                <a:spcPct val="120000"/>
              </a:lnSpc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유저는 대기 시간동안 타워를 배치하거나 합성할 수 있음</a:t>
            </a:r>
          </a:p>
          <a:p>
            <a:pPr defTabSz="180000">
              <a:lnSpc>
                <a:spcPct val="120000"/>
              </a:lnSpc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대기 시간이 지나도 전투 웨이브 중에는 배치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합성 가능</a:t>
            </a:r>
          </a:p>
          <a:p>
            <a:pPr defTabSz="180000">
              <a:lnSpc>
                <a:spcPct val="120000"/>
              </a:lnSpc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배치는 언더 다크의 배치 시스템을 따름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인벤토리에서 드래그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&amp;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드롭으로 필드에 배치 가능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만약 배치한 타워에 몬스터가 있는 경우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몬스터를 타워 바깥으로 밀어내고 타워 설치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배치한 타워는 인벤토리로 회수할 수 없음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타워의 배치는 스타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1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건물처럼 칸 단위로 배치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겹칠 수 없음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2x2 or 3x2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등의 격자 배치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배치된 타워는 길을 막으며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몬스터가 통과할 수 없음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단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몬스터가 중앙을 향해 가는 길을 완벽히 막을 수는 없음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최소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1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칸 이상의 통로 필요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맵의 맨 끝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1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칸은 배치 불가능한 지역으로 판정됨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해당 위치에서 적 몬스터가 등장 예정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맵의 정중앙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2x2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칸은 배치 불가능한 지역으로 판정됨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플레이어 위치할 예정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0964BB4D-2729-4EBB-A950-A1655DDDDD6A}"/>
              </a:ext>
            </a:extLst>
          </p:cNvPr>
          <p:cNvSpPr/>
          <p:nvPr/>
        </p:nvSpPr>
        <p:spPr>
          <a:xfrm>
            <a:off x="1002344" y="1619433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A4136020-009E-410A-B504-B46040E9F79B}"/>
              </a:ext>
            </a:extLst>
          </p:cNvPr>
          <p:cNvSpPr/>
          <p:nvPr/>
        </p:nvSpPr>
        <p:spPr>
          <a:xfrm>
            <a:off x="997662" y="2162330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64CFBD61-4101-429B-933C-A35308990A34}"/>
              </a:ext>
            </a:extLst>
          </p:cNvPr>
          <p:cNvSpPr/>
          <p:nvPr/>
        </p:nvSpPr>
        <p:spPr>
          <a:xfrm>
            <a:off x="2928420" y="1619433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02375FE3-F44D-492E-BF5B-B280105370EE}"/>
              </a:ext>
            </a:extLst>
          </p:cNvPr>
          <p:cNvSpPr/>
          <p:nvPr/>
        </p:nvSpPr>
        <p:spPr>
          <a:xfrm>
            <a:off x="1964938" y="1619433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7" name="그림 126">
            <a:extLst>
              <a:ext uri="{FF2B5EF4-FFF2-40B4-BE49-F238E27FC236}">
                <a16:creationId xmlns:a16="http://schemas.microsoft.com/office/drawing/2014/main" id="{98199542-597B-4E0A-88ED-D919B2B97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7" y="1627241"/>
            <a:ext cx="298293" cy="349388"/>
          </a:xfrm>
          <a:prstGeom prst="rect">
            <a:avLst/>
          </a:prstGeom>
        </p:spPr>
      </p:pic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F3D18BA5-3FEE-493E-8589-61E563F5B705}"/>
              </a:ext>
            </a:extLst>
          </p:cNvPr>
          <p:cNvGrpSpPr/>
          <p:nvPr/>
        </p:nvGrpSpPr>
        <p:grpSpPr>
          <a:xfrm>
            <a:off x="907911" y="1539831"/>
            <a:ext cx="2557573" cy="59411"/>
            <a:chOff x="5645144" y="3140870"/>
            <a:chExt cx="249768" cy="110534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EFB26407-97F9-496F-8AE1-B31690CF428D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735CA17F-2730-4C3C-BF6E-FE28D6FC6D99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FA01F3CF-F276-42D3-81E9-2C7932BA31B2}"/>
              </a:ext>
            </a:extLst>
          </p:cNvPr>
          <p:cNvSpPr txBox="1"/>
          <p:nvPr/>
        </p:nvSpPr>
        <p:spPr>
          <a:xfrm>
            <a:off x="107070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32" name="Picture 2" descr="돋보기 - 무료 도구 및기구개 아이콘">
            <a:extLst>
              <a:ext uri="{FF2B5EF4-FFF2-40B4-BE49-F238E27FC236}">
                <a16:creationId xmlns:a16="http://schemas.microsoft.com/office/drawing/2014/main" id="{C9AEC05C-09DB-4BC6-A16F-159974069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5FFEE8A-A5F6-47CB-B421-715AA783328B}"/>
              </a:ext>
            </a:extLst>
          </p:cNvPr>
          <p:cNvSpPr/>
          <p:nvPr/>
        </p:nvSpPr>
        <p:spPr>
          <a:xfrm>
            <a:off x="2349538" y="6175085"/>
            <a:ext cx="148465" cy="1484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5F651E3-CA6D-419E-AD00-498F2F657172}"/>
              </a:ext>
            </a:extLst>
          </p:cNvPr>
          <p:cNvSpPr txBox="1"/>
          <p:nvPr/>
        </p:nvSpPr>
        <p:spPr>
          <a:xfrm>
            <a:off x="2361565" y="6124867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24C64C45-9789-42EF-B35A-2DE0F77590D1}"/>
              </a:ext>
            </a:extLst>
          </p:cNvPr>
          <p:cNvSpPr/>
          <p:nvPr/>
        </p:nvSpPr>
        <p:spPr>
          <a:xfrm>
            <a:off x="899378" y="6168507"/>
            <a:ext cx="148465" cy="148465"/>
          </a:xfrm>
          <a:prstGeom prst="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6D8DA5C-FFCD-48DE-AF2E-9B0B6D0AECA2}"/>
              </a:ext>
            </a:extLst>
          </p:cNvPr>
          <p:cNvSpPr txBox="1"/>
          <p:nvPr/>
        </p:nvSpPr>
        <p:spPr>
          <a:xfrm>
            <a:off x="1007733" y="6118289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 현황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B63B3CA7-8A82-4B65-9094-791C79C81ED7}"/>
              </a:ext>
            </a:extLst>
          </p:cNvPr>
          <p:cNvSpPr/>
          <p:nvPr/>
        </p:nvSpPr>
        <p:spPr>
          <a:xfrm>
            <a:off x="899378" y="6359985"/>
            <a:ext cx="148465" cy="1484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BBC8CF1-4246-45FD-BE8E-CCD880BB7BAA}"/>
              </a:ext>
            </a:extLst>
          </p:cNvPr>
          <p:cNvSpPr txBox="1"/>
          <p:nvPr/>
        </p:nvSpPr>
        <p:spPr>
          <a:xfrm>
            <a:off x="1007733" y="6309768"/>
            <a:ext cx="19814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진행도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40B17F87-EA25-45CC-BD37-8F49FE1073AE}"/>
              </a:ext>
            </a:extLst>
          </p:cNvPr>
          <p:cNvSpPr/>
          <p:nvPr/>
        </p:nvSpPr>
        <p:spPr>
          <a:xfrm>
            <a:off x="899378" y="6551464"/>
            <a:ext cx="148465" cy="1484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10E3593-0FA3-4891-95C7-4E292CCCEAE7}"/>
              </a:ext>
            </a:extLst>
          </p:cNvPr>
          <p:cNvSpPr txBox="1"/>
          <p:nvPr/>
        </p:nvSpPr>
        <p:spPr>
          <a:xfrm>
            <a:off x="1007733" y="6501247"/>
            <a:ext cx="158914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배속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버튼</a:t>
            </a:r>
          </a:p>
        </p:txBody>
      </p: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640B43FC-4D07-4BB7-9E4C-40B0416E014B}"/>
              </a:ext>
            </a:extLst>
          </p:cNvPr>
          <p:cNvGrpSpPr/>
          <p:nvPr/>
        </p:nvGrpSpPr>
        <p:grpSpPr>
          <a:xfrm>
            <a:off x="911557" y="5223651"/>
            <a:ext cx="2498735" cy="817215"/>
            <a:chOff x="4587404" y="4396748"/>
            <a:chExt cx="2498735" cy="817215"/>
          </a:xfrm>
        </p:grpSpPr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324E4B17-CA4D-4215-B3D1-A70322F0D4F2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43" name="사각형: 둥근 모서리 142">
              <a:extLst>
                <a:ext uri="{FF2B5EF4-FFF2-40B4-BE49-F238E27FC236}">
                  <a16:creationId xmlns:a16="http://schemas.microsoft.com/office/drawing/2014/main" id="{88A4B398-80FD-46AB-BC83-92D8B82D52D0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715295EA-2F70-4067-9CDA-B0DAA606D7A6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8C63B985-7029-4E30-A092-67EDAB4308A0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70" name="직사각형 169">
                <a:extLst>
                  <a:ext uri="{FF2B5EF4-FFF2-40B4-BE49-F238E27FC236}">
                    <a16:creationId xmlns:a16="http://schemas.microsoft.com/office/drawing/2014/main" id="{BE3DCD1D-3CF6-440F-8640-1AA248C33F08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1" name="직사각형 170">
                <a:extLst>
                  <a:ext uri="{FF2B5EF4-FFF2-40B4-BE49-F238E27FC236}">
                    <a16:creationId xmlns:a16="http://schemas.microsoft.com/office/drawing/2014/main" id="{D2E82AF0-8BB1-44E7-B7F7-461F7DF27BE7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37AAFE5F-1CDB-46FE-86B4-6CA2D4E3A8FE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B02FF072-8AB0-44A0-90C7-37ECD72F4390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46" name="그림 145">
              <a:extLst>
                <a:ext uri="{FF2B5EF4-FFF2-40B4-BE49-F238E27FC236}">
                  <a16:creationId xmlns:a16="http://schemas.microsoft.com/office/drawing/2014/main" id="{F8B0EBB8-CEA0-4785-8D97-526EDF548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ADE05A03-1003-47BE-9D20-43625D94FB96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C32A07D0-CC39-4A2E-8C54-A6617BDEF56B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5EE2E975-CDE8-4CCF-B95A-753CBACAC73E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5" name="직사각형 164">
                <a:extLst>
                  <a:ext uri="{FF2B5EF4-FFF2-40B4-BE49-F238E27FC236}">
                    <a16:creationId xmlns:a16="http://schemas.microsoft.com/office/drawing/2014/main" id="{44BEE3A3-2942-4E3C-B2B3-9649F10F6AFB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6" name="직사각형 165">
                <a:extLst>
                  <a:ext uri="{FF2B5EF4-FFF2-40B4-BE49-F238E27FC236}">
                    <a16:creationId xmlns:a16="http://schemas.microsoft.com/office/drawing/2014/main" id="{32843790-1598-456C-9590-9D81ACFC1ACF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7" name="직사각형 166">
                <a:extLst>
                  <a:ext uri="{FF2B5EF4-FFF2-40B4-BE49-F238E27FC236}">
                    <a16:creationId xmlns:a16="http://schemas.microsoft.com/office/drawing/2014/main" id="{1843D665-DA9F-4090-9269-023A02109B30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8" name="직사각형 167">
                <a:extLst>
                  <a:ext uri="{FF2B5EF4-FFF2-40B4-BE49-F238E27FC236}">
                    <a16:creationId xmlns:a16="http://schemas.microsoft.com/office/drawing/2014/main" id="{D869A345-FDF1-49A2-9257-F862BDF15AEB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9" name="직사각형 168">
                <a:extLst>
                  <a:ext uri="{FF2B5EF4-FFF2-40B4-BE49-F238E27FC236}">
                    <a16:creationId xmlns:a16="http://schemas.microsoft.com/office/drawing/2014/main" id="{ACD9BD51-0EDD-4BF7-A8D6-4D2EDFD5BA8C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49" name="그림 148">
              <a:extLst>
                <a:ext uri="{FF2B5EF4-FFF2-40B4-BE49-F238E27FC236}">
                  <a16:creationId xmlns:a16="http://schemas.microsoft.com/office/drawing/2014/main" id="{8371F98C-53BA-4F18-8445-90E3B926D2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73B3455C-4A5D-4151-850A-442A03F2C81E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DE01C1C5-A209-47D5-B645-DE7E24F76D54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58" name="직사각형 157">
                <a:extLst>
                  <a:ext uri="{FF2B5EF4-FFF2-40B4-BE49-F238E27FC236}">
                    <a16:creationId xmlns:a16="http://schemas.microsoft.com/office/drawing/2014/main" id="{29435840-BDAE-469A-912D-3A6739F38893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79EA3078-152C-4DAC-B659-65DC58CF2123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4963D3EC-93F8-4CA5-A99D-2B48D0AB6629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1" name="직사각형 160">
                <a:extLst>
                  <a:ext uri="{FF2B5EF4-FFF2-40B4-BE49-F238E27FC236}">
                    <a16:creationId xmlns:a16="http://schemas.microsoft.com/office/drawing/2014/main" id="{3CA09A25-9FFA-42DE-A3CC-A1E671F0594D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2" name="직사각형 161">
                <a:extLst>
                  <a:ext uri="{FF2B5EF4-FFF2-40B4-BE49-F238E27FC236}">
                    <a16:creationId xmlns:a16="http://schemas.microsoft.com/office/drawing/2014/main" id="{CFE6E3F1-4ECF-42B5-89F2-D382F86817DB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3" name="직사각형 162">
                <a:extLst>
                  <a:ext uri="{FF2B5EF4-FFF2-40B4-BE49-F238E27FC236}">
                    <a16:creationId xmlns:a16="http://schemas.microsoft.com/office/drawing/2014/main" id="{C7CDDF40-D9F0-4B75-8866-E650262CCE1D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52" name="그림 151">
              <a:extLst>
                <a:ext uri="{FF2B5EF4-FFF2-40B4-BE49-F238E27FC236}">
                  <a16:creationId xmlns:a16="http://schemas.microsoft.com/office/drawing/2014/main" id="{5FD5E023-07FA-47D8-9000-F0C33250D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153" name="사각형: 둥근 모서리 152">
              <a:extLst>
                <a:ext uri="{FF2B5EF4-FFF2-40B4-BE49-F238E27FC236}">
                  <a16:creationId xmlns:a16="http://schemas.microsoft.com/office/drawing/2014/main" id="{53ECA6B9-FBE9-4CE3-861A-52A01061B63A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9B142BEF-02EA-4D16-A381-8412204C70B1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B5FCD286-6CB8-44ED-BB09-AE883037F255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156" name="사각형: 둥근 모서리 155">
                <a:extLst>
                  <a:ext uri="{FF2B5EF4-FFF2-40B4-BE49-F238E27FC236}">
                    <a16:creationId xmlns:a16="http://schemas.microsoft.com/office/drawing/2014/main" id="{BFB4A8A2-99E6-4DBD-B18D-B0128A993C05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57" name="Picture 12">
                <a:extLst>
                  <a:ext uri="{FF2B5EF4-FFF2-40B4-BE49-F238E27FC236}">
                    <a16:creationId xmlns:a16="http://schemas.microsoft.com/office/drawing/2014/main" id="{B5E42765-64E1-4758-A713-14B19DEB9A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418458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A3B20-554E-E650-6345-9A95FEF93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11C16090-400F-4FF6-748B-7216E6943F0D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64E294-F8A7-2066-1829-AC908A98B8D1}"/>
              </a:ext>
            </a:extLst>
          </p:cNvPr>
          <p:cNvSpPr txBox="1"/>
          <p:nvPr/>
        </p:nvSpPr>
        <p:spPr>
          <a:xfrm>
            <a:off x="840746" y="513168"/>
            <a:ext cx="1544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진행방식 점검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61FCC1-69E1-CB13-779A-9756B0ED19B2}"/>
              </a:ext>
            </a:extLst>
          </p:cNvPr>
          <p:cNvSpPr txBox="1"/>
          <p:nvPr/>
        </p:nvSpPr>
        <p:spPr>
          <a:xfrm>
            <a:off x="745699" y="755794"/>
            <a:ext cx="2432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인게임 진행 방식</a:t>
            </a:r>
          </a:p>
        </p:txBody>
      </p:sp>
      <p:sp>
        <p:nvSpPr>
          <p:cNvPr id="913" name="직사각형 912">
            <a:extLst>
              <a:ext uri="{FF2B5EF4-FFF2-40B4-BE49-F238E27FC236}">
                <a16:creationId xmlns:a16="http://schemas.microsoft.com/office/drawing/2014/main" id="{51C990C4-2594-3E6F-FF6E-B960602A42DF}"/>
              </a:ext>
            </a:extLst>
          </p:cNvPr>
          <p:cNvSpPr/>
          <p:nvPr/>
        </p:nvSpPr>
        <p:spPr>
          <a:xfrm>
            <a:off x="903877" y="1546929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19" name="그림 918">
            <a:extLst>
              <a:ext uri="{FF2B5EF4-FFF2-40B4-BE49-F238E27FC236}">
                <a16:creationId xmlns:a16="http://schemas.microsoft.com/office/drawing/2014/main" id="{8B54FB13-0D5C-7EC5-F02A-3CB19EA81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334" y="3419414"/>
            <a:ext cx="385031" cy="450981"/>
          </a:xfrm>
          <a:prstGeom prst="rect">
            <a:avLst/>
          </a:prstGeom>
        </p:spPr>
      </p:pic>
      <p:pic>
        <p:nvPicPr>
          <p:cNvPr id="920" name="Picture 6" descr="박쥐 게임 스프라이트 | 프리미엄 벡터">
            <a:extLst>
              <a:ext uri="{FF2B5EF4-FFF2-40B4-BE49-F238E27FC236}">
                <a16:creationId xmlns:a16="http://schemas.microsoft.com/office/drawing/2014/main" id="{16D1E263-7244-ABCB-9170-4C92AF2742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1578962" y="2165768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" name="Picture 6" descr="박쥐 게임 스프라이트 | 프리미엄 벡터">
            <a:extLst>
              <a:ext uri="{FF2B5EF4-FFF2-40B4-BE49-F238E27FC236}">
                <a16:creationId xmlns:a16="http://schemas.microsoft.com/office/drawing/2014/main" id="{4861C52E-089B-2E8A-3D47-667C1DCB1F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2348587" y="2134485"/>
            <a:ext cx="378357" cy="1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" name="Picture 6" descr="박쥐 게임 스프라이트 | 프리미엄 벡터">
            <a:extLst>
              <a:ext uri="{FF2B5EF4-FFF2-40B4-BE49-F238E27FC236}">
                <a16:creationId xmlns:a16="http://schemas.microsoft.com/office/drawing/2014/main" id="{FFCE7AAD-A59E-0340-C95E-229C5FA6ED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1540823" y="2466795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5" name="Picture 6" descr="박쥐 게임 스프라이트 | 프리미엄 벡터">
            <a:extLst>
              <a:ext uri="{FF2B5EF4-FFF2-40B4-BE49-F238E27FC236}">
                <a16:creationId xmlns:a16="http://schemas.microsoft.com/office/drawing/2014/main" id="{FFBBF76B-B185-79E2-A8AB-1B953E25E0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1813632" y="4615182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6" name="Picture 6" descr="박쥐 게임 스프라이트 | 프리미엄 벡터">
            <a:extLst>
              <a:ext uri="{FF2B5EF4-FFF2-40B4-BE49-F238E27FC236}">
                <a16:creationId xmlns:a16="http://schemas.microsoft.com/office/drawing/2014/main" id="{1AFC26D6-1F2C-8E47-9180-4A33685DE8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2348587" y="2530524"/>
            <a:ext cx="378357" cy="1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7" name="Picture 6" descr="박쥐 게임 스프라이트 | 프리미엄 벡터">
            <a:extLst>
              <a:ext uri="{FF2B5EF4-FFF2-40B4-BE49-F238E27FC236}">
                <a16:creationId xmlns:a16="http://schemas.microsoft.com/office/drawing/2014/main" id="{F409981B-710E-3D06-343C-D99E29C4FA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1080471" y="4333781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8" name="Picture 6" descr="박쥐 게임 스프라이트 | 프리미엄 벡터">
            <a:extLst>
              <a:ext uri="{FF2B5EF4-FFF2-40B4-BE49-F238E27FC236}">
                <a16:creationId xmlns:a16="http://schemas.microsoft.com/office/drawing/2014/main" id="{755FF66D-9539-1A09-EBDD-B9BF859DF8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943086" y="3126672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9" name="Picture 6" descr="박쥐 게임 스프라이트 | 프리미엄 벡터">
            <a:extLst>
              <a:ext uri="{FF2B5EF4-FFF2-40B4-BE49-F238E27FC236}">
                <a16:creationId xmlns:a16="http://schemas.microsoft.com/office/drawing/2014/main" id="{3C65D18F-D997-B4FB-185C-BE308F6291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1368848" y="4723454"/>
            <a:ext cx="595547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0" name="Picture 6" descr="박쥐 게임 스프라이트 | 프리미엄 벡터">
            <a:extLst>
              <a:ext uri="{FF2B5EF4-FFF2-40B4-BE49-F238E27FC236}">
                <a16:creationId xmlns:a16="http://schemas.microsoft.com/office/drawing/2014/main" id="{86A1FD93-19FB-18F4-17F8-DC3B50C62F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1116836" y="4004491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1" name="Picture 6" descr="박쥐 게임 스프라이트 | 프리미엄 벡터">
            <a:extLst>
              <a:ext uri="{FF2B5EF4-FFF2-40B4-BE49-F238E27FC236}">
                <a16:creationId xmlns:a16="http://schemas.microsoft.com/office/drawing/2014/main" id="{020F85AB-1CAD-F995-CAF7-B18DF66A84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2609806" y="4665991"/>
            <a:ext cx="690773" cy="278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32" name="그룹 931">
            <a:extLst>
              <a:ext uri="{FF2B5EF4-FFF2-40B4-BE49-F238E27FC236}">
                <a16:creationId xmlns:a16="http://schemas.microsoft.com/office/drawing/2014/main" id="{AAFDE892-8563-18A0-9D62-7DF2672A646A}"/>
              </a:ext>
            </a:extLst>
          </p:cNvPr>
          <p:cNvGrpSpPr/>
          <p:nvPr/>
        </p:nvGrpSpPr>
        <p:grpSpPr>
          <a:xfrm>
            <a:off x="2528292" y="3304397"/>
            <a:ext cx="440651" cy="651758"/>
            <a:chOff x="10529392" y="3206783"/>
            <a:chExt cx="253716" cy="375266"/>
          </a:xfrm>
        </p:grpSpPr>
        <p:grpSp>
          <p:nvGrpSpPr>
            <p:cNvPr id="1020" name="그룹 1019">
              <a:extLst>
                <a:ext uri="{FF2B5EF4-FFF2-40B4-BE49-F238E27FC236}">
                  <a16:creationId xmlns:a16="http://schemas.microsoft.com/office/drawing/2014/main" id="{F2299DBA-7622-CDE6-D560-7434A423DAE2}"/>
                </a:ext>
              </a:extLst>
            </p:cNvPr>
            <p:cNvGrpSpPr/>
            <p:nvPr/>
          </p:nvGrpSpPr>
          <p:grpSpPr>
            <a:xfrm>
              <a:off x="10529392" y="3206783"/>
              <a:ext cx="253716" cy="375266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022" name="직사각형 1021">
                <a:extLst>
                  <a:ext uri="{FF2B5EF4-FFF2-40B4-BE49-F238E27FC236}">
                    <a16:creationId xmlns:a16="http://schemas.microsoft.com/office/drawing/2014/main" id="{311941BB-D25B-C6E7-C95A-3181D8D689EE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3" name="직사각형 1022">
                <a:extLst>
                  <a:ext uri="{FF2B5EF4-FFF2-40B4-BE49-F238E27FC236}">
                    <a16:creationId xmlns:a16="http://schemas.microsoft.com/office/drawing/2014/main" id="{851FC5D5-263E-B023-A6AA-0E2F15978004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4" name="직사각형 1023">
                <a:extLst>
                  <a:ext uri="{FF2B5EF4-FFF2-40B4-BE49-F238E27FC236}">
                    <a16:creationId xmlns:a16="http://schemas.microsoft.com/office/drawing/2014/main" id="{14DE165E-F697-89D1-153B-717D49AC5948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5" name="직사각형 1024">
                <a:extLst>
                  <a:ext uri="{FF2B5EF4-FFF2-40B4-BE49-F238E27FC236}">
                    <a16:creationId xmlns:a16="http://schemas.microsoft.com/office/drawing/2014/main" id="{FA48D2B7-EDC4-FC66-BD89-7E02CE00D39B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6" name="직사각형 1025">
                <a:extLst>
                  <a:ext uri="{FF2B5EF4-FFF2-40B4-BE49-F238E27FC236}">
                    <a16:creationId xmlns:a16="http://schemas.microsoft.com/office/drawing/2014/main" id="{2466069E-4165-18AA-29E7-2F0EEE339D6E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7" name="직사각형 1026">
                <a:extLst>
                  <a:ext uri="{FF2B5EF4-FFF2-40B4-BE49-F238E27FC236}">
                    <a16:creationId xmlns:a16="http://schemas.microsoft.com/office/drawing/2014/main" id="{ADB16E63-F570-EA62-8ECE-FE152016EDBF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021" name="그림 1020">
              <a:extLst>
                <a:ext uri="{FF2B5EF4-FFF2-40B4-BE49-F238E27FC236}">
                  <a16:creationId xmlns:a16="http://schemas.microsoft.com/office/drawing/2014/main" id="{68935075-14AA-8290-EC59-E645E29BB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71056" y="3296095"/>
              <a:ext cx="167686" cy="147049"/>
            </a:xfrm>
            <a:prstGeom prst="rect">
              <a:avLst/>
            </a:prstGeom>
          </p:spPr>
        </p:pic>
      </p:grpSp>
      <p:grpSp>
        <p:nvGrpSpPr>
          <p:cNvPr id="933" name="그룹 932">
            <a:extLst>
              <a:ext uri="{FF2B5EF4-FFF2-40B4-BE49-F238E27FC236}">
                <a16:creationId xmlns:a16="http://schemas.microsoft.com/office/drawing/2014/main" id="{99355482-7CFB-DE56-554F-52F70A457329}"/>
              </a:ext>
            </a:extLst>
          </p:cNvPr>
          <p:cNvGrpSpPr/>
          <p:nvPr/>
        </p:nvGrpSpPr>
        <p:grpSpPr>
          <a:xfrm>
            <a:off x="2094091" y="2663063"/>
            <a:ext cx="440651" cy="651758"/>
            <a:chOff x="10290996" y="2826696"/>
            <a:chExt cx="253716" cy="375266"/>
          </a:xfrm>
        </p:grpSpPr>
        <p:grpSp>
          <p:nvGrpSpPr>
            <p:cNvPr id="1012" name="그룹 1011">
              <a:extLst>
                <a:ext uri="{FF2B5EF4-FFF2-40B4-BE49-F238E27FC236}">
                  <a16:creationId xmlns:a16="http://schemas.microsoft.com/office/drawing/2014/main" id="{CC9DEEB3-A283-5FE2-8169-8971E06E59A4}"/>
                </a:ext>
              </a:extLst>
            </p:cNvPr>
            <p:cNvGrpSpPr/>
            <p:nvPr/>
          </p:nvGrpSpPr>
          <p:grpSpPr>
            <a:xfrm>
              <a:off x="10290996" y="2826696"/>
              <a:ext cx="253716" cy="375266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014" name="직사각형 1013">
                <a:extLst>
                  <a:ext uri="{FF2B5EF4-FFF2-40B4-BE49-F238E27FC236}">
                    <a16:creationId xmlns:a16="http://schemas.microsoft.com/office/drawing/2014/main" id="{AAF14EFB-008D-287C-CC55-DA6D8708F992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5" name="직사각형 1014">
                <a:extLst>
                  <a:ext uri="{FF2B5EF4-FFF2-40B4-BE49-F238E27FC236}">
                    <a16:creationId xmlns:a16="http://schemas.microsoft.com/office/drawing/2014/main" id="{AA9AEB7A-06FE-C7F8-F393-5BF1B7B8762F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6" name="직사각형 1015">
                <a:extLst>
                  <a:ext uri="{FF2B5EF4-FFF2-40B4-BE49-F238E27FC236}">
                    <a16:creationId xmlns:a16="http://schemas.microsoft.com/office/drawing/2014/main" id="{64455B2A-F2BB-8B7F-069A-3CFA3A9BF43E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7" name="직사각형 1016">
                <a:extLst>
                  <a:ext uri="{FF2B5EF4-FFF2-40B4-BE49-F238E27FC236}">
                    <a16:creationId xmlns:a16="http://schemas.microsoft.com/office/drawing/2014/main" id="{017DA07A-7D82-4716-6D38-7FF0F0A908B9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8" name="직사각형 1017">
                <a:extLst>
                  <a:ext uri="{FF2B5EF4-FFF2-40B4-BE49-F238E27FC236}">
                    <a16:creationId xmlns:a16="http://schemas.microsoft.com/office/drawing/2014/main" id="{155380DE-FD31-DDDD-5839-C371C894BF00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9" name="직사각형 1018">
                <a:extLst>
                  <a:ext uri="{FF2B5EF4-FFF2-40B4-BE49-F238E27FC236}">
                    <a16:creationId xmlns:a16="http://schemas.microsoft.com/office/drawing/2014/main" id="{2EA3E95C-E8D4-483E-2AF3-9C63CC1BBDA1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013" name="그림 1012">
              <a:extLst>
                <a:ext uri="{FF2B5EF4-FFF2-40B4-BE49-F238E27FC236}">
                  <a16:creationId xmlns:a16="http://schemas.microsoft.com/office/drawing/2014/main" id="{15D88204-1BE7-D776-DB22-98ED56327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32660" y="2916008"/>
              <a:ext cx="167686" cy="147049"/>
            </a:xfrm>
            <a:prstGeom prst="rect">
              <a:avLst/>
            </a:prstGeom>
          </p:spPr>
        </p:pic>
      </p:grpSp>
      <p:grpSp>
        <p:nvGrpSpPr>
          <p:cNvPr id="934" name="그룹 933">
            <a:extLst>
              <a:ext uri="{FF2B5EF4-FFF2-40B4-BE49-F238E27FC236}">
                <a16:creationId xmlns:a16="http://schemas.microsoft.com/office/drawing/2014/main" id="{B98F6645-2657-061D-F4C2-7D392424636C}"/>
              </a:ext>
            </a:extLst>
          </p:cNvPr>
          <p:cNvGrpSpPr/>
          <p:nvPr/>
        </p:nvGrpSpPr>
        <p:grpSpPr>
          <a:xfrm>
            <a:off x="1661726" y="2882778"/>
            <a:ext cx="440651" cy="431186"/>
            <a:chOff x="10031415" y="2950781"/>
            <a:chExt cx="253716" cy="248266"/>
          </a:xfrm>
        </p:grpSpPr>
        <p:grpSp>
          <p:nvGrpSpPr>
            <p:cNvPr id="1006" name="그룹 1005">
              <a:extLst>
                <a:ext uri="{FF2B5EF4-FFF2-40B4-BE49-F238E27FC236}">
                  <a16:creationId xmlns:a16="http://schemas.microsoft.com/office/drawing/2014/main" id="{B2818C0B-5ABD-6373-176B-63B2F78CF7AF}"/>
                </a:ext>
              </a:extLst>
            </p:cNvPr>
            <p:cNvGrpSpPr/>
            <p:nvPr/>
          </p:nvGrpSpPr>
          <p:grpSpPr>
            <a:xfrm>
              <a:off x="10031415" y="2950781"/>
              <a:ext cx="253716" cy="248266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008" name="직사각형 1007">
                <a:extLst>
                  <a:ext uri="{FF2B5EF4-FFF2-40B4-BE49-F238E27FC236}">
                    <a16:creationId xmlns:a16="http://schemas.microsoft.com/office/drawing/2014/main" id="{9016613C-915A-A1C8-19F8-4788E1475251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9" name="직사각형 1008">
                <a:extLst>
                  <a:ext uri="{FF2B5EF4-FFF2-40B4-BE49-F238E27FC236}">
                    <a16:creationId xmlns:a16="http://schemas.microsoft.com/office/drawing/2014/main" id="{CADC6565-B75F-F251-3446-A6302E2001C9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0" name="직사각형 1009">
                <a:extLst>
                  <a:ext uri="{FF2B5EF4-FFF2-40B4-BE49-F238E27FC236}">
                    <a16:creationId xmlns:a16="http://schemas.microsoft.com/office/drawing/2014/main" id="{55D38D6D-F015-0B13-C8ED-A1940DA52EAE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1" name="직사각형 1010">
                <a:extLst>
                  <a:ext uri="{FF2B5EF4-FFF2-40B4-BE49-F238E27FC236}">
                    <a16:creationId xmlns:a16="http://schemas.microsoft.com/office/drawing/2014/main" id="{2D71C489-6B50-1804-1AED-099441AC3D5A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007" name="그림 1006">
              <a:extLst>
                <a:ext uri="{FF2B5EF4-FFF2-40B4-BE49-F238E27FC236}">
                  <a16:creationId xmlns:a16="http://schemas.microsoft.com/office/drawing/2014/main" id="{97EB9A0C-EAB1-6443-3241-C0AAA44E9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3079" y="3001932"/>
              <a:ext cx="167686" cy="147049"/>
            </a:xfrm>
            <a:prstGeom prst="rect">
              <a:avLst/>
            </a:prstGeom>
          </p:spPr>
        </p:pic>
      </p:grpSp>
      <p:grpSp>
        <p:nvGrpSpPr>
          <p:cNvPr id="935" name="그룹 934">
            <a:extLst>
              <a:ext uri="{FF2B5EF4-FFF2-40B4-BE49-F238E27FC236}">
                <a16:creationId xmlns:a16="http://schemas.microsoft.com/office/drawing/2014/main" id="{593E7870-2BF2-19D3-F951-06D13E83E6FC}"/>
              </a:ext>
            </a:extLst>
          </p:cNvPr>
          <p:cNvGrpSpPr/>
          <p:nvPr/>
        </p:nvGrpSpPr>
        <p:grpSpPr>
          <a:xfrm>
            <a:off x="2109902" y="3949251"/>
            <a:ext cx="440651" cy="651758"/>
            <a:chOff x="10529392" y="3206783"/>
            <a:chExt cx="253716" cy="375266"/>
          </a:xfrm>
        </p:grpSpPr>
        <p:grpSp>
          <p:nvGrpSpPr>
            <p:cNvPr id="998" name="그룹 997">
              <a:extLst>
                <a:ext uri="{FF2B5EF4-FFF2-40B4-BE49-F238E27FC236}">
                  <a16:creationId xmlns:a16="http://schemas.microsoft.com/office/drawing/2014/main" id="{38A0EDF8-7040-9C3E-66F3-ED3A90D52428}"/>
                </a:ext>
              </a:extLst>
            </p:cNvPr>
            <p:cNvGrpSpPr/>
            <p:nvPr/>
          </p:nvGrpSpPr>
          <p:grpSpPr>
            <a:xfrm>
              <a:off x="10529392" y="3206783"/>
              <a:ext cx="253716" cy="375266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000" name="직사각형 999">
                <a:extLst>
                  <a:ext uri="{FF2B5EF4-FFF2-40B4-BE49-F238E27FC236}">
                    <a16:creationId xmlns:a16="http://schemas.microsoft.com/office/drawing/2014/main" id="{917AC9CF-61A6-A261-85A4-8B02CB5EBB9A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1" name="직사각형 1000">
                <a:extLst>
                  <a:ext uri="{FF2B5EF4-FFF2-40B4-BE49-F238E27FC236}">
                    <a16:creationId xmlns:a16="http://schemas.microsoft.com/office/drawing/2014/main" id="{B1A57B4D-5538-29EC-51BA-A2C9A58A3BC7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2" name="직사각형 1001">
                <a:extLst>
                  <a:ext uri="{FF2B5EF4-FFF2-40B4-BE49-F238E27FC236}">
                    <a16:creationId xmlns:a16="http://schemas.microsoft.com/office/drawing/2014/main" id="{68E20A29-5145-196C-BE82-8EDF7F0CDEFB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3" name="직사각형 1002">
                <a:extLst>
                  <a:ext uri="{FF2B5EF4-FFF2-40B4-BE49-F238E27FC236}">
                    <a16:creationId xmlns:a16="http://schemas.microsoft.com/office/drawing/2014/main" id="{D5931310-2B9D-D714-CC24-BCE20C87ED28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4" name="직사각형 1003">
                <a:extLst>
                  <a:ext uri="{FF2B5EF4-FFF2-40B4-BE49-F238E27FC236}">
                    <a16:creationId xmlns:a16="http://schemas.microsoft.com/office/drawing/2014/main" id="{6311A7C2-A7D3-950B-CE0F-F9EFF3DDED84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5" name="직사각형 1004">
                <a:extLst>
                  <a:ext uri="{FF2B5EF4-FFF2-40B4-BE49-F238E27FC236}">
                    <a16:creationId xmlns:a16="http://schemas.microsoft.com/office/drawing/2014/main" id="{007F313D-D1FB-7DCC-D46E-1D65061005A5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999" name="그림 998">
              <a:extLst>
                <a:ext uri="{FF2B5EF4-FFF2-40B4-BE49-F238E27FC236}">
                  <a16:creationId xmlns:a16="http://schemas.microsoft.com/office/drawing/2014/main" id="{1EAFE00F-6EFC-121D-72EE-2CE7E5B4F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71056" y="3296095"/>
              <a:ext cx="167686" cy="147049"/>
            </a:xfrm>
            <a:prstGeom prst="rect">
              <a:avLst/>
            </a:prstGeom>
          </p:spPr>
        </p:pic>
      </p:grpSp>
      <p:grpSp>
        <p:nvGrpSpPr>
          <p:cNvPr id="936" name="그룹 935">
            <a:extLst>
              <a:ext uri="{FF2B5EF4-FFF2-40B4-BE49-F238E27FC236}">
                <a16:creationId xmlns:a16="http://schemas.microsoft.com/office/drawing/2014/main" id="{71398EFA-AAA6-4C84-D311-3262DE4D6C35}"/>
              </a:ext>
            </a:extLst>
          </p:cNvPr>
          <p:cNvGrpSpPr/>
          <p:nvPr/>
        </p:nvGrpSpPr>
        <p:grpSpPr>
          <a:xfrm>
            <a:off x="1672636" y="3950975"/>
            <a:ext cx="440651" cy="431186"/>
            <a:chOff x="10031415" y="2950781"/>
            <a:chExt cx="253716" cy="248266"/>
          </a:xfrm>
        </p:grpSpPr>
        <p:grpSp>
          <p:nvGrpSpPr>
            <p:cNvPr id="992" name="그룹 991">
              <a:extLst>
                <a:ext uri="{FF2B5EF4-FFF2-40B4-BE49-F238E27FC236}">
                  <a16:creationId xmlns:a16="http://schemas.microsoft.com/office/drawing/2014/main" id="{56C61A05-F177-C785-3F97-05E424B0B226}"/>
                </a:ext>
              </a:extLst>
            </p:cNvPr>
            <p:cNvGrpSpPr/>
            <p:nvPr/>
          </p:nvGrpSpPr>
          <p:grpSpPr>
            <a:xfrm>
              <a:off x="10031415" y="2950781"/>
              <a:ext cx="253716" cy="248266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994" name="직사각형 993">
                <a:extLst>
                  <a:ext uri="{FF2B5EF4-FFF2-40B4-BE49-F238E27FC236}">
                    <a16:creationId xmlns:a16="http://schemas.microsoft.com/office/drawing/2014/main" id="{74E5EB9A-9FEF-40CE-4060-4DDD9F21A3FF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95" name="직사각형 994">
                <a:extLst>
                  <a:ext uri="{FF2B5EF4-FFF2-40B4-BE49-F238E27FC236}">
                    <a16:creationId xmlns:a16="http://schemas.microsoft.com/office/drawing/2014/main" id="{8E3B8D49-14BF-CE23-20A9-C0D2CB100F5E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96" name="직사각형 995">
                <a:extLst>
                  <a:ext uri="{FF2B5EF4-FFF2-40B4-BE49-F238E27FC236}">
                    <a16:creationId xmlns:a16="http://schemas.microsoft.com/office/drawing/2014/main" id="{6194E323-49B5-8196-D306-35A162FB2EAA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97" name="직사각형 996">
                <a:extLst>
                  <a:ext uri="{FF2B5EF4-FFF2-40B4-BE49-F238E27FC236}">
                    <a16:creationId xmlns:a16="http://schemas.microsoft.com/office/drawing/2014/main" id="{B1814297-2E63-D78F-340E-6317A105DF4F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993" name="그림 992">
              <a:extLst>
                <a:ext uri="{FF2B5EF4-FFF2-40B4-BE49-F238E27FC236}">
                  <a16:creationId xmlns:a16="http://schemas.microsoft.com/office/drawing/2014/main" id="{32FB8162-4636-F7BB-6049-EF629B122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3079" y="3001932"/>
              <a:ext cx="167686" cy="147049"/>
            </a:xfrm>
            <a:prstGeom prst="rect">
              <a:avLst/>
            </a:prstGeom>
          </p:spPr>
        </p:pic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B73D8A9A-8160-4790-B7DE-07A253F09146}"/>
              </a:ext>
            </a:extLst>
          </p:cNvPr>
          <p:cNvSpPr txBox="1"/>
          <p:nvPr/>
        </p:nvSpPr>
        <p:spPr>
          <a:xfrm>
            <a:off x="4292949" y="1542838"/>
            <a:ext cx="6869509" cy="3768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80000"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전투 웨이브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타워는 자동으로 싸워줌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각 타워마다 사정거리가 있음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타워의 사정거리 표시는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타워를 클릭하거나 드래그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&amp;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드롭 시 범위 표시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사정거리 내에 적이 있고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타워의 공격 쿨타임이 된 경우 공격 수행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각 타워는 약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5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개의 등급이 있음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타워의 등급이 높아질수록 스탯 상승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일부 타워는 특정 등급 이상일 때 부가 효과가 적용됨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(Ex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관통효과 부여 등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이건 추후 논의 필요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 defTabSz="180000">
              <a:lnSpc>
                <a:spcPct val="120000"/>
              </a:lnSpc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타워는 합성할 수 있음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같은 종류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같은 등급의 타워를 합치면 타워의 등급이 올라감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인벤토리 → 인벤토리 합성 가능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인벤토리 → 필드 합성 가능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필드 → 인벤토리는 합성 불가능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자동 합성 버튼 배치 필요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자동 합성 버튼을 터치하면 인벤토리 카드 내의 합성 가능한 모든 타워를 합성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0964BB4D-2729-4EBB-A950-A1655DDDDD6A}"/>
              </a:ext>
            </a:extLst>
          </p:cNvPr>
          <p:cNvSpPr/>
          <p:nvPr/>
        </p:nvSpPr>
        <p:spPr>
          <a:xfrm>
            <a:off x="1002344" y="1619433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A4136020-009E-410A-B504-B46040E9F79B}"/>
              </a:ext>
            </a:extLst>
          </p:cNvPr>
          <p:cNvSpPr/>
          <p:nvPr/>
        </p:nvSpPr>
        <p:spPr>
          <a:xfrm>
            <a:off x="997662" y="2162330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64CFBD61-4101-429B-933C-A35308990A34}"/>
              </a:ext>
            </a:extLst>
          </p:cNvPr>
          <p:cNvSpPr/>
          <p:nvPr/>
        </p:nvSpPr>
        <p:spPr>
          <a:xfrm>
            <a:off x="2928420" y="1619433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02375FE3-F44D-492E-BF5B-B280105370EE}"/>
              </a:ext>
            </a:extLst>
          </p:cNvPr>
          <p:cNvSpPr/>
          <p:nvPr/>
        </p:nvSpPr>
        <p:spPr>
          <a:xfrm>
            <a:off x="1964938" y="1619433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7" name="그림 126">
            <a:extLst>
              <a:ext uri="{FF2B5EF4-FFF2-40B4-BE49-F238E27FC236}">
                <a16:creationId xmlns:a16="http://schemas.microsoft.com/office/drawing/2014/main" id="{98199542-597B-4E0A-88ED-D919B2B97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7" y="1627241"/>
            <a:ext cx="298293" cy="349388"/>
          </a:xfrm>
          <a:prstGeom prst="rect">
            <a:avLst/>
          </a:prstGeom>
        </p:spPr>
      </p:pic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F3D18BA5-3FEE-493E-8589-61E563F5B705}"/>
              </a:ext>
            </a:extLst>
          </p:cNvPr>
          <p:cNvGrpSpPr/>
          <p:nvPr/>
        </p:nvGrpSpPr>
        <p:grpSpPr>
          <a:xfrm>
            <a:off x="907911" y="1539831"/>
            <a:ext cx="2557573" cy="59411"/>
            <a:chOff x="5645144" y="3140870"/>
            <a:chExt cx="249768" cy="110534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EFB26407-97F9-496F-8AE1-B31690CF428D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735CA17F-2730-4C3C-BF6E-FE28D6FC6D99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FA01F3CF-F276-42D3-81E9-2C7932BA31B2}"/>
              </a:ext>
            </a:extLst>
          </p:cNvPr>
          <p:cNvSpPr txBox="1"/>
          <p:nvPr/>
        </p:nvSpPr>
        <p:spPr>
          <a:xfrm>
            <a:off x="107070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32" name="Picture 2" descr="돋보기 - 무료 도구 및기구개 아이콘">
            <a:extLst>
              <a:ext uri="{FF2B5EF4-FFF2-40B4-BE49-F238E27FC236}">
                <a16:creationId xmlns:a16="http://schemas.microsoft.com/office/drawing/2014/main" id="{C9AEC05C-09DB-4BC6-A16F-159974069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5FFEE8A-A5F6-47CB-B421-715AA783328B}"/>
              </a:ext>
            </a:extLst>
          </p:cNvPr>
          <p:cNvSpPr/>
          <p:nvPr/>
        </p:nvSpPr>
        <p:spPr>
          <a:xfrm>
            <a:off x="2349538" y="6175085"/>
            <a:ext cx="148465" cy="1484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5F651E3-CA6D-419E-AD00-498F2F657172}"/>
              </a:ext>
            </a:extLst>
          </p:cNvPr>
          <p:cNvSpPr txBox="1"/>
          <p:nvPr/>
        </p:nvSpPr>
        <p:spPr>
          <a:xfrm>
            <a:off x="2361565" y="6124867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24C64C45-9789-42EF-B35A-2DE0F77590D1}"/>
              </a:ext>
            </a:extLst>
          </p:cNvPr>
          <p:cNvSpPr/>
          <p:nvPr/>
        </p:nvSpPr>
        <p:spPr>
          <a:xfrm>
            <a:off x="899378" y="6168507"/>
            <a:ext cx="148465" cy="148465"/>
          </a:xfrm>
          <a:prstGeom prst="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6D8DA5C-FFCD-48DE-AF2E-9B0B6D0AECA2}"/>
              </a:ext>
            </a:extLst>
          </p:cNvPr>
          <p:cNvSpPr txBox="1"/>
          <p:nvPr/>
        </p:nvSpPr>
        <p:spPr>
          <a:xfrm>
            <a:off x="1007733" y="6118289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 현황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B63B3CA7-8A82-4B65-9094-791C79C81ED7}"/>
              </a:ext>
            </a:extLst>
          </p:cNvPr>
          <p:cNvSpPr/>
          <p:nvPr/>
        </p:nvSpPr>
        <p:spPr>
          <a:xfrm>
            <a:off x="899378" y="6359985"/>
            <a:ext cx="148465" cy="1484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BBC8CF1-4246-45FD-BE8E-CCD880BB7BAA}"/>
              </a:ext>
            </a:extLst>
          </p:cNvPr>
          <p:cNvSpPr txBox="1"/>
          <p:nvPr/>
        </p:nvSpPr>
        <p:spPr>
          <a:xfrm>
            <a:off x="1007733" y="6309768"/>
            <a:ext cx="19814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진행도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40B17F87-EA25-45CC-BD37-8F49FE1073AE}"/>
              </a:ext>
            </a:extLst>
          </p:cNvPr>
          <p:cNvSpPr/>
          <p:nvPr/>
        </p:nvSpPr>
        <p:spPr>
          <a:xfrm>
            <a:off x="899378" y="6551464"/>
            <a:ext cx="148465" cy="1484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10E3593-0FA3-4891-95C7-4E292CCCEAE7}"/>
              </a:ext>
            </a:extLst>
          </p:cNvPr>
          <p:cNvSpPr txBox="1"/>
          <p:nvPr/>
        </p:nvSpPr>
        <p:spPr>
          <a:xfrm>
            <a:off x="1007733" y="6501247"/>
            <a:ext cx="158914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배속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버튼</a:t>
            </a:r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6D3DD513-1E95-4A27-87C8-061465F6F39F}"/>
              </a:ext>
            </a:extLst>
          </p:cNvPr>
          <p:cNvSpPr/>
          <p:nvPr/>
        </p:nvSpPr>
        <p:spPr>
          <a:xfrm>
            <a:off x="10034200" y="1708147"/>
            <a:ext cx="1157676" cy="115767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26C1F65E-7AFD-45B2-8CCD-AEF411A462E2}"/>
              </a:ext>
            </a:extLst>
          </p:cNvPr>
          <p:cNvGrpSpPr/>
          <p:nvPr/>
        </p:nvGrpSpPr>
        <p:grpSpPr>
          <a:xfrm>
            <a:off x="10392711" y="2070194"/>
            <a:ext cx="440651" cy="431186"/>
            <a:chOff x="10031415" y="2950781"/>
            <a:chExt cx="253716" cy="248266"/>
          </a:xfrm>
        </p:grpSpPr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53667BF3-F157-42B1-87A6-9F4D47E7D327}"/>
                </a:ext>
              </a:extLst>
            </p:cNvPr>
            <p:cNvGrpSpPr/>
            <p:nvPr/>
          </p:nvGrpSpPr>
          <p:grpSpPr>
            <a:xfrm>
              <a:off x="10031415" y="2950781"/>
              <a:ext cx="253716" cy="248266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712556DC-4131-4D17-8F97-079E299924E5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ADBD1EFE-F441-4868-8274-1A4DD154234A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1" name="직사각형 160">
                <a:extLst>
                  <a:ext uri="{FF2B5EF4-FFF2-40B4-BE49-F238E27FC236}">
                    <a16:creationId xmlns:a16="http://schemas.microsoft.com/office/drawing/2014/main" id="{2E4A9660-BF1C-486F-AE55-EFDE706AFBFE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2" name="직사각형 161">
                <a:extLst>
                  <a:ext uri="{FF2B5EF4-FFF2-40B4-BE49-F238E27FC236}">
                    <a16:creationId xmlns:a16="http://schemas.microsoft.com/office/drawing/2014/main" id="{AAD5ECF1-D320-4E97-84F0-96988FEB6346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58" name="그림 157">
              <a:extLst>
                <a:ext uri="{FF2B5EF4-FFF2-40B4-BE49-F238E27FC236}">
                  <a16:creationId xmlns:a16="http://schemas.microsoft.com/office/drawing/2014/main" id="{0208FEEA-D0F7-4FFD-BAE0-C11570091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3079" y="3001932"/>
              <a:ext cx="167686" cy="147049"/>
            </a:xfrm>
            <a:prstGeom prst="rect">
              <a:avLst/>
            </a:prstGeom>
          </p:spPr>
        </p:pic>
      </p:grp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0CFC4480-E469-4785-8B8E-33FB4426B6BD}"/>
              </a:ext>
            </a:extLst>
          </p:cNvPr>
          <p:cNvSpPr/>
          <p:nvPr/>
        </p:nvSpPr>
        <p:spPr>
          <a:xfrm>
            <a:off x="9382125" y="2415655"/>
            <a:ext cx="326417" cy="161683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AE5E3253-C5EF-4D1E-91E1-23AEA761652F}"/>
              </a:ext>
            </a:extLst>
          </p:cNvPr>
          <p:cNvGrpSpPr/>
          <p:nvPr/>
        </p:nvGrpSpPr>
        <p:grpSpPr>
          <a:xfrm>
            <a:off x="911557" y="5223651"/>
            <a:ext cx="2498735" cy="817215"/>
            <a:chOff x="4587404" y="4396748"/>
            <a:chExt cx="2498735" cy="817215"/>
          </a:xfrm>
        </p:grpSpPr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EB856591-C3E1-49DE-B91F-372963C02EE7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43" name="사각형: 둥근 모서리 142">
              <a:extLst>
                <a:ext uri="{FF2B5EF4-FFF2-40B4-BE49-F238E27FC236}">
                  <a16:creationId xmlns:a16="http://schemas.microsoft.com/office/drawing/2014/main" id="{879CF8AB-B62A-4B42-9451-BE82E514BEF8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B1D35606-7EC3-47AB-BF5E-88736BE79A85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E8C9D193-23B3-4A31-8BAE-004FA8C34B34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554D5E9C-0739-45F3-875E-CA04B6CBF581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9" name="직사각형 178">
                <a:extLst>
                  <a:ext uri="{FF2B5EF4-FFF2-40B4-BE49-F238E27FC236}">
                    <a16:creationId xmlns:a16="http://schemas.microsoft.com/office/drawing/2014/main" id="{4F860DB3-4A4D-430B-8B15-F01D796A87CB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80" name="직사각형 179">
                <a:extLst>
                  <a:ext uri="{FF2B5EF4-FFF2-40B4-BE49-F238E27FC236}">
                    <a16:creationId xmlns:a16="http://schemas.microsoft.com/office/drawing/2014/main" id="{5B04AD30-0066-4ADF-9495-07F3DA05FD1B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81" name="직사각형 180">
                <a:extLst>
                  <a:ext uri="{FF2B5EF4-FFF2-40B4-BE49-F238E27FC236}">
                    <a16:creationId xmlns:a16="http://schemas.microsoft.com/office/drawing/2014/main" id="{57631E18-E210-4405-9964-F549D3A256DE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46" name="그림 145">
              <a:extLst>
                <a:ext uri="{FF2B5EF4-FFF2-40B4-BE49-F238E27FC236}">
                  <a16:creationId xmlns:a16="http://schemas.microsoft.com/office/drawing/2014/main" id="{AE3257AB-5ECA-46D4-A171-4B4D07D4B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70972A2E-E50F-4DA7-9291-D0FB87884A98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72E327D1-5103-4BE6-BD37-C74F7A321433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3EBD3F9E-EBB5-4256-827E-5755EB267DFB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5E74AC22-6969-42DF-BCD1-8AA3C275D14E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4" name="직사각형 173">
                <a:extLst>
                  <a:ext uri="{FF2B5EF4-FFF2-40B4-BE49-F238E27FC236}">
                    <a16:creationId xmlns:a16="http://schemas.microsoft.com/office/drawing/2014/main" id="{2503002E-EC6C-4BFD-8E23-55FB110878E8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5" name="직사각형 174">
                <a:extLst>
                  <a:ext uri="{FF2B5EF4-FFF2-40B4-BE49-F238E27FC236}">
                    <a16:creationId xmlns:a16="http://schemas.microsoft.com/office/drawing/2014/main" id="{183FB948-613F-4542-A19C-FAB11A982220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6" name="직사각형 175">
                <a:extLst>
                  <a:ext uri="{FF2B5EF4-FFF2-40B4-BE49-F238E27FC236}">
                    <a16:creationId xmlns:a16="http://schemas.microsoft.com/office/drawing/2014/main" id="{6BEDA039-3101-4749-B3E9-B62D6AECFAF7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7" name="직사각형 176">
                <a:extLst>
                  <a:ext uri="{FF2B5EF4-FFF2-40B4-BE49-F238E27FC236}">
                    <a16:creationId xmlns:a16="http://schemas.microsoft.com/office/drawing/2014/main" id="{147A2A8F-4A78-4B40-A930-42AFB57F0180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49" name="그림 148">
              <a:extLst>
                <a:ext uri="{FF2B5EF4-FFF2-40B4-BE49-F238E27FC236}">
                  <a16:creationId xmlns:a16="http://schemas.microsoft.com/office/drawing/2014/main" id="{011DA5D3-29C8-46E9-9F72-9BFE425E5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C830E00D-7B9D-4707-91C5-6E3075446603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B2FF5944-290F-4A9E-83B1-0003EC344711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66" name="직사각형 165">
                <a:extLst>
                  <a:ext uri="{FF2B5EF4-FFF2-40B4-BE49-F238E27FC236}">
                    <a16:creationId xmlns:a16="http://schemas.microsoft.com/office/drawing/2014/main" id="{694468DB-432D-4AAB-9A5C-408BEB96BE6D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7" name="직사각형 166">
                <a:extLst>
                  <a:ext uri="{FF2B5EF4-FFF2-40B4-BE49-F238E27FC236}">
                    <a16:creationId xmlns:a16="http://schemas.microsoft.com/office/drawing/2014/main" id="{7F4064FC-B679-48A9-A7AA-617EF7B6D83D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8" name="직사각형 167">
                <a:extLst>
                  <a:ext uri="{FF2B5EF4-FFF2-40B4-BE49-F238E27FC236}">
                    <a16:creationId xmlns:a16="http://schemas.microsoft.com/office/drawing/2014/main" id="{86BA3CE0-41B0-4069-B05C-F194C505C1F3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9" name="직사각형 168">
                <a:extLst>
                  <a:ext uri="{FF2B5EF4-FFF2-40B4-BE49-F238E27FC236}">
                    <a16:creationId xmlns:a16="http://schemas.microsoft.com/office/drawing/2014/main" id="{5151E6C7-BF04-47EC-93C6-39F44ADB4A9E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0" name="직사각형 169">
                <a:extLst>
                  <a:ext uri="{FF2B5EF4-FFF2-40B4-BE49-F238E27FC236}">
                    <a16:creationId xmlns:a16="http://schemas.microsoft.com/office/drawing/2014/main" id="{D22BDD06-19A8-484A-9716-276EF3B7B5F9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1" name="직사각형 170">
                <a:extLst>
                  <a:ext uri="{FF2B5EF4-FFF2-40B4-BE49-F238E27FC236}">
                    <a16:creationId xmlns:a16="http://schemas.microsoft.com/office/drawing/2014/main" id="{0870D2BD-57FB-4B0B-8123-501582705E0D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52" name="그림 151">
              <a:extLst>
                <a:ext uri="{FF2B5EF4-FFF2-40B4-BE49-F238E27FC236}">
                  <a16:creationId xmlns:a16="http://schemas.microsoft.com/office/drawing/2014/main" id="{EB5D7D8F-00A7-4C91-8E02-A54E91DBB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153" name="사각형: 둥근 모서리 152">
              <a:extLst>
                <a:ext uri="{FF2B5EF4-FFF2-40B4-BE49-F238E27FC236}">
                  <a16:creationId xmlns:a16="http://schemas.microsoft.com/office/drawing/2014/main" id="{52E28AF4-C57C-491B-B44F-55FD3AC771C8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8CC037A3-FAE4-4E08-AC4A-EA7C3967DC6A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2954CA9A-1416-48F6-B415-73C04876FEB2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164" name="사각형: 둥근 모서리 163">
                <a:extLst>
                  <a:ext uri="{FF2B5EF4-FFF2-40B4-BE49-F238E27FC236}">
                    <a16:creationId xmlns:a16="http://schemas.microsoft.com/office/drawing/2014/main" id="{6DBF31F8-19B5-4531-A560-071A49A10723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65" name="Picture 12">
                <a:extLst>
                  <a:ext uri="{FF2B5EF4-FFF2-40B4-BE49-F238E27FC236}">
                    <a16:creationId xmlns:a16="http://schemas.microsoft.com/office/drawing/2014/main" id="{162239B3-0CF6-4C13-9CC1-7C8999F705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45868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A3B20-554E-E650-6345-9A95FEF93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11C16090-400F-4FF6-748B-7216E6943F0D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64E294-F8A7-2066-1829-AC908A98B8D1}"/>
              </a:ext>
            </a:extLst>
          </p:cNvPr>
          <p:cNvSpPr txBox="1"/>
          <p:nvPr/>
        </p:nvSpPr>
        <p:spPr>
          <a:xfrm>
            <a:off x="840746" y="513168"/>
            <a:ext cx="1544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진행방식 점검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61FCC1-69E1-CB13-779A-9756B0ED19B2}"/>
              </a:ext>
            </a:extLst>
          </p:cNvPr>
          <p:cNvSpPr txBox="1"/>
          <p:nvPr/>
        </p:nvSpPr>
        <p:spPr>
          <a:xfrm>
            <a:off x="745699" y="755794"/>
            <a:ext cx="2432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인게임 진행 방식</a:t>
            </a:r>
          </a:p>
        </p:txBody>
      </p:sp>
      <p:sp>
        <p:nvSpPr>
          <p:cNvPr id="913" name="직사각형 912">
            <a:extLst>
              <a:ext uri="{FF2B5EF4-FFF2-40B4-BE49-F238E27FC236}">
                <a16:creationId xmlns:a16="http://schemas.microsoft.com/office/drawing/2014/main" id="{51C990C4-2594-3E6F-FF6E-B960602A42DF}"/>
              </a:ext>
            </a:extLst>
          </p:cNvPr>
          <p:cNvSpPr/>
          <p:nvPr/>
        </p:nvSpPr>
        <p:spPr>
          <a:xfrm>
            <a:off x="903877" y="1546929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19" name="그림 918">
            <a:extLst>
              <a:ext uri="{FF2B5EF4-FFF2-40B4-BE49-F238E27FC236}">
                <a16:creationId xmlns:a16="http://schemas.microsoft.com/office/drawing/2014/main" id="{8B54FB13-0D5C-7EC5-F02A-3CB19EA81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334" y="3419414"/>
            <a:ext cx="385031" cy="450981"/>
          </a:xfrm>
          <a:prstGeom prst="rect">
            <a:avLst/>
          </a:prstGeom>
        </p:spPr>
      </p:pic>
      <p:pic>
        <p:nvPicPr>
          <p:cNvPr id="920" name="Picture 6" descr="박쥐 게임 스프라이트 | 프리미엄 벡터">
            <a:extLst>
              <a:ext uri="{FF2B5EF4-FFF2-40B4-BE49-F238E27FC236}">
                <a16:creationId xmlns:a16="http://schemas.microsoft.com/office/drawing/2014/main" id="{16D1E263-7244-ABCB-9170-4C92AF2742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1578962" y="2165768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" name="Picture 6" descr="박쥐 게임 스프라이트 | 프리미엄 벡터">
            <a:extLst>
              <a:ext uri="{FF2B5EF4-FFF2-40B4-BE49-F238E27FC236}">
                <a16:creationId xmlns:a16="http://schemas.microsoft.com/office/drawing/2014/main" id="{4861C52E-089B-2E8A-3D47-667C1DCB1F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2348587" y="2134485"/>
            <a:ext cx="378357" cy="1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" name="Picture 6" descr="박쥐 게임 스프라이트 | 프리미엄 벡터">
            <a:extLst>
              <a:ext uri="{FF2B5EF4-FFF2-40B4-BE49-F238E27FC236}">
                <a16:creationId xmlns:a16="http://schemas.microsoft.com/office/drawing/2014/main" id="{FFCE7AAD-A59E-0340-C95E-229C5FA6ED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1540823" y="2466795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5" name="Picture 6" descr="박쥐 게임 스프라이트 | 프리미엄 벡터">
            <a:extLst>
              <a:ext uri="{FF2B5EF4-FFF2-40B4-BE49-F238E27FC236}">
                <a16:creationId xmlns:a16="http://schemas.microsoft.com/office/drawing/2014/main" id="{FFBBF76B-B185-79E2-A8AB-1B953E25E0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1813632" y="4615182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6" name="Picture 6" descr="박쥐 게임 스프라이트 | 프리미엄 벡터">
            <a:extLst>
              <a:ext uri="{FF2B5EF4-FFF2-40B4-BE49-F238E27FC236}">
                <a16:creationId xmlns:a16="http://schemas.microsoft.com/office/drawing/2014/main" id="{1AFC26D6-1F2C-8E47-9180-4A33685DE8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2348587" y="2530524"/>
            <a:ext cx="378357" cy="1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7" name="Picture 6" descr="박쥐 게임 스프라이트 | 프리미엄 벡터">
            <a:extLst>
              <a:ext uri="{FF2B5EF4-FFF2-40B4-BE49-F238E27FC236}">
                <a16:creationId xmlns:a16="http://schemas.microsoft.com/office/drawing/2014/main" id="{F409981B-710E-3D06-343C-D99E29C4FA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1080471" y="4333781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8" name="Picture 6" descr="박쥐 게임 스프라이트 | 프리미엄 벡터">
            <a:extLst>
              <a:ext uri="{FF2B5EF4-FFF2-40B4-BE49-F238E27FC236}">
                <a16:creationId xmlns:a16="http://schemas.microsoft.com/office/drawing/2014/main" id="{755FF66D-9539-1A09-EBDD-B9BF859DF8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943086" y="3126672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9" name="Picture 6" descr="박쥐 게임 스프라이트 | 프리미엄 벡터">
            <a:extLst>
              <a:ext uri="{FF2B5EF4-FFF2-40B4-BE49-F238E27FC236}">
                <a16:creationId xmlns:a16="http://schemas.microsoft.com/office/drawing/2014/main" id="{3C65D18F-D997-B4FB-185C-BE308F6291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1368848" y="4723454"/>
            <a:ext cx="595547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0" name="Picture 6" descr="박쥐 게임 스프라이트 | 프리미엄 벡터">
            <a:extLst>
              <a:ext uri="{FF2B5EF4-FFF2-40B4-BE49-F238E27FC236}">
                <a16:creationId xmlns:a16="http://schemas.microsoft.com/office/drawing/2014/main" id="{86A1FD93-19FB-18F4-17F8-DC3B50C62F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1116836" y="4004491"/>
            <a:ext cx="595551" cy="24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1" name="Picture 6" descr="박쥐 게임 스프라이트 | 프리미엄 벡터">
            <a:extLst>
              <a:ext uri="{FF2B5EF4-FFF2-40B4-BE49-F238E27FC236}">
                <a16:creationId xmlns:a16="http://schemas.microsoft.com/office/drawing/2014/main" id="{020F85AB-1CAD-F995-CAF7-B18DF66A84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2609806" y="4665991"/>
            <a:ext cx="690773" cy="278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32" name="그룹 931">
            <a:extLst>
              <a:ext uri="{FF2B5EF4-FFF2-40B4-BE49-F238E27FC236}">
                <a16:creationId xmlns:a16="http://schemas.microsoft.com/office/drawing/2014/main" id="{AAFDE892-8563-18A0-9D62-7DF2672A646A}"/>
              </a:ext>
            </a:extLst>
          </p:cNvPr>
          <p:cNvGrpSpPr/>
          <p:nvPr/>
        </p:nvGrpSpPr>
        <p:grpSpPr>
          <a:xfrm>
            <a:off x="2528292" y="3304397"/>
            <a:ext cx="440651" cy="651758"/>
            <a:chOff x="10529392" y="3206783"/>
            <a:chExt cx="253716" cy="375266"/>
          </a:xfrm>
        </p:grpSpPr>
        <p:grpSp>
          <p:nvGrpSpPr>
            <p:cNvPr id="1020" name="그룹 1019">
              <a:extLst>
                <a:ext uri="{FF2B5EF4-FFF2-40B4-BE49-F238E27FC236}">
                  <a16:creationId xmlns:a16="http://schemas.microsoft.com/office/drawing/2014/main" id="{F2299DBA-7622-CDE6-D560-7434A423DAE2}"/>
                </a:ext>
              </a:extLst>
            </p:cNvPr>
            <p:cNvGrpSpPr/>
            <p:nvPr/>
          </p:nvGrpSpPr>
          <p:grpSpPr>
            <a:xfrm>
              <a:off x="10529392" y="3206783"/>
              <a:ext cx="253716" cy="375266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022" name="직사각형 1021">
                <a:extLst>
                  <a:ext uri="{FF2B5EF4-FFF2-40B4-BE49-F238E27FC236}">
                    <a16:creationId xmlns:a16="http://schemas.microsoft.com/office/drawing/2014/main" id="{311941BB-D25B-C6E7-C95A-3181D8D689EE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3" name="직사각형 1022">
                <a:extLst>
                  <a:ext uri="{FF2B5EF4-FFF2-40B4-BE49-F238E27FC236}">
                    <a16:creationId xmlns:a16="http://schemas.microsoft.com/office/drawing/2014/main" id="{851FC5D5-263E-B023-A6AA-0E2F15978004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4" name="직사각형 1023">
                <a:extLst>
                  <a:ext uri="{FF2B5EF4-FFF2-40B4-BE49-F238E27FC236}">
                    <a16:creationId xmlns:a16="http://schemas.microsoft.com/office/drawing/2014/main" id="{14DE165E-F697-89D1-153B-717D49AC5948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5" name="직사각형 1024">
                <a:extLst>
                  <a:ext uri="{FF2B5EF4-FFF2-40B4-BE49-F238E27FC236}">
                    <a16:creationId xmlns:a16="http://schemas.microsoft.com/office/drawing/2014/main" id="{FA48D2B7-EDC4-FC66-BD89-7E02CE00D39B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6" name="직사각형 1025">
                <a:extLst>
                  <a:ext uri="{FF2B5EF4-FFF2-40B4-BE49-F238E27FC236}">
                    <a16:creationId xmlns:a16="http://schemas.microsoft.com/office/drawing/2014/main" id="{2466069E-4165-18AA-29E7-2F0EEE339D6E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7" name="직사각형 1026">
                <a:extLst>
                  <a:ext uri="{FF2B5EF4-FFF2-40B4-BE49-F238E27FC236}">
                    <a16:creationId xmlns:a16="http://schemas.microsoft.com/office/drawing/2014/main" id="{ADB16E63-F570-EA62-8ECE-FE152016EDBF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021" name="그림 1020">
              <a:extLst>
                <a:ext uri="{FF2B5EF4-FFF2-40B4-BE49-F238E27FC236}">
                  <a16:creationId xmlns:a16="http://schemas.microsoft.com/office/drawing/2014/main" id="{68935075-14AA-8290-EC59-E645E29BB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71056" y="3296095"/>
              <a:ext cx="167686" cy="147049"/>
            </a:xfrm>
            <a:prstGeom prst="rect">
              <a:avLst/>
            </a:prstGeom>
          </p:spPr>
        </p:pic>
      </p:grpSp>
      <p:grpSp>
        <p:nvGrpSpPr>
          <p:cNvPr id="933" name="그룹 932">
            <a:extLst>
              <a:ext uri="{FF2B5EF4-FFF2-40B4-BE49-F238E27FC236}">
                <a16:creationId xmlns:a16="http://schemas.microsoft.com/office/drawing/2014/main" id="{99355482-7CFB-DE56-554F-52F70A457329}"/>
              </a:ext>
            </a:extLst>
          </p:cNvPr>
          <p:cNvGrpSpPr/>
          <p:nvPr/>
        </p:nvGrpSpPr>
        <p:grpSpPr>
          <a:xfrm>
            <a:off x="2094091" y="2663063"/>
            <a:ext cx="440651" cy="651758"/>
            <a:chOff x="10290996" y="2826696"/>
            <a:chExt cx="253716" cy="375266"/>
          </a:xfrm>
        </p:grpSpPr>
        <p:grpSp>
          <p:nvGrpSpPr>
            <p:cNvPr id="1012" name="그룹 1011">
              <a:extLst>
                <a:ext uri="{FF2B5EF4-FFF2-40B4-BE49-F238E27FC236}">
                  <a16:creationId xmlns:a16="http://schemas.microsoft.com/office/drawing/2014/main" id="{CC9DEEB3-A283-5FE2-8169-8971E06E59A4}"/>
                </a:ext>
              </a:extLst>
            </p:cNvPr>
            <p:cNvGrpSpPr/>
            <p:nvPr/>
          </p:nvGrpSpPr>
          <p:grpSpPr>
            <a:xfrm>
              <a:off x="10290996" y="2826696"/>
              <a:ext cx="253716" cy="375266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014" name="직사각형 1013">
                <a:extLst>
                  <a:ext uri="{FF2B5EF4-FFF2-40B4-BE49-F238E27FC236}">
                    <a16:creationId xmlns:a16="http://schemas.microsoft.com/office/drawing/2014/main" id="{AAF14EFB-008D-287C-CC55-DA6D8708F992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5" name="직사각형 1014">
                <a:extLst>
                  <a:ext uri="{FF2B5EF4-FFF2-40B4-BE49-F238E27FC236}">
                    <a16:creationId xmlns:a16="http://schemas.microsoft.com/office/drawing/2014/main" id="{AA9AEB7A-06FE-C7F8-F393-5BF1B7B8762F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6" name="직사각형 1015">
                <a:extLst>
                  <a:ext uri="{FF2B5EF4-FFF2-40B4-BE49-F238E27FC236}">
                    <a16:creationId xmlns:a16="http://schemas.microsoft.com/office/drawing/2014/main" id="{64455B2A-F2BB-8B7F-069A-3CFA3A9BF43E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7" name="직사각형 1016">
                <a:extLst>
                  <a:ext uri="{FF2B5EF4-FFF2-40B4-BE49-F238E27FC236}">
                    <a16:creationId xmlns:a16="http://schemas.microsoft.com/office/drawing/2014/main" id="{017DA07A-7D82-4716-6D38-7FF0F0A908B9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8" name="직사각형 1017">
                <a:extLst>
                  <a:ext uri="{FF2B5EF4-FFF2-40B4-BE49-F238E27FC236}">
                    <a16:creationId xmlns:a16="http://schemas.microsoft.com/office/drawing/2014/main" id="{155380DE-FD31-DDDD-5839-C371C894BF00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9" name="직사각형 1018">
                <a:extLst>
                  <a:ext uri="{FF2B5EF4-FFF2-40B4-BE49-F238E27FC236}">
                    <a16:creationId xmlns:a16="http://schemas.microsoft.com/office/drawing/2014/main" id="{2EA3E95C-E8D4-483E-2AF3-9C63CC1BBDA1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013" name="그림 1012">
              <a:extLst>
                <a:ext uri="{FF2B5EF4-FFF2-40B4-BE49-F238E27FC236}">
                  <a16:creationId xmlns:a16="http://schemas.microsoft.com/office/drawing/2014/main" id="{15D88204-1BE7-D776-DB22-98ED56327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32660" y="2916008"/>
              <a:ext cx="167686" cy="147049"/>
            </a:xfrm>
            <a:prstGeom prst="rect">
              <a:avLst/>
            </a:prstGeom>
          </p:spPr>
        </p:pic>
      </p:grpSp>
      <p:grpSp>
        <p:nvGrpSpPr>
          <p:cNvPr id="934" name="그룹 933">
            <a:extLst>
              <a:ext uri="{FF2B5EF4-FFF2-40B4-BE49-F238E27FC236}">
                <a16:creationId xmlns:a16="http://schemas.microsoft.com/office/drawing/2014/main" id="{B98F6645-2657-061D-F4C2-7D392424636C}"/>
              </a:ext>
            </a:extLst>
          </p:cNvPr>
          <p:cNvGrpSpPr/>
          <p:nvPr/>
        </p:nvGrpSpPr>
        <p:grpSpPr>
          <a:xfrm>
            <a:off x="1661726" y="2882778"/>
            <a:ext cx="440651" cy="431186"/>
            <a:chOff x="10031415" y="2950781"/>
            <a:chExt cx="253716" cy="248266"/>
          </a:xfrm>
        </p:grpSpPr>
        <p:grpSp>
          <p:nvGrpSpPr>
            <p:cNvPr id="1006" name="그룹 1005">
              <a:extLst>
                <a:ext uri="{FF2B5EF4-FFF2-40B4-BE49-F238E27FC236}">
                  <a16:creationId xmlns:a16="http://schemas.microsoft.com/office/drawing/2014/main" id="{B2818C0B-5ABD-6373-176B-63B2F78CF7AF}"/>
                </a:ext>
              </a:extLst>
            </p:cNvPr>
            <p:cNvGrpSpPr/>
            <p:nvPr/>
          </p:nvGrpSpPr>
          <p:grpSpPr>
            <a:xfrm>
              <a:off x="10031415" y="2950781"/>
              <a:ext cx="253716" cy="248266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008" name="직사각형 1007">
                <a:extLst>
                  <a:ext uri="{FF2B5EF4-FFF2-40B4-BE49-F238E27FC236}">
                    <a16:creationId xmlns:a16="http://schemas.microsoft.com/office/drawing/2014/main" id="{9016613C-915A-A1C8-19F8-4788E1475251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9" name="직사각형 1008">
                <a:extLst>
                  <a:ext uri="{FF2B5EF4-FFF2-40B4-BE49-F238E27FC236}">
                    <a16:creationId xmlns:a16="http://schemas.microsoft.com/office/drawing/2014/main" id="{CADC6565-B75F-F251-3446-A6302E2001C9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0" name="직사각형 1009">
                <a:extLst>
                  <a:ext uri="{FF2B5EF4-FFF2-40B4-BE49-F238E27FC236}">
                    <a16:creationId xmlns:a16="http://schemas.microsoft.com/office/drawing/2014/main" id="{55D38D6D-F015-0B13-C8ED-A1940DA52EAE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1" name="직사각형 1010">
                <a:extLst>
                  <a:ext uri="{FF2B5EF4-FFF2-40B4-BE49-F238E27FC236}">
                    <a16:creationId xmlns:a16="http://schemas.microsoft.com/office/drawing/2014/main" id="{2D71C489-6B50-1804-1AED-099441AC3D5A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007" name="그림 1006">
              <a:extLst>
                <a:ext uri="{FF2B5EF4-FFF2-40B4-BE49-F238E27FC236}">
                  <a16:creationId xmlns:a16="http://schemas.microsoft.com/office/drawing/2014/main" id="{97EB9A0C-EAB1-6443-3241-C0AAA44E9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3079" y="3001932"/>
              <a:ext cx="167686" cy="147049"/>
            </a:xfrm>
            <a:prstGeom prst="rect">
              <a:avLst/>
            </a:prstGeom>
          </p:spPr>
        </p:pic>
      </p:grpSp>
      <p:grpSp>
        <p:nvGrpSpPr>
          <p:cNvPr id="935" name="그룹 934">
            <a:extLst>
              <a:ext uri="{FF2B5EF4-FFF2-40B4-BE49-F238E27FC236}">
                <a16:creationId xmlns:a16="http://schemas.microsoft.com/office/drawing/2014/main" id="{593E7870-2BF2-19D3-F951-06D13E83E6FC}"/>
              </a:ext>
            </a:extLst>
          </p:cNvPr>
          <p:cNvGrpSpPr/>
          <p:nvPr/>
        </p:nvGrpSpPr>
        <p:grpSpPr>
          <a:xfrm>
            <a:off x="2109902" y="3949251"/>
            <a:ext cx="440651" cy="651758"/>
            <a:chOff x="10529392" y="3206783"/>
            <a:chExt cx="253716" cy="375266"/>
          </a:xfrm>
        </p:grpSpPr>
        <p:grpSp>
          <p:nvGrpSpPr>
            <p:cNvPr id="998" name="그룹 997">
              <a:extLst>
                <a:ext uri="{FF2B5EF4-FFF2-40B4-BE49-F238E27FC236}">
                  <a16:creationId xmlns:a16="http://schemas.microsoft.com/office/drawing/2014/main" id="{38A0EDF8-7040-9C3E-66F3-ED3A90D52428}"/>
                </a:ext>
              </a:extLst>
            </p:cNvPr>
            <p:cNvGrpSpPr/>
            <p:nvPr/>
          </p:nvGrpSpPr>
          <p:grpSpPr>
            <a:xfrm>
              <a:off x="10529392" y="3206783"/>
              <a:ext cx="253716" cy="375266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000" name="직사각형 999">
                <a:extLst>
                  <a:ext uri="{FF2B5EF4-FFF2-40B4-BE49-F238E27FC236}">
                    <a16:creationId xmlns:a16="http://schemas.microsoft.com/office/drawing/2014/main" id="{917AC9CF-61A6-A261-85A4-8B02CB5EBB9A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1" name="직사각형 1000">
                <a:extLst>
                  <a:ext uri="{FF2B5EF4-FFF2-40B4-BE49-F238E27FC236}">
                    <a16:creationId xmlns:a16="http://schemas.microsoft.com/office/drawing/2014/main" id="{B1A57B4D-5538-29EC-51BA-A2C9A58A3BC7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2" name="직사각형 1001">
                <a:extLst>
                  <a:ext uri="{FF2B5EF4-FFF2-40B4-BE49-F238E27FC236}">
                    <a16:creationId xmlns:a16="http://schemas.microsoft.com/office/drawing/2014/main" id="{68E20A29-5145-196C-BE82-8EDF7F0CDEFB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3" name="직사각형 1002">
                <a:extLst>
                  <a:ext uri="{FF2B5EF4-FFF2-40B4-BE49-F238E27FC236}">
                    <a16:creationId xmlns:a16="http://schemas.microsoft.com/office/drawing/2014/main" id="{D5931310-2B9D-D714-CC24-BCE20C87ED28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4" name="직사각형 1003">
                <a:extLst>
                  <a:ext uri="{FF2B5EF4-FFF2-40B4-BE49-F238E27FC236}">
                    <a16:creationId xmlns:a16="http://schemas.microsoft.com/office/drawing/2014/main" id="{6311A7C2-A7D3-950B-CE0F-F9EFF3DDED84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5" name="직사각형 1004">
                <a:extLst>
                  <a:ext uri="{FF2B5EF4-FFF2-40B4-BE49-F238E27FC236}">
                    <a16:creationId xmlns:a16="http://schemas.microsoft.com/office/drawing/2014/main" id="{007F313D-D1FB-7DCC-D46E-1D65061005A5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999" name="그림 998">
              <a:extLst>
                <a:ext uri="{FF2B5EF4-FFF2-40B4-BE49-F238E27FC236}">
                  <a16:creationId xmlns:a16="http://schemas.microsoft.com/office/drawing/2014/main" id="{1EAFE00F-6EFC-121D-72EE-2CE7E5B4F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71056" y="3296095"/>
              <a:ext cx="167686" cy="147049"/>
            </a:xfrm>
            <a:prstGeom prst="rect">
              <a:avLst/>
            </a:prstGeom>
          </p:spPr>
        </p:pic>
      </p:grpSp>
      <p:grpSp>
        <p:nvGrpSpPr>
          <p:cNvPr id="936" name="그룹 935">
            <a:extLst>
              <a:ext uri="{FF2B5EF4-FFF2-40B4-BE49-F238E27FC236}">
                <a16:creationId xmlns:a16="http://schemas.microsoft.com/office/drawing/2014/main" id="{71398EFA-AAA6-4C84-D311-3262DE4D6C35}"/>
              </a:ext>
            </a:extLst>
          </p:cNvPr>
          <p:cNvGrpSpPr/>
          <p:nvPr/>
        </p:nvGrpSpPr>
        <p:grpSpPr>
          <a:xfrm>
            <a:off x="1672636" y="3950975"/>
            <a:ext cx="440651" cy="431186"/>
            <a:chOff x="10031415" y="2950781"/>
            <a:chExt cx="253716" cy="248266"/>
          </a:xfrm>
        </p:grpSpPr>
        <p:grpSp>
          <p:nvGrpSpPr>
            <p:cNvPr id="992" name="그룹 991">
              <a:extLst>
                <a:ext uri="{FF2B5EF4-FFF2-40B4-BE49-F238E27FC236}">
                  <a16:creationId xmlns:a16="http://schemas.microsoft.com/office/drawing/2014/main" id="{56C61A05-F177-C785-3F97-05E424B0B226}"/>
                </a:ext>
              </a:extLst>
            </p:cNvPr>
            <p:cNvGrpSpPr/>
            <p:nvPr/>
          </p:nvGrpSpPr>
          <p:grpSpPr>
            <a:xfrm>
              <a:off x="10031415" y="2950781"/>
              <a:ext cx="253716" cy="248266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994" name="직사각형 993">
                <a:extLst>
                  <a:ext uri="{FF2B5EF4-FFF2-40B4-BE49-F238E27FC236}">
                    <a16:creationId xmlns:a16="http://schemas.microsoft.com/office/drawing/2014/main" id="{74E5EB9A-9FEF-40CE-4060-4DDD9F21A3FF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95" name="직사각형 994">
                <a:extLst>
                  <a:ext uri="{FF2B5EF4-FFF2-40B4-BE49-F238E27FC236}">
                    <a16:creationId xmlns:a16="http://schemas.microsoft.com/office/drawing/2014/main" id="{8E3B8D49-14BF-CE23-20A9-C0D2CB100F5E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96" name="직사각형 995">
                <a:extLst>
                  <a:ext uri="{FF2B5EF4-FFF2-40B4-BE49-F238E27FC236}">
                    <a16:creationId xmlns:a16="http://schemas.microsoft.com/office/drawing/2014/main" id="{6194E323-49B5-8196-D306-35A162FB2EAA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97" name="직사각형 996">
                <a:extLst>
                  <a:ext uri="{FF2B5EF4-FFF2-40B4-BE49-F238E27FC236}">
                    <a16:creationId xmlns:a16="http://schemas.microsoft.com/office/drawing/2014/main" id="{B1814297-2E63-D78F-340E-6317A105DF4F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993" name="그림 992">
              <a:extLst>
                <a:ext uri="{FF2B5EF4-FFF2-40B4-BE49-F238E27FC236}">
                  <a16:creationId xmlns:a16="http://schemas.microsoft.com/office/drawing/2014/main" id="{32FB8162-4636-F7BB-6049-EF629B122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3079" y="3001932"/>
              <a:ext cx="167686" cy="147049"/>
            </a:xfrm>
            <a:prstGeom prst="rect">
              <a:avLst/>
            </a:prstGeom>
          </p:spPr>
        </p:pic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B73D8A9A-8160-4790-B7DE-07A253F09146}"/>
              </a:ext>
            </a:extLst>
          </p:cNvPr>
          <p:cNvSpPr txBox="1"/>
          <p:nvPr/>
        </p:nvSpPr>
        <p:spPr>
          <a:xfrm>
            <a:off x="4292949" y="1542838"/>
            <a:ext cx="7454605" cy="4655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80000"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전투 웨이브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전투 웨이브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검토 필요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전투 웨이브일 때는 화면을 확대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축소 및 화면 이동을 할 수 있음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참고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전투 웨이브 중 언제든 타워를 배치하거나 합성할 수 있음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각 웨이브마다 등장 가능한 몬스터 수량이 정해짐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몬스터는 맵 끝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1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칸 라인에서 소환되며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플레이어를 향해 다가옴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언더 다크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몬스터가 트럭에 닿으면 몬스터 공격력에 따라 트럭의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HP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감소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아삭이랑 추가 논의 필요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전투 중 적을 처치하면 트럭 경험치 상승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화면 위 게이지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 레벨업 시 뱀서라이크 특유의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3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지선다 선택지 등장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선택지에서 등장하는 효과는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강화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공격력 증가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 체력 증가 등으로 구성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강화의 경우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공격력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%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상승 뿐만 아니라 각 타워의 개성 있는 효과들이 제공됨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(Ex,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투사체 개수 증가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or 2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회 공격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or 1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회 튕김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or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적중 시 폭발 등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거듭된 레벨업으로 타워 효과를 모두 개방한 경우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공격력 증가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 체력 증가 등의 옵션이 반복 등장</a:t>
            </a:r>
          </a:p>
          <a:p>
            <a:pPr defTabSz="180000">
              <a:lnSpc>
                <a:spcPct val="120000"/>
              </a:lnSpc>
            </a:pP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승리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패배 조건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웨이브의 모든 적을 처치하면 승리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전투 웨이브에서 승리 시 다음 웨이브가 없다면 전투 종료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있다면 빌드업 웨이브로 전환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트럭의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HP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가 바닥나면 패배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아삭이랑 추가 논의 필요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	- 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중요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만약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전투 웨이브 후 빌드업 웨이브가 남아 있다면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배치한 타워는 자리를 기억하되 비활성화 처리됨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			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빌드업 웨이브 중에는 안 보이지만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빌드업 웨이브가 끝나면 다시 보이는 형태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0964BB4D-2729-4EBB-A950-A1655DDDDD6A}"/>
              </a:ext>
            </a:extLst>
          </p:cNvPr>
          <p:cNvSpPr/>
          <p:nvPr/>
        </p:nvSpPr>
        <p:spPr>
          <a:xfrm>
            <a:off x="1002344" y="1619433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A4136020-009E-410A-B504-B46040E9F79B}"/>
              </a:ext>
            </a:extLst>
          </p:cNvPr>
          <p:cNvSpPr/>
          <p:nvPr/>
        </p:nvSpPr>
        <p:spPr>
          <a:xfrm>
            <a:off x="997662" y="2162330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64CFBD61-4101-429B-933C-A35308990A34}"/>
              </a:ext>
            </a:extLst>
          </p:cNvPr>
          <p:cNvSpPr/>
          <p:nvPr/>
        </p:nvSpPr>
        <p:spPr>
          <a:xfrm>
            <a:off x="2928420" y="1619433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02375FE3-F44D-492E-BF5B-B280105370EE}"/>
              </a:ext>
            </a:extLst>
          </p:cNvPr>
          <p:cNvSpPr/>
          <p:nvPr/>
        </p:nvSpPr>
        <p:spPr>
          <a:xfrm>
            <a:off x="1964938" y="1619433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7" name="그림 126">
            <a:extLst>
              <a:ext uri="{FF2B5EF4-FFF2-40B4-BE49-F238E27FC236}">
                <a16:creationId xmlns:a16="http://schemas.microsoft.com/office/drawing/2014/main" id="{98199542-597B-4E0A-88ED-D919B2B97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7" y="1627241"/>
            <a:ext cx="298293" cy="349388"/>
          </a:xfrm>
          <a:prstGeom prst="rect">
            <a:avLst/>
          </a:prstGeom>
        </p:spPr>
      </p:pic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F3D18BA5-3FEE-493E-8589-61E563F5B705}"/>
              </a:ext>
            </a:extLst>
          </p:cNvPr>
          <p:cNvGrpSpPr/>
          <p:nvPr/>
        </p:nvGrpSpPr>
        <p:grpSpPr>
          <a:xfrm>
            <a:off x="907911" y="1539831"/>
            <a:ext cx="2557573" cy="59411"/>
            <a:chOff x="5645144" y="3140870"/>
            <a:chExt cx="249768" cy="110534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EFB26407-97F9-496F-8AE1-B31690CF428D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735CA17F-2730-4C3C-BF6E-FE28D6FC6D99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FA01F3CF-F276-42D3-81E9-2C7932BA31B2}"/>
              </a:ext>
            </a:extLst>
          </p:cNvPr>
          <p:cNvSpPr txBox="1"/>
          <p:nvPr/>
        </p:nvSpPr>
        <p:spPr>
          <a:xfrm>
            <a:off x="107070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32" name="Picture 2" descr="돋보기 - 무료 도구 및기구개 아이콘">
            <a:extLst>
              <a:ext uri="{FF2B5EF4-FFF2-40B4-BE49-F238E27FC236}">
                <a16:creationId xmlns:a16="http://schemas.microsoft.com/office/drawing/2014/main" id="{C9AEC05C-09DB-4BC6-A16F-159974069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5FFEE8A-A5F6-47CB-B421-715AA783328B}"/>
              </a:ext>
            </a:extLst>
          </p:cNvPr>
          <p:cNvSpPr/>
          <p:nvPr/>
        </p:nvSpPr>
        <p:spPr>
          <a:xfrm>
            <a:off x="2349538" y="6175085"/>
            <a:ext cx="148465" cy="1484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5F651E3-CA6D-419E-AD00-498F2F657172}"/>
              </a:ext>
            </a:extLst>
          </p:cNvPr>
          <p:cNvSpPr txBox="1"/>
          <p:nvPr/>
        </p:nvSpPr>
        <p:spPr>
          <a:xfrm>
            <a:off x="2361565" y="6124867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24C64C45-9789-42EF-B35A-2DE0F77590D1}"/>
              </a:ext>
            </a:extLst>
          </p:cNvPr>
          <p:cNvSpPr/>
          <p:nvPr/>
        </p:nvSpPr>
        <p:spPr>
          <a:xfrm>
            <a:off x="899378" y="6168507"/>
            <a:ext cx="148465" cy="148465"/>
          </a:xfrm>
          <a:prstGeom prst="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6D8DA5C-FFCD-48DE-AF2E-9B0B6D0AECA2}"/>
              </a:ext>
            </a:extLst>
          </p:cNvPr>
          <p:cNvSpPr txBox="1"/>
          <p:nvPr/>
        </p:nvSpPr>
        <p:spPr>
          <a:xfrm>
            <a:off x="1007733" y="6118289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 현황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B63B3CA7-8A82-4B65-9094-791C79C81ED7}"/>
              </a:ext>
            </a:extLst>
          </p:cNvPr>
          <p:cNvSpPr/>
          <p:nvPr/>
        </p:nvSpPr>
        <p:spPr>
          <a:xfrm>
            <a:off x="899378" y="6359985"/>
            <a:ext cx="148465" cy="1484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BBC8CF1-4246-45FD-BE8E-CCD880BB7BAA}"/>
              </a:ext>
            </a:extLst>
          </p:cNvPr>
          <p:cNvSpPr txBox="1"/>
          <p:nvPr/>
        </p:nvSpPr>
        <p:spPr>
          <a:xfrm>
            <a:off x="1007733" y="6309768"/>
            <a:ext cx="19814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진행도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40B17F87-EA25-45CC-BD37-8F49FE1073AE}"/>
              </a:ext>
            </a:extLst>
          </p:cNvPr>
          <p:cNvSpPr/>
          <p:nvPr/>
        </p:nvSpPr>
        <p:spPr>
          <a:xfrm>
            <a:off x="899378" y="6551464"/>
            <a:ext cx="148465" cy="1484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10E3593-0FA3-4891-95C7-4E292CCCEAE7}"/>
              </a:ext>
            </a:extLst>
          </p:cNvPr>
          <p:cNvSpPr txBox="1"/>
          <p:nvPr/>
        </p:nvSpPr>
        <p:spPr>
          <a:xfrm>
            <a:off x="1007733" y="6501247"/>
            <a:ext cx="158914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배속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버튼</a:t>
            </a:r>
          </a:p>
        </p:txBody>
      </p: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BC051DC6-EC46-45F3-B41B-8F7129D41D7F}"/>
              </a:ext>
            </a:extLst>
          </p:cNvPr>
          <p:cNvGrpSpPr/>
          <p:nvPr/>
        </p:nvGrpSpPr>
        <p:grpSpPr>
          <a:xfrm>
            <a:off x="911557" y="5223651"/>
            <a:ext cx="2498735" cy="817215"/>
            <a:chOff x="4587404" y="4396748"/>
            <a:chExt cx="2498735" cy="817215"/>
          </a:xfrm>
        </p:grpSpPr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D15059B6-D2E9-4C89-B20E-11F0488AE953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43" name="사각형: 둥근 모서리 142">
              <a:extLst>
                <a:ext uri="{FF2B5EF4-FFF2-40B4-BE49-F238E27FC236}">
                  <a16:creationId xmlns:a16="http://schemas.microsoft.com/office/drawing/2014/main" id="{65ECCE20-3EDE-4DB1-8BBF-C4099CD8469D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F5670E9F-04CF-468A-81D2-302E1A7F80FC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3C5824A0-A24C-4DED-A151-71A8B04B7863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70" name="직사각형 169">
                <a:extLst>
                  <a:ext uri="{FF2B5EF4-FFF2-40B4-BE49-F238E27FC236}">
                    <a16:creationId xmlns:a16="http://schemas.microsoft.com/office/drawing/2014/main" id="{27BF191C-0DB2-4C4B-80A1-828D92DE5C7F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1" name="직사각형 170">
                <a:extLst>
                  <a:ext uri="{FF2B5EF4-FFF2-40B4-BE49-F238E27FC236}">
                    <a16:creationId xmlns:a16="http://schemas.microsoft.com/office/drawing/2014/main" id="{0896D7F5-50B3-4F04-A529-000C4E9C7FF6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49F58C0E-AE59-48D9-BEDF-9FD6BBA1E8D8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63CB6E28-961F-4A8D-96BD-9166549700BA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46" name="그림 145">
              <a:extLst>
                <a:ext uri="{FF2B5EF4-FFF2-40B4-BE49-F238E27FC236}">
                  <a16:creationId xmlns:a16="http://schemas.microsoft.com/office/drawing/2014/main" id="{87AFF1CB-592C-43B0-8D5C-34EA4FB90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97818784-E326-4A93-8CA5-6962BBE5AD83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859207AE-D021-4858-AC24-11E756967533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D8E53E6F-434A-475D-AC1B-94B3A6CBDE4D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5" name="직사각형 164">
                <a:extLst>
                  <a:ext uri="{FF2B5EF4-FFF2-40B4-BE49-F238E27FC236}">
                    <a16:creationId xmlns:a16="http://schemas.microsoft.com/office/drawing/2014/main" id="{620B90F8-AB3E-4E33-BD81-135CF7A1158E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6" name="직사각형 165">
                <a:extLst>
                  <a:ext uri="{FF2B5EF4-FFF2-40B4-BE49-F238E27FC236}">
                    <a16:creationId xmlns:a16="http://schemas.microsoft.com/office/drawing/2014/main" id="{8E5C91B6-C479-4A8F-B9AE-575C7AE77060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7" name="직사각형 166">
                <a:extLst>
                  <a:ext uri="{FF2B5EF4-FFF2-40B4-BE49-F238E27FC236}">
                    <a16:creationId xmlns:a16="http://schemas.microsoft.com/office/drawing/2014/main" id="{21DB5524-7349-4B4D-8E08-1D140D22F05E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8" name="직사각형 167">
                <a:extLst>
                  <a:ext uri="{FF2B5EF4-FFF2-40B4-BE49-F238E27FC236}">
                    <a16:creationId xmlns:a16="http://schemas.microsoft.com/office/drawing/2014/main" id="{30FF5D45-6D2A-474D-AC83-1B7F4F0EA8A7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9" name="직사각형 168">
                <a:extLst>
                  <a:ext uri="{FF2B5EF4-FFF2-40B4-BE49-F238E27FC236}">
                    <a16:creationId xmlns:a16="http://schemas.microsoft.com/office/drawing/2014/main" id="{A29091BD-BD9A-4C22-9CF9-1F8D49EB7EF8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49" name="그림 148">
              <a:extLst>
                <a:ext uri="{FF2B5EF4-FFF2-40B4-BE49-F238E27FC236}">
                  <a16:creationId xmlns:a16="http://schemas.microsoft.com/office/drawing/2014/main" id="{1F5214C1-50E1-4EE2-9DA1-A79BD6BBE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DEE2374A-7A8D-4236-84B8-6CF1F9214253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7D18DCAE-EBD0-42D4-8F57-F1ADCE6DCBD3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58" name="직사각형 157">
                <a:extLst>
                  <a:ext uri="{FF2B5EF4-FFF2-40B4-BE49-F238E27FC236}">
                    <a16:creationId xmlns:a16="http://schemas.microsoft.com/office/drawing/2014/main" id="{3BE1C90B-C0D6-4D0E-945F-373DF2119295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97E3AEF4-3F95-4290-A2D5-9E95945A92E1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C212DEBD-7D76-4E61-9690-4A9FC7B6C8DB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1" name="직사각형 160">
                <a:extLst>
                  <a:ext uri="{FF2B5EF4-FFF2-40B4-BE49-F238E27FC236}">
                    <a16:creationId xmlns:a16="http://schemas.microsoft.com/office/drawing/2014/main" id="{25F575E9-7F0F-44EE-BF21-E6FCA58EA267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2" name="직사각형 161">
                <a:extLst>
                  <a:ext uri="{FF2B5EF4-FFF2-40B4-BE49-F238E27FC236}">
                    <a16:creationId xmlns:a16="http://schemas.microsoft.com/office/drawing/2014/main" id="{0733E9EE-4897-4F33-8CCF-6F6C2E4BC3BF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3" name="직사각형 162">
                <a:extLst>
                  <a:ext uri="{FF2B5EF4-FFF2-40B4-BE49-F238E27FC236}">
                    <a16:creationId xmlns:a16="http://schemas.microsoft.com/office/drawing/2014/main" id="{8A16071D-632D-415F-A34A-3776F48123B3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52" name="그림 151">
              <a:extLst>
                <a:ext uri="{FF2B5EF4-FFF2-40B4-BE49-F238E27FC236}">
                  <a16:creationId xmlns:a16="http://schemas.microsoft.com/office/drawing/2014/main" id="{5F808F1D-11B7-4D13-9494-46BAB3E9A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153" name="사각형: 둥근 모서리 152">
              <a:extLst>
                <a:ext uri="{FF2B5EF4-FFF2-40B4-BE49-F238E27FC236}">
                  <a16:creationId xmlns:a16="http://schemas.microsoft.com/office/drawing/2014/main" id="{64154AC9-A512-48A7-A878-77FF75109A7D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32527D6A-1550-4BB2-81C8-E6744A37B975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1DFC129B-CC54-41E8-9AA5-407B2361DF8E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156" name="사각형: 둥근 모서리 155">
                <a:extLst>
                  <a:ext uri="{FF2B5EF4-FFF2-40B4-BE49-F238E27FC236}">
                    <a16:creationId xmlns:a16="http://schemas.microsoft.com/office/drawing/2014/main" id="{51418543-5515-426F-990D-A9B433A0E517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57" name="Picture 12">
                <a:extLst>
                  <a:ext uri="{FF2B5EF4-FFF2-40B4-BE49-F238E27FC236}">
                    <a16:creationId xmlns:a16="http://schemas.microsoft.com/office/drawing/2014/main" id="{2A1DFF3A-EA6F-4CB5-B348-20C24CF559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781728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C9E6-2D47-1BEE-12A2-B742D0B2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3DD1FF31-2180-65C7-762D-2E6F3C051F02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574E10-AE83-7EF2-547B-E798C992F42F}"/>
              </a:ext>
            </a:extLst>
          </p:cNvPr>
          <p:cNvSpPr txBox="1"/>
          <p:nvPr/>
        </p:nvSpPr>
        <p:spPr>
          <a:xfrm>
            <a:off x="840746" y="513168"/>
            <a:ext cx="1188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기능 점검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0B2122-17E3-CA47-3B51-C43077C3F2B4}"/>
              </a:ext>
            </a:extLst>
          </p:cNvPr>
          <p:cNvSpPr txBox="1"/>
          <p:nvPr/>
        </p:nvSpPr>
        <p:spPr>
          <a:xfrm>
            <a:off x="745699" y="755794"/>
            <a:ext cx="3938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필요한 기능</a:t>
            </a:r>
            <a:r>
              <a:rPr lang="en-US" altLang="ko-KR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- </a:t>
            </a:r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빌드업 웨이브</a:t>
            </a: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8FAF1B28-0655-0853-5617-0E11EAE48EA6}"/>
              </a:ext>
            </a:extLst>
          </p:cNvPr>
          <p:cNvSpPr/>
          <p:nvPr/>
        </p:nvSpPr>
        <p:spPr>
          <a:xfrm>
            <a:off x="901481" y="1543492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7930057A-48BE-D194-D85C-30F4D13B8193}"/>
              </a:ext>
            </a:extLst>
          </p:cNvPr>
          <p:cNvSpPr/>
          <p:nvPr/>
        </p:nvSpPr>
        <p:spPr>
          <a:xfrm>
            <a:off x="1002344" y="1619433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6F20E49F-AC39-F96E-93AE-3CEE442AECA8}"/>
              </a:ext>
            </a:extLst>
          </p:cNvPr>
          <p:cNvSpPr/>
          <p:nvPr/>
        </p:nvSpPr>
        <p:spPr>
          <a:xfrm>
            <a:off x="997662" y="2162330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5" name="사각형: 둥근 모서리 584">
            <a:extLst>
              <a:ext uri="{FF2B5EF4-FFF2-40B4-BE49-F238E27FC236}">
                <a16:creationId xmlns:a16="http://schemas.microsoft.com/office/drawing/2014/main" id="{D155EF04-DDF9-AAED-9069-086CF50E0219}"/>
              </a:ext>
            </a:extLst>
          </p:cNvPr>
          <p:cNvSpPr/>
          <p:nvPr/>
        </p:nvSpPr>
        <p:spPr>
          <a:xfrm>
            <a:off x="2928420" y="1619433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6" name="사각형: 둥근 모서리 585">
            <a:extLst>
              <a:ext uri="{FF2B5EF4-FFF2-40B4-BE49-F238E27FC236}">
                <a16:creationId xmlns:a16="http://schemas.microsoft.com/office/drawing/2014/main" id="{4B515609-732D-A3B3-1460-03688B93EE71}"/>
              </a:ext>
            </a:extLst>
          </p:cNvPr>
          <p:cNvSpPr/>
          <p:nvPr/>
        </p:nvSpPr>
        <p:spPr>
          <a:xfrm>
            <a:off x="1964938" y="1619433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88" name="그림 587">
            <a:extLst>
              <a:ext uri="{FF2B5EF4-FFF2-40B4-BE49-F238E27FC236}">
                <a16:creationId xmlns:a16="http://schemas.microsoft.com/office/drawing/2014/main" id="{61293497-4E12-A7F6-10CE-43AE8729F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73417" y="3889988"/>
            <a:ext cx="223412" cy="195916"/>
          </a:xfrm>
          <a:prstGeom prst="rect">
            <a:avLst/>
          </a:prstGeom>
        </p:spPr>
      </p:pic>
      <p:pic>
        <p:nvPicPr>
          <p:cNvPr id="589" name="그림 588">
            <a:extLst>
              <a:ext uri="{FF2B5EF4-FFF2-40B4-BE49-F238E27FC236}">
                <a16:creationId xmlns:a16="http://schemas.microsoft.com/office/drawing/2014/main" id="{6E40E48E-B4E3-F34C-E0B7-D35A94FDB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950" y="3071404"/>
            <a:ext cx="223412" cy="195916"/>
          </a:xfrm>
          <a:prstGeom prst="rect">
            <a:avLst/>
          </a:prstGeom>
        </p:spPr>
      </p:pic>
      <p:pic>
        <p:nvPicPr>
          <p:cNvPr id="590" name="그림 589">
            <a:extLst>
              <a:ext uri="{FF2B5EF4-FFF2-40B4-BE49-F238E27FC236}">
                <a16:creationId xmlns:a16="http://schemas.microsoft.com/office/drawing/2014/main" id="{FD128118-4850-0402-1C54-C02ABE7E8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97" y="4131449"/>
            <a:ext cx="247730" cy="217240"/>
          </a:xfrm>
          <a:prstGeom prst="rect">
            <a:avLst/>
          </a:prstGeom>
        </p:spPr>
      </p:pic>
      <p:pic>
        <p:nvPicPr>
          <p:cNvPr id="591" name="그림 590">
            <a:extLst>
              <a:ext uri="{FF2B5EF4-FFF2-40B4-BE49-F238E27FC236}">
                <a16:creationId xmlns:a16="http://schemas.microsoft.com/office/drawing/2014/main" id="{8305339C-9C72-A4E8-DE48-915D7C59E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7" y="1627241"/>
            <a:ext cx="298293" cy="349388"/>
          </a:xfrm>
          <a:prstGeom prst="rect">
            <a:avLst/>
          </a:prstGeom>
        </p:spPr>
      </p:pic>
      <p:pic>
        <p:nvPicPr>
          <p:cNvPr id="593" name="그림 592">
            <a:extLst>
              <a:ext uri="{FF2B5EF4-FFF2-40B4-BE49-F238E27FC236}">
                <a16:creationId xmlns:a16="http://schemas.microsoft.com/office/drawing/2014/main" id="{4794037C-47E7-D62B-F814-8E7BD6877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279" y="3496355"/>
            <a:ext cx="247730" cy="217240"/>
          </a:xfrm>
          <a:prstGeom prst="rect">
            <a:avLst/>
          </a:prstGeom>
        </p:spPr>
      </p:pic>
      <p:pic>
        <p:nvPicPr>
          <p:cNvPr id="594" name="그림 593">
            <a:extLst>
              <a:ext uri="{FF2B5EF4-FFF2-40B4-BE49-F238E27FC236}">
                <a16:creationId xmlns:a16="http://schemas.microsoft.com/office/drawing/2014/main" id="{5E9507FB-C605-9643-1904-0174E4F83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153" y="3714630"/>
            <a:ext cx="247730" cy="217240"/>
          </a:xfrm>
          <a:prstGeom prst="rect">
            <a:avLst/>
          </a:prstGeom>
        </p:spPr>
      </p:pic>
      <p:pic>
        <p:nvPicPr>
          <p:cNvPr id="595" name="그림 594">
            <a:extLst>
              <a:ext uri="{FF2B5EF4-FFF2-40B4-BE49-F238E27FC236}">
                <a16:creationId xmlns:a16="http://schemas.microsoft.com/office/drawing/2014/main" id="{25995823-2ECF-A751-49A2-E9F207F17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33917" y="4416822"/>
            <a:ext cx="274025" cy="240298"/>
          </a:xfrm>
          <a:prstGeom prst="rect">
            <a:avLst/>
          </a:prstGeom>
        </p:spPr>
      </p:pic>
      <p:pic>
        <p:nvPicPr>
          <p:cNvPr id="596" name="그림 595">
            <a:extLst>
              <a:ext uri="{FF2B5EF4-FFF2-40B4-BE49-F238E27FC236}">
                <a16:creationId xmlns:a16="http://schemas.microsoft.com/office/drawing/2014/main" id="{9CCEA169-3EBF-2255-9C56-97EA995EA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42" y="2281964"/>
            <a:ext cx="247730" cy="217240"/>
          </a:xfrm>
          <a:prstGeom prst="rect">
            <a:avLst/>
          </a:prstGeom>
        </p:spPr>
      </p:pic>
      <p:pic>
        <p:nvPicPr>
          <p:cNvPr id="597" name="그림 596">
            <a:extLst>
              <a:ext uri="{FF2B5EF4-FFF2-40B4-BE49-F238E27FC236}">
                <a16:creationId xmlns:a16="http://schemas.microsoft.com/office/drawing/2014/main" id="{C6A7F366-23C1-E570-C348-FB1623C93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164" y="4894923"/>
            <a:ext cx="247730" cy="217240"/>
          </a:xfrm>
          <a:prstGeom prst="rect">
            <a:avLst/>
          </a:prstGeom>
        </p:spPr>
      </p:pic>
      <p:pic>
        <p:nvPicPr>
          <p:cNvPr id="598" name="그림 597">
            <a:extLst>
              <a:ext uri="{FF2B5EF4-FFF2-40B4-BE49-F238E27FC236}">
                <a16:creationId xmlns:a16="http://schemas.microsoft.com/office/drawing/2014/main" id="{BF671C1F-1B1C-0A2C-16AD-990FA0963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97" y="2678388"/>
            <a:ext cx="247730" cy="217240"/>
          </a:xfrm>
          <a:prstGeom prst="rect">
            <a:avLst/>
          </a:prstGeom>
        </p:spPr>
      </p:pic>
      <p:pic>
        <p:nvPicPr>
          <p:cNvPr id="605" name="그림 604">
            <a:extLst>
              <a:ext uri="{FF2B5EF4-FFF2-40B4-BE49-F238E27FC236}">
                <a16:creationId xmlns:a16="http://schemas.microsoft.com/office/drawing/2014/main" id="{9C25B1D7-EF9B-EC1D-D1C0-BE32CE359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82" y="3419848"/>
            <a:ext cx="385031" cy="450981"/>
          </a:xfrm>
          <a:prstGeom prst="rect">
            <a:avLst/>
          </a:prstGeom>
        </p:spPr>
      </p:pic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2539D10B-97A9-E57C-36D3-D9899D3A6896}"/>
              </a:ext>
            </a:extLst>
          </p:cNvPr>
          <p:cNvSpPr/>
          <p:nvPr/>
        </p:nvSpPr>
        <p:spPr>
          <a:xfrm>
            <a:off x="2349538" y="6175085"/>
            <a:ext cx="148465" cy="1484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74E2AE15-EB4D-3E25-5014-628916FC4450}"/>
              </a:ext>
            </a:extLst>
          </p:cNvPr>
          <p:cNvSpPr txBox="1"/>
          <p:nvPr/>
        </p:nvSpPr>
        <p:spPr>
          <a:xfrm>
            <a:off x="2361565" y="6124867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910DF87-A06D-4E72-94E1-F8EECAD5EEC3}"/>
              </a:ext>
            </a:extLst>
          </p:cNvPr>
          <p:cNvGrpSpPr/>
          <p:nvPr/>
        </p:nvGrpSpPr>
        <p:grpSpPr>
          <a:xfrm>
            <a:off x="907911" y="1539831"/>
            <a:ext cx="2557573" cy="59411"/>
            <a:chOff x="5645144" y="3140870"/>
            <a:chExt cx="249768" cy="110534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8D0F919E-5D8E-4314-BF92-F6DF5C37D9E6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3DE494D1-A902-4F77-B413-6A40F3D89DCF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B058024-CE33-4879-9A42-FE109F779E21}"/>
              </a:ext>
            </a:extLst>
          </p:cNvPr>
          <p:cNvSpPr/>
          <p:nvPr/>
        </p:nvSpPr>
        <p:spPr>
          <a:xfrm>
            <a:off x="884798" y="1525581"/>
            <a:ext cx="636461" cy="646684"/>
          </a:xfrm>
          <a:prstGeom prst="rect">
            <a:avLst/>
          </a:prstGeom>
          <a:noFill/>
          <a:ln w="25400">
            <a:solidFill>
              <a:srgbClr val="FFFF00"/>
            </a:solidFill>
          </a:ln>
          <a:effectLst>
            <a:glow rad="50800">
              <a:srgbClr val="FF0000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9BD0DC44-490A-4B93-B9C1-9A29E2C39987}"/>
              </a:ext>
            </a:extLst>
          </p:cNvPr>
          <p:cNvSpPr/>
          <p:nvPr/>
        </p:nvSpPr>
        <p:spPr>
          <a:xfrm>
            <a:off x="768342" y="1412518"/>
            <a:ext cx="220980" cy="2209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1</a:t>
            </a:r>
            <a:endParaRPr lang="ko-KR" altLang="en-US" sz="1200" dirty="0">
              <a:solidFill>
                <a:schemeClr val="bg1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5A2A644-2890-4253-BE06-EAADE00C8E18}"/>
              </a:ext>
            </a:extLst>
          </p:cNvPr>
          <p:cNvSpPr txBox="1"/>
          <p:nvPr/>
        </p:nvSpPr>
        <p:spPr>
          <a:xfrm>
            <a:off x="107070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42" name="Picture 2" descr="돋보기 - 무료 도구 및기구개 아이콘">
            <a:extLst>
              <a:ext uri="{FF2B5EF4-FFF2-40B4-BE49-F238E27FC236}">
                <a16:creationId xmlns:a16="http://schemas.microsoft.com/office/drawing/2014/main" id="{5246130F-CB67-4A2A-A80A-628DE89C6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2D880E32-B75B-4945-B303-D64E56F09699}"/>
              </a:ext>
            </a:extLst>
          </p:cNvPr>
          <p:cNvSpPr/>
          <p:nvPr/>
        </p:nvSpPr>
        <p:spPr>
          <a:xfrm>
            <a:off x="8856226" y="1534523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3A9E3217-A1B3-49EE-9F32-988A6BAE8334}"/>
              </a:ext>
            </a:extLst>
          </p:cNvPr>
          <p:cNvSpPr/>
          <p:nvPr/>
        </p:nvSpPr>
        <p:spPr>
          <a:xfrm>
            <a:off x="8957089" y="1610464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8BD677C9-80D8-40C2-A92D-D2564852456A}"/>
              </a:ext>
            </a:extLst>
          </p:cNvPr>
          <p:cNvSpPr/>
          <p:nvPr/>
        </p:nvSpPr>
        <p:spPr>
          <a:xfrm>
            <a:off x="8952407" y="2153361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16096809-FD3A-4D29-983B-30C63A103CB1}"/>
              </a:ext>
            </a:extLst>
          </p:cNvPr>
          <p:cNvSpPr/>
          <p:nvPr/>
        </p:nvSpPr>
        <p:spPr>
          <a:xfrm>
            <a:off x="10883165" y="1610464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CA60A3CD-E76F-4566-9B79-38B5157D98FF}"/>
              </a:ext>
            </a:extLst>
          </p:cNvPr>
          <p:cNvSpPr/>
          <p:nvPr/>
        </p:nvSpPr>
        <p:spPr>
          <a:xfrm>
            <a:off x="9919683" y="1610464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184B30E5-D17B-493B-BA4F-D4500196BC99}"/>
              </a:ext>
            </a:extLst>
          </p:cNvPr>
          <p:cNvSpPr/>
          <p:nvPr/>
        </p:nvSpPr>
        <p:spPr>
          <a:xfrm>
            <a:off x="8898998" y="5301807"/>
            <a:ext cx="2472030" cy="726196"/>
          </a:xfrm>
          <a:prstGeom prst="roundRect">
            <a:avLst>
              <a:gd name="adj" fmla="val 6787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pic>
        <p:nvPicPr>
          <p:cNvPr id="152" name="그림 151">
            <a:extLst>
              <a:ext uri="{FF2B5EF4-FFF2-40B4-BE49-F238E27FC236}">
                <a16:creationId xmlns:a16="http://schemas.microsoft.com/office/drawing/2014/main" id="{83DA35FC-C1B3-404F-87BF-178230B4D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28162" y="3881019"/>
            <a:ext cx="223412" cy="195916"/>
          </a:xfrm>
          <a:prstGeom prst="rect">
            <a:avLst/>
          </a:prstGeom>
        </p:spPr>
      </p:pic>
      <p:pic>
        <p:nvPicPr>
          <p:cNvPr id="153" name="그림 152">
            <a:extLst>
              <a:ext uri="{FF2B5EF4-FFF2-40B4-BE49-F238E27FC236}">
                <a16:creationId xmlns:a16="http://schemas.microsoft.com/office/drawing/2014/main" id="{4CC612DE-319C-4679-9707-431C3B2D4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6695" y="3062435"/>
            <a:ext cx="223412" cy="195916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893C6B95-4C62-49E2-A0F5-813423BB0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6342" y="4122480"/>
            <a:ext cx="247730" cy="217240"/>
          </a:xfrm>
          <a:prstGeom prst="rect">
            <a:avLst/>
          </a:prstGeom>
        </p:spPr>
      </p:pic>
      <p:pic>
        <p:nvPicPr>
          <p:cNvPr id="155" name="그림 154">
            <a:extLst>
              <a:ext uri="{FF2B5EF4-FFF2-40B4-BE49-F238E27FC236}">
                <a16:creationId xmlns:a16="http://schemas.microsoft.com/office/drawing/2014/main" id="{5B5E4FA6-C9B0-4BE3-921F-7D08E524DE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0272" y="1675354"/>
            <a:ext cx="298293" cy="349388"/>
          </a:xfrm>
          <a:prstGeom prst="rect">
            <a:avLst/>
          </a:prstGeom>
        </p:spPr>
      </p:pic>
      <p:pic>
        <p:nvPicPr>
          <p:cNvPr id="156" name="Picture 2" descr="돋보기 - 무료 도구 및기구개 아이콘">
            <a:extLst>
              <a:ext uri="{FF2B5EF4-FFF2-40B4-BE49-F238E27FC236}">
                <a16:creationId xmlns:a16="http://schemas.microsoft.com/office/drawing/2014/main" id="{71BA5801-0F16-4783-AD3B-07364D390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1323" y="1916679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그림 156">
            <a:extLst>
              <a:ext uri="{FF2B5EF4-FFF2-40B4-BE49-F238E27FC236}">
                <a16:creationId xmlns:a16="http://schemas.microsoft.com/office/drawing/2014/main" id="{F49E0BFD-7AE7-4BA5-820B-5FFDA647C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024" y="3487386"/>
            <a:ext cx="247730" cy="217240"/>
          </a:xfrm>
          <a:prstGeom prst="rect">
            <a:avLst/>
          </a:prstGeom>
        </p:spPr>
      </p:pic>
      <p:pic>
        <p:nvPicPr>
          <p:cNvPr id="158" name="그림 157">
            <a:extLst>
              <a:ext uri="{FF2B5EF4-FFF2-40B4-BE49-F238E27FC236}">
                <a16:creationId xmlns:a16="http://schemas.microsoft.com/office/drawing/2014/main" id="{22394093-52EC-492B-8FBC-1BF413219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5898" y="3705661"/>
            <a:ext cx="247730" cy="217240"/>
          </a:xfrm>
          <a:prstGeom prst="rect">
            <a:avLst/>
          </a:prstGeom>
        </p:spPr>
      </p:pic>
      <p:pic>
        <p:nvPicPr>
          <p:cNvPr id="159" name="그림 158">
            <a:extLst>
              <a:ext uri="{FF2B5EF4-FFF2-40B4-BE49-F238E27FC236}">
                <a16:creationId xmlns:a16="http://schemas.microsoft.com/office/drawing/2014/main" id="{10B0F519-C058-4526-B7B6-83EBA2CB9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88662" y="4407853"/>
            <a:ext cx="274025" cy="240298"/>
          </a:xfrm>
          <a:prstGeom prst="rect">
            <a:avLst/>
          </a:prstGeom>
        </p:spPr>
      </p:pic>
      <p:pic>
        <p:nvPicPr>
          <p:cNvPr id="160" name="그림 159">
            <a:extLst>
              <a:ext uri="{FF2B5EF4-FFF2-40B4-BE49-F238E27FC236}">
                <a16:creationId xmlns:a16="http://schemas.microsoft.com/office/drawing/2014/main" id="{8B4727A9-1E5D-42FA-88B7-B19DA4028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9187" y="2272995"/>
            <a:ext cx="247730" cy="217240"/>
          </a:xfrm>
          <a:prstGeom prst="rect">
            <a:avLst/>
          </a:prstGeom>
        </p:spPr>
      </p:pic>
      <p:pic>
        <p:nvPicPr>
          <p:cNvPr id="161" name="그림 160">
            <a:extLst>
              <a:ext uri="{FF2B5EF4-FFF2-40B4-BE49-F238E27FC236}">
                <a16:creationId xmlns:a16="http://schemas.microsoft.com/office/drawing/2014/main" id="{58CA07B4-DFFA-430A-825C-2DEBA05C8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909" y="4885954"/>
            <a:ext cx="247730" cy="217240"/>
          </a:xfrm>
          <a:prstGeom prst="rect">
            <a:avLst/>
          </a:prstGeom>
        </p:spPr>
      </p:pic>
      <p:pic>
        <p:nvPicPr>
          <p:cNvPr id="162" name="그림 161">
            <a:extLst>
              <a:ext uri="{FF2B5EF4-FFF2-40B4-BE49-F238E27FC236}">
                <a16:creationId xmlns:a16="http://schemas.microsoft.com/office/drawing/2014/main" id="{54CCAB98-571F-489E-8B34-8220413A9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7542" y="2669419"/>
            <a:ext cx="247730" cy="217240"/>
          </a:xfrm>
          <a:prstGeom prst="rect">
            <a:avLst/>
          </a:prstGeom>
        </p:spPr>
      </p:pic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B7B8B59D-0ACF-4FE7-943A-8C7F91E7DE1A}"/>
              </a:ext>
            </a:extLst>
          </p:cNvPr>
          <p:cNvSpPr/>
          <p:nvPr/>
        </p:nvSpPr>
        <p:spPr>
          <a:xfrm>
            <a:off x="8898998" y="5294526"/>
            <a:ext cx="2472030" cy="201836"/>
          </a:xfrm>
          <a:prstGeom prst="roundRect">
            <a:avLst>
              <a:gd name="adj" fmla="val 6787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B225FE35-8879-4A42-B794-262B3FC19F68}"/>
              </a:ext>
            </a:extLst>
          </p:cNvPr>
          <p:cNvGrpSpPr/>
          <p:nvPr/>
        </p:nvGrpSpPr>
        <p:grpSpPr>
          <a:xfrm>
            <a:off x="8933764" y="5318770"/>
            <a:ext cx="449300" cy="153348"/>
            <a:chOff x="5671221" y="5337754"/>
            <a:chExt cx="449300" cy="153348"/>
          </a:xfrm>
        </p:grpSpPr>
        <p:grpSp>
          <p:nvGrpSpPr>
            <p:cNvPr id="204" name="그룹 203">
              <a:extLst>
                <a:ext uri="{FF2B5EF4-FFF2-40B4-BE49-F238E27FC236}">
                  <a16:creationId xmlns:a16="http://schemas.microsoft.com/office/drawing/2014/main" id="{15C25EF3-0227-47A4-A4E7-1F4EBBCC98F7}"/>
                </a:ext>
              </a:extLst>
            </p:cNvPr>
            <p:cNvGrpSpPr/>
            <p:nvPr/>
          </p:nvGrpSpPr>
          <p:grpSpPr>
            <a:xfrm>
              <a:off x="5694058" y="5343182"/>
              <a:ext cx="426463" cy="142494"/>
              <a:chOff x="5645144" y="3140870"/>
              <a:chExt cx="249768" cy="110534"/>
            </a:xfrm>
          </p:grpSpPr>
          <p:sp>
            <p:nvSpPr>
              <p:cNvPr id="206" name="사각형: 둥근 모서리 205">
                <a:extLst>
                  <a:ext uri="{FF2B5EF4-FFF2-40B4-BE49-F238E27FC236}">
                    <a16:creationId xmlns:a16="http://schemas.microsoft.com/office/drawing/2014/main" id="{6DC18C38-465E-45C1-8537-8CADB87A5E62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249768" cy="110534"/>
              </a:xfrm>
              <a:prstGeom prst="roundRect">
                <a:avLst/>
              </a:prstGeom>
              <a:solidFill>
                <a:srgbClr val="1A0C2F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  <p:sp>
            <p:nvSpPr>
              <p:cNvPr id="207" name="사각형: 둥근 모서리 206">
                <a:extLst>
                  <a:ext uri="{FF2B5EF4-FFF2-40B4-BE49-F238E27FC236}">
                    <a16:creationId xmlns:a16="http://schemas.microsoft.com/office/drawing/2014/main" id="{CD870A6E-A42C-476D-8763-93CFE526256D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170235" cy="110534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</p:grpSp>
        <p:pic>
          <p:nvPicPr>
            <p:cNvPr id="205" name="그림 204">
              <a:extLst>
                <a:ext uri="{FF2B5EF4-FFF2-40B4-BE49-F238E27FC236}">
                  <a16:creationId xmlns:a16="http://schemas.microsoft.com/office/drawing/2014/main" id="{80938CD7-FEB8-4BFA-97C7-438F67E57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1221" y="5337754"/>
              <a:ext cx="174868" cy="153348"/>
            </a:xfrm>
            <a:prstGeom prst="rect">
              <a:avLst/>
            </a:prstGeom>
          </p:spPr>
        </p:pic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F4D830F1-6C71-48FC-84B7-5C0FFE0B2334}"/>
              </a:ext>
            </a:extLst>
          </p:cNvPr>
          <p:cNvGrpSpPr/>
          <p:nvPr/>
        </p:nvGrpSpPr>
        <p:grpSpPr>
          <a:xfrm>
            <a:off x="9421114" y="5318770"/>
            <a:ext cx="449300" cy="153348"/>
            <a:chOff x="6136251" y="5337754"/>
            <a:chExt cx="449300" cy="153348"/>
          </a:xfrm>
        </p:grpSpPr>
        <p:grpSp>
          <p:nvGrpSpPr>
            <p:cNvPr id="200" name="그룹 199">
              <a:extLst>
                <a:ext uri="{FF2B5EF4-FFF2-40B4-BE49-F238E27FC236}">
                  <a16:creationId xmlns:a16="http://schemas.microsoft.com/office/drawing/2014/main" id="{345F185F-0A9B-47DB-AD78-9C549F3B6A2C}"/>
                </a:ext>
              </a:extLst>
            </p:cNvPr>
            <p:cNvGrpSpPr/>
            <p:nvPr/>
          </p:nvGrpSpPr>
          <p:grpSpPr>
            <a:xfrm>
              <a:off x="6159088" y="5343182"/>
              <a:ext cx="426463" cy="142494"/>
              <a:chOff x="5645144" y="3140870"/>
              <a:chExt cx="249768" cy="110534"/>
            </a:xfrm>
          </p:grpSpPr>
          <p:sp>
            <p:nvSpPr>
              <p:cNvPr id="202" name="사각형: 둥근 모서리 201">
                <a:extLst>
                  <a:ext uri="{FF2B5EF4-FFF2-40B4-BE49-F238E27FC236}">
                    <a16:creationId xmlns:a16="http://schemas.microsoft.com/office/drawing/2014/main" id="{866E2657-FDC2-4B0F-9F62-69FE37D1D08D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249768" cy="110534"/>
              </a:xfrm>
              <a:prstGeom prst="roundRect">
                <a:avLst/>
              </a:prstGeom>
              <a:solidFill>
                <a:srgbClr val="1A0C2F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  <p:sp>
            <p:nvSpPr>
              <p:cNvPr id="203" name="사각형: 둥근 모서리 202">
                <a:extLst>
                  <a:ext uri="{FF2B5EF4-FFF2-40B4-BE49-F238E27FC236}">
                    <a16:creationId xmlns:a16="http://schemas.microsoft.com/office/drawing/2014/main" id="{96317BC8-ECAB-422D-B977-96CA93C720F6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170235" cy="110534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</p:grpSp>
        <p:pic>
          <p:nvPicPr>
            <p:cNvPr id="201" name="그림 200">
              <a:extLst>
                <a:ext uri="{FF2B5EF4-FFF2-40B4-BE49-F238E27FC236}">
                  <a16:creationId xmlns:a16="http://schemas.microsoft.com/office/drawing/2014/main" id="{27E4AF42-5F30-4FF6-9DEF-CEEA58412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6251" y="5337754"/>
              <a:ext cx="174868" cy="153348"/>
            </a:xfrm>
            <a:prstGeom prst="rect">
              <a:avLst/>
            </a:prstGeom>
          </p:spPr>
        </p:pic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2C742EB9-17AB-4E5B-8BDB-88E32C0F968E}"/>
              </a:ext>
            </a:extLst>
          </p:cNvPr>
          <p:cNvGrpSpPr/>
          <p:nvPr/>
        </p:nvGrpSpPr>
        <p:grpSpPr>
          <a:xfrm>
            <a:off x="9908464" y="5318770"/>
            <a:ext cx="449300" cy="153348"/>
            <a:chOff x="6601281" y="5337754"/>
            <a:chExt cx="449300" cy="153348"/>
          </a:xfrm>
        </p:grpSpPr>
        <p:grpSp>
          <p:nvGrpSpPr>
            <p:cNvPr id="196" name="그룹 195">
              <a:extLst>
                <a:ext uri="{FF2B5EF4-FFF2-40B4-BE49-F238E27FC236}">
                  <a16:creationId xmlns:a16="http://schemas.microsoft.com/office/drawing/2014/main" id="{A3541E08-8AB5-49B2-9329-B12F0A6675B1}"/>
                </a:ext>
              </a:extLst>
            </p:cNvPr>
            <p:cNvGrpSpPr/>
            <p:nvPr/>
          </p:nvGrpSpPr>
          <p:grpSpPr>
            <a:xfrm>
              <a:off x="6624118" y="5343182"/>
              <a:ext cx="426463" cy="142494"/>
              <a:chOff x="5645144" y="3140870"/>
              <a:chExt cx="249768" cy="110534"/>
            </a:xfrm>
          </p:grpSpPr>
          <p:sp>
            <p:nvSpPr>
              <p:cNvPr id="198" name="사각형: 둥근 모서리 197">
                <a:extLst>
                  <a:ext uri="{FF2B5EF4-FFF2-40B4-BE49-F238E27FC236}">
                    <a16:creationId xmlns:a16="http://schemas.microsoft.com/office/drawing/2014/main" id="{E6A10304-E946-4D76-A7F6-7D441B9F54B0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249768" cy="110534"/>
              </a:xfrm>
              <a:prstGeom prst="roundRect">
                <a:avLst/>
              </a:prstGeom>
              <a:solidFill>
                <a:srgbClr val="1A0C2F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  <p:sp>
            <p:nvSpPr>
              <p:cNvPr id="199" name="사각형: 둥근 모서리 198">
                <a:extLst>
                  <a:ext uri="{FF2B5EF4-FFF2-40B4-BE49-F238E27FC236}">
                    <a16:creationId xmlns:a16="http://schemas.microsoft.com/office/drawing/2014/main" id="{99AF4F9E-063A-41D5-9E50-6F4F273D9AAF}"/>
                  </a:ext>
                </a:extLst>
              </p:cNvPr>
              <p:cNvSpPr/>
              <p:nvPr/>
            </p:nvSpPr>
            <p:spPr>
              <a:xfrm>
                <a:off x="5645145" y="3140870"/>
                <a:ext cx="100989" cy="110534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</p:grp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9C3B5E9F-12BB-4672-8C5D-4534717CB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1281" y="5337754"/>
              <a:ext cx="174868" cy="153348"/>
            </a:xfrm>
            <a:prstGeom prst="rect">
              <a:avLst/>
            </a:prstGeom>
          </p:spPr>
        </p:pic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F57A1F0C-1935-4EC8-8374-023E89DD17B2}"/>
              </a:ext>
            </a:extLst>
          </p:cNvPr>
          <p:cNvGrpSpPr/>
          <p:nvPr/>
        </p:nvGrpSpPr>
        <p:grpSpPr>
          <a:xfrm>
            <a:off x="10395814" y="5318770"/>
            <a:ext cx="449302" cy="153348"/>
            <a:chOff x="7066312" y="5337754"/>
            <a:chExt cx="449302" cy="153348"/>
          </a:xfrm>
        </p:grpSpPr>
        <p:grpSp>
          <p:nvGrpSpPr>
            <p:cNvPr id="192" name="그룹 191">
              <a:extLst>
                <a:ext uri="{FF2B5EF4-FFF2-40B4-BE49-F238E27FC236}">
                  <a16:creationId xmlns:a16="http://schemas.microsoft.com/office/drawing/2014/main" id="{7C576A86-B0F1-40FC-B333-B14F2D50BBDF}"/>
                </a:ext>
              </a:extLst>
            </p:cNvPr>
            <p:cNvGrpSpPr/>
            <p:nvPr/>
          </p:nvGrpSpPr>
          <p:grpSpPr>
            <a:xfrm>
              <a:off x="7089150" y="5343182"/>
              <a:ext cx="426464" cy="142494"/>
              <a:chOff x="5645143" y="3140870"/>
              <a:chExt cx="249769" cy="110534"/>
            </a:xfrm>
          </p:grpSpPr>
          <p:sp>
            <p:nvSpPr>
              <p:cNvPr id="194" name="사각형: 둥근 모서리 193">
                <a:extLst>
                  <a:ext uri="{FF2B5EF4-FFF2-40B4-BE49-F238E27FC236}">
                    <a16:creationId xmlns:a16="http://schemas.microsoft.com/office/drawing/2014/main" id="{364E02B1-368D-4AFE-B441-64BED83C6EFD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249768" cy="110534"/>
              </a:xfrm>
              <a:prstGeom prst="roundRect">
                <a:avLst/>
              </a:prstGeom>
              <a:solidFill>
                <a:srgbClr val="1A0C2F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  <p:sp>
            <p:nvSpPr>
              <p:cNvPr id="195" name="사각형: 둥근 모서리 194">
                <a:extLst>
                  <a:ext uri="{FF2B5EF4-FFF2-40B4-BE49-F238E27FC236}">
                    <a16:creationId xmlns:a16="http://schemas.microsoft.com/office/drawing/2014/main" id="{62E0D661-398F-444F-91EB-9BBF4DA2A0EF}"/>
                  </a:ext>
                </a:extLst>
              </p:cNvPr>
              <p:cNvSpPr/>
              <p:nvPr/>
            </p:nvSpPr>
            <p:spPr>
              <a:xfrm>
                <a:off x="5645143" y="3140870"/>
                <a:ext cx="247306" cy="110534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</p:grpSp>
        <p:pic>
          <p:nvPicPr>
            <p:cNvPr id="193" name="그림 192">
              <a:extLst>
                <a:ext uri="{FF2B5EF4-FFF2-40B4-BE49-F238E27FC236}">
                  <a16:creationId xmlns:a16="http://schemas.microsoft.com/office/drawing/2014/main" id="{C5390E8A-4DDA-466C-9626-09ADF9D1D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6312" y="5337754"/>
              <a:ext cx="174868" cy="153348"/>
            </a:xfrm>
            <a:prstGeom prst="rect">
              <a:avLst/>
            </a:prstGeom>
          </p:spPr>
        </p:pic>
      </p:grp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CEC87AB3-91DB-4E59-9898-34FDEFD8FF62}"/>
              </a:ext>
            </a:extLst>
          </p:cNvPr>
          <p:cNvGrpSpPr/>
          <p:nvPr/>
        </p:nvGrpSpPr>
        <p:grpSpPr>
          <a:xfrm>
            <a:off x="10883165" y="5318770"/>
            <a:ext cx="449299" cy="153348"/>
            <a:chOff x="7531343" y="5337754"/>
            <a:chExt cx="449299" cy="153348"/>
          </a:xfrm>
        </p:grpSpPr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7D059245-9CE1-4823-A071-0AD9CBA68338}"/>
                </a:ext>
              </a:extLst>
            </p:cNvPr>
            <p:cNvGrpSpPr/>
            <p:nvPr/>
          </p:nvGrpSpPr>
          <p:grpSpPr>
            <a:xfrm>
              <a:off x="7554179" y="5343182"/>
              <a:ext cx="426463" cy="142494"/>
              <a:chOff x="5645144" y="3140870"/>
              <a:chExt cx="249768" cy="110534"/>
            </a:xfrm>
          </p:grpSpPr>
          <p:sp>
            <p:nvSpPr>
              <p:cNvPr id="190" name="사각형: 둥근 모서리 189">
                <a:extLst>
                  <a:ext uri="{FF2B5EF4-FFF2-40B4-BE49-F238E27FC236}">
                    <a16:creationId xmlns:a16="http://schemas.microsoft.com/office/drawing/2014/main" id="{B908AB1D-3C0C-4E40-9F5F-682041CC30F7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249768" cy="110534"/>
              </a:xfrm>
              <a:prstGeom prst="roundRect">
                <a:avLst/>
              </a:prstGeom>
              <a:solidFill>
                <a:srgbClr val="1A0C2F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  <p:sp>
            <p:nvSpPr>
              <p:cNvPr id="191" name="사각형: 둥근 모서리 190">
                <a:extLst>
                  <a:ext uri="{FF2B5EF4-FFF2-40B4-BE49-F238E27FC236}">
                    <a16:creationId xmlns:a16="http://schemas.microsoft.com/office/drawing/2014/main" id="{09EE5AFE-BAC9-4EEA-8840-58A8B2C47A2D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249768" cy="110534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/>
              </a:p>
            </p:txBody>
          </p:sp>
        </p:grpSp>
        <p:pic>
          <p:nvPicPr>
            <p:cNvPr id="186" name="그림 185">
              <a:extLst>
                <a:ext uri="{FF2B5EF4-FFF2-40B4-BE49-F238E27FC236}">
                  <a16:creationId xmlns:a16="http://schemas.microsoft.com/office/drawing/2014/main" id="{DF4DCD6C-8369-43D3-8847-B572016BF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1343" y="5337754"/>
              <a:ext cx="174868" cy="153348"/>
            </a:xfrm>
            <a:prstGeom prst="rect">
              <a:avLst/>
            </a:prstGeom>
          </p:spPr>
        </p:pic>
      </p:grpSp>
      <p:pic>
        <p:nvPicPr>
          <p:cNvPr id="169" name="그림 168">
            <a:extLst>
              <a:ext uri="{FF2B5EF4-FFF2-40B4-BE49-F238E27FC236}">
                <a16:creationId xmlns:a16="http://schemas.microsoft.com/office/drawing/2014/main" id="{8E3AF05E-803C-46F9-B7EF-1255AE5435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6727" y="3410879"/>
            <a:ext cx="385031" cy="450981"/>
          </a:xfrm>
          <a:prstGeom prst="rect">
            <a:avLst/>
          </a:prstGeom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D3224F5B-5CA6-4F1D-9618-EED4A40E8F50}"/>
              </a:ext>
            </a:extLst>
          </p:cNvPr>
          <p:cNvSpPr txBox="1"/>
          <p:nvPr/>
        </p:nvSpPr>
        <p:spPr>
          <a:xfrm>
            <a:off x="10536465" y="5337156"/>
            <a:ext cx="40748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6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100%</a:t>
            </a:r>
            <a:endParaRPr lang="ko-KR" altLang="en-US" sz="6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17A6DB42-5379-43BF-B177-21F4442FFE77}"/>
              </a:ext>
            </a:extLst>
          </p:cNvPr>
          <p:cNvSpPr txBox="1"/>
          <p:nvPr/>
        </p:nvSpPr>
        <p:spPr>
          <a:xfrm>
            <a:off x="11031407" y="5337156"/>
            <a:ext cx="40748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6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240%</a:t>
            </a:r>
            <a:endParaRPr lang="ko-KR" altLang="en-US" sz="6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26872965-1F0E-477C-A7F8-7C615F7A4FB7}"/>
              </a:ext>
            </a:extLst>
          </p:cNvPr>
          <p:cNvSpPr txBox="1"/>
          <p:nvPr/>
        </p:nvSpPr>
        <p:spPr>
          <a:xfrm>
            <a:off x="9132658" y="5337156"/>
            <a:ext cx="35779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55%</a:t>
            </a:r>
            <a:endParaRPr lang="ko-KR" altLang="en-US" sz="6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066EFB39-A6FC-4D8D-A5C5-43291E04C484}"/>
              </a:ext>
            </a:extLst>
          </p:cNvPr>
          <p:cNvSpPr txBox="1"/>
          <p:nvPr/>
        </p:nvSpPr>
        <p:spPr>
          <a:xfrm>
            <a:off x="9618766" y="5337156"/>
            <a:ext cx="35779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55%</a:t>
            </a:r>
            <a:endParaRPr lang="ko-KR" altLang="en-US" sz="6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A4A613C-8695-4FA3-B9E1-4A804FCB9385}"/>
              </a:ext>
            </a:extLst>
          </p:cNvPr>
          <p:cNvSpPr txBox="1"/>
          <p:nvPr/>
        </p:nvSpPr>
        <p:spPr>
          <a:xfrm>
            <a:off x="10083136" y="5337156"/>
            <a:ext cx="35779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10%</a:t>
            </a:r>
            <a:endParaRPr lang="ko-KR" altLang="en-US" sz="6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F50F6ED3-F446-4E60-9442-0EAADB40AB76}"/>
              </a:ext>
            </a:extLst>
          </p:cNvPr>
          <p:cNvGrpSpPr/>
          <p:nvPr/>
        </p:nvGrpSpPr>
        <p:grpSpPr>
          <a:xfrm>
            <a:off x="8862656" y="1530862"/>
            <a:ext cx="2557573" cy="59411"/>
            <a:chOff x="5645144" y="3140870"/>
            <a:chExt cx="249768" cy="110534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0B69952E-EC63-4DE6-ABA1-286F36A59447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84" name="사각형: 둥근 모서리 183">
              <a:extLst>
                <a:ext uri="{FF2B5EF4-FFF2-40B4-BE49-F238E27FC236}">
                  <a16:creationId xmlns:a16="http://schemas.microsoft.com/office/drawing/2014/main" id="{4A340501-61C3-4889-AC6D-9DAA7981C0AD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3739F3AD-301A-4A38-A1A8-3EF2272198E1}"/>
              </a:ext>
            </a:extLst>
          </p:cNvPr>
          <p:cNvSpPr/>
          <p:nvPr/>
        </p:nvSpPr>
        <p:spPr>
          <a:xfrm>
            <a:off x="8856225" y="1530861"/>
            <a:ext cx="2557575" cy="453156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5D761BD0-74C7-4553-9320-02C0CA3860A5}"/>
              </a:ext>
            </a:extLst>
          </p:cNvPr>
          <p:cNvSpPr/>
          <p:nvPr/>
        </p:nvSpPr>
        <p:spPr>
          <a:xfrm>
            <a:off x="9259761" y="2761117"/>
            <a:ext cx="1750503" cy="1750503"/>
          </a:xfrm>
          <a:prstGeom prst="roundRect">
            <a:avLst>
              <a:gd name="adj" fmla="val 14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8" name="그림 177">
            <a:extLst>
              <a:ext uri="{FF2B5EF4-FFF2-40B4-BE49-F238E27FC236}">
                <a16:creationId xmlns:a16="http://schemas.microsoft.com/office/drawing/2014/main" id="{D57FC130-B5EC-4C3A-99EC-76DDD2D948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803" y="3096321"/>
            <a:ext cx="404418" cy="473690"/>
          </a:xfrm>
          <a:prstGeom prst="rect">
            <a:avLst/>
          </a:prstGeom>
        </p:spPr>
      </p:pic>
      <p:sp>
        <p:nvSpPr>
          <p:cNvPr id="179" name="TextBox 178">
            <a:extLst>
              <a:ext uri="{FF2B5EF4-FFF2-40B4-BE49-F238E27FC236}">
                <a16:creationId xmlns:a16="http://schemas.microsoft.com/office/drawing/2014/main" id="{526893FB-5541-4474-9DE0-DCEA8C07985D}"/>
              </a:ext>
            </a:extLst>
          </p:cNvPr>
          <p:cNvSpPr txBox="1"/>
          <p:nvPr/>
        </p:nvSpPr>
        <p:spPr>
          <a:xfrm>
            <a:off x="9713262" y="3596646"/>
            <a:ext cx="843501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트럭 이름</a:t>
            </a:r>
          </a:p>
        </p:txBody>
      </p: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515CED5D-ED1E-418D-9C2D-08D4E524AF3C}"/>
              </a:ext>
            </a:extLst>
          </p:cNvPr>
          <p:cNvSpPr/>
          <p:nvPr/>
        </p:nvSpPr>
        <p:spPr>
          <a:xfrm>
            <a:off x="9766681" y="4603318"/>
            <a:ext cx="736662" cy="313941"/>
          </a:xfrm>
          <a:prstGeom prst="roundRect">
            <a:avLst>
              <a:gd name="adj" fmla="val 741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닫기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7C1D830-B3AB-4636-89D4-816657259A5C}"/>
              </a:ext>
            </a:extLst>
          </p:cNvPr>
          <p:cNvSpPr txBox="1"/>
          <p:nvPr/>
        </p:nvSpPr>
        <p:spPr>
          <a:xfrm>
            <a:off x="9360029" y="4003625"/>
            <a:ext cx="731289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최대 기름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A436482-59A5-4AEA-B693-56761F9AE476}"/>
              </a:ext>
            </a:extLst>
          </p:cNvPr>
          <p:cNvSpPr txBox="1"/>
          <p:nvPr/>
        </p:nvSpPr>
        <p:spPr>
          <a:xfrm>
            <a:off x="10217200" y="4003625"/>
            <a:ext cx="731289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최대 속도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FF0AC77A-27D9-446C-9024-A35DA5969F5C}"/>
              </a:ext>
            </a:extLst>
          </p:cNvPr>
          <p:cNvSpPr txBox="1"/>
          <p:nvPr/>
        </p:nvSpPr>
        <p:spPr>
          <a:xfrm>
            <a:off x="9481629" y="6116154"/>
            <a:ext cx="1306768" cy="296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80000">
              <a:lnSpc>
                <a:spcPct val="120000"/>
              </a:lnSpc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정보 팝업창 예시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68B64A50-AD65-4AA0-A355-FA1C8647F9B4}"/>
              </a:ext>
            </a:extLst>
          </p:cNvPr>
          <p:cNvSpPr/>
          <p:nvPr/>
        </p:nvSpPr>
        <p:spPr>
          <a:xfrm>
            <a:off x="899378" y="6168507"/>
            <a:ext cx="148465" cy="148465"/>
          </a:xfrm>
          <a:prstGeom prst="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8BF3E059-58B3-4C9E-87AE-50C96A8013D7}"/>
              </a:ext>
            </a:extLst>
          </p:cNvPr>
          <p:cNvSpPr txBox="1"/>
          <p:nvPr/>
        </p:nvSpPr>
        <p:spPr>
          <a:xfrm>
            <a:off x="1007733" y="6118289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 현황</a:t>
            </a: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4FCD328D-E5A5-4DC5-8A7E-CD698633F863}"/>
              </a:ext>
            </a:extLst>
          </p:cNvPr>
          <p:cNvSpPr/>
          <p:nvPr/>
        </p:nvSpPr>
        <p:spPr>
          <a:xfrm>
            <a:off x="899378" y="6359985"/>
            <a:ext cx="148465" cy="1484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98DF01C2-5BA9-468B-862C-205973FDEE16}"/>
              </a:ext>
            </a:extLst>
          </p:cNvPr>
          <p:cNvSpPr txBox="1"/>
          <p:nvPr/>
        </p:nvSpPr>
        <p:spPr>
          <a:xfrm>
            <a:off x="1007733" y="6309768"/>
            <a:ext cx="19814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진행도</a:t>
            </a: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861C0140-F72F-4E1D-BF68-70682FAF8797}"/>
              </a:ext>
            </a:extLst>
          </p:cNvPr>
          <p:cNvSpPr/>
          <p:nvPr/>
        </p:nvSpPr>
        <p:spPr>
          <a:xfrm>
            <a:off x="899378" y="6551464"/>
            <a:ext cx="148465" cy="1484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4175FBDF-0D45-4DA7-8B1A-3D676B59D6BF}"/>
              </a:ext>
            </a:extLst>
          </p:cNvPr>
          <p:cNvSpPr txBox="1"/>
          <p:nvPr/>
        </p:nvSpPr>
        <p:spPr>
          <a:xfrm>
            <a:off x="1007733" y="6501247"/>
            <a:ext cx="158914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배속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버튼</a:t>
            </a: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1F947EED-435F-4E23-A386-EB3510C5CD66}"/>
              </a:ext>
            </a:extLst>
          </p:cNvPr>
          <p:cNvSpPr/>
          <p:nvPr/>
        </p:nvSpPr>
        <p:spPr>
          <a:xfrm>
            <a:off x="4118713" y="1617195"/>
            <a:ext cx="220980" cy="2209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1</a:t>
            </a:r>
            <a:endParaRPr lang="ko-KR" altLang="en-US" sz="1200" dirty="0">
              <a:solidFill>
                <a:schemeClr val="bg1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8858954-3C93-4764-B913-8C330E45DB79}"/>
              </a:ext>
            </a:extLst>
          </p:cNvPr>
          <p:cNvSpPr txBox="1"/>
          <p:nvPr/>
        </p:nvSpPr>
        <p:spPr>
          <a:xfrm>
            <a:off x="4292949" y="1542838"/>
            <a:ext cx="3903633" cy="36393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80000"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트럭 정보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로비에서 선택한 트럭의 초상화 이미지 표시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트럭의 현재 인게임 레벨 표시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스테이지 진입 시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1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레벨부터 시작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각 레벨별 요구 경험치는 테이블에서 관리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요구 경험치는 트럭 종류와 무관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만약 최대 레벨일 경우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Lv. Max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로 표시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최대 레벨은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Config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테이블 등에서 관리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터치 시 정보 팝업창이 출력됨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이 때 게임은 일시정지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정보 팝업창에서는 해당 트럭의 정보 표시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 이미지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최대 기름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최대 속도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등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추가 시 갱신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	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아이디어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럭키 펀치 확률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? 5%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확률로 게이지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10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026EDE9D-A866-4C29-A5B6-7CE88940BB65}"/>
              </a:ext>
            </a:extLst>
          </p:cNvPr>
          <p:cNvGrpSpPr/>
          <p:nvPr/>
        </p:nvGrpSpPr>
        <p:grpSpPr>
          <a:xfrm>
            <a:off x="911557" y="5223651"/>
            <a:ext cx="2498735" cy="817215"/>
            <a:chOff x="4587404" y="4396748"/>
            <a:chExt cx="2498735" cy="817215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D3B10400-2972-48D0-90B1-C4C2BF3AA7C7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32" name="사각형: 둥근 모서리 131">
              <a:extLst>
                <a:ext uri="{FF2B5EF4-FFF2-40B4-BE49-F238E27FC236}">
                  <a16:creationId xmlns:a16="http://schemas.microsoft.com/office/drawing/2014/main" id="{49F9879F-E1D6-46BC-9D67-B0CF95D6CBE4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F23BA401-163C-4C65-A100-C340D0895BB0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5F011F01-4229-43E5-9592-B01DDC75FF45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32" name="직사각형 231">
                <a:extLst>
                  <a:ext uri="{FF2B5EF4-FFF2-40B4-BE49-F238E27FC236}">
                    <a16:creationId xmlns:a16="http://schemas.microsoft.com/office/drawing/2014/main" id="{DC2F085F-C25E-40BE-93AF-B20C2285A47D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33" name="직사각형 232">
                <a:extLst>
                  <a:ext uri="{FF2B5EF4-FFF2-40B4-BE49-F238E27FC236}">
                    <a16:creationId xmlns:a16="http://schemas.microsoft.com/office/drawing/2014/main" id="{7EB75356-8F50-4BE5-AF8C-5B285B7D87E3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34" name="직사각형 233">
                <a:extLst>
                  <a:ext uri="{FF2B5EF4-FFF2-40B4-BE49-F238E27FC236}">
                    <a16:creationId xmlns:a16="http://schemas.microsoft.com/office/drawing/2014/main" id="{78E36561-8F24-471D-8C4E-91B3BEF1DF73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35" name="직사각형 234">
                <a:extLst>
                  <a:ext uri="{FF2B5EF4-FFF2-40B4-BE49-F238E27FC236}">
                    <a16:creationId xmlns:a16="http://schemas.microsoft.com/office/drawing/2014/main" id="{5A4FEB41-E97F-4D4E-B79E-5EBC1FF49241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35" name="그림 134">
              <a:extLst>
                <a:ext uri="{FF2B5EF4-FFF2-40B4-BE49-F238E27FC236}">
                  <a16:creationId xmlns:a16="http://schemas.microsoft.com/office/drawing/2014/main" id="{0D5F4627-BDE6-43B2-83B5-FEC10DB4C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A5B8D4D8-9DB1-4307-96C4-2121D1EEAB9A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245A4680-210A-4961-8512-102DC6252700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26" name="직사각형 225">
                <a:extLst>
                  <a:ext uri="{FF2B5EF4-FFF2-40B4-BE49-F238E27FC236}">
                    <a16:creationId xmlns:a16="http://schemas.microsoft.com/office/drawing/2014/main" id="{0737581B-4B84-4B4B-84DA-FACB07C4BDF4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27" name="직사각형 226">
                <a:extLst>
                  <a:ext uri="{FF2B5EF4-FFF2-40B4-BE49-F238E27FC236}">
                    <a16:creationId xmlns:a16="http://schemas.microsoft.com/office/drawing/2014/main" id="{0A349B3D-4D34-475E-9E5B-8E95DCE7176D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28" name="직사각형 227">
                <a:extLst>
                  <a:ext uri="{FF2B5EF4-FFF2-40B4-BE49-F238E27FC236}">
                    <a16:creationId xmlns:a16="http://schemas.microsoft.com/office/drawing/2014/main" id="{AEE18CAD-955B-4F35-AA64-5D74437EC86E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29" name="직사각형 228">
                <a:extLst>
                  <a:ext uri="{FF2B5EF4-FFF2-40B4-BE49-F238E27FC236}">
                    <a16:creationId xmlns:a16="http://schemas.microsoft.com/office/drawing/2014/main" id="{DE09B374-6327-4700-B400-E404C49D8C98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30" name="직사각형 229">
                <a:extLst>
                  <a:ext uri="{FF2B5EF4-FFF2-40B4-BE49-F238E27FC236}">
                    <a16:creationId xmlns:a16="http://schemas.microsoft.com/office/drawing/2014/main" id="{50A39B30-F6F0-48DA-BEDB-6F9AE8B3C790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31" name="직사각형 230">
                <a:extLst>
                  <a:ext uri="{FF2B5EF4-FFF2-40B4-BE49-F238E27FC236}">
                    <a16:creationId xmlns:a16="http://schemas.microsoft.com/office/drawing/2014/main" id="{35264375-E541-4754-8B68-24BD2880B200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38" name="그림 137">
              <a:extLst>
                <a:ext uri="{FF2B5EF4-FFF2-40B4-BE49-F238E27FC236}">
                  <a16:creationId xmlns:a16="http://schemas.microsoft.com/office/drawing/2014/main" id="{97BCA0B6-1C80-4402-A495-435357723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8ED52309-80C0-45B1-B2F6-39124037FB89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44" name="그룹 143">
              <a:extLst>
                <a:ext uri="{FF2B5EF4-FFF2-40B4-BE49-F238E27FC236}">
                  <a16:creationId xmlns:a16="http://schemas.microsoft.com/office/drawing/2014/main" id="{0656FD80-8492-48F2-8780-137A83E35A3F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20" name="직사각형 219">
                <a:extLst>
                  <a:ext uri="{FF2B5EF4-FFF2-40B4-BE49-F238E27FC236}">
                    <a16:creationId xmlns:a16="http://schemas.microsoft.com/office/drawing/2014/main" id="{31EAF5BB-49D4-459E-B983-74EB87B556F1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21" name="직사각형 220">
                <a:extLst>
                  <a:ext uri="{FF2B5EF4-FFF2-40B4-BE49-F238E27FC236}">
                    <a16:creationId xmlns:a16="http://schemas.microsoft.com/office/drawing/2014/main" id="{3D284CB3-E1D3-4D80-A89B-1BFBB2823591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22" name="직사각형 221">
                <a:extLst>
                  <a:ext uri="{FF2B5EF4-FFF2-40B4-BE49-F238E27FC236}">
                    <a16:creationId xmlns:a16="http://schemas.microsoft.com/office/drawing/2014/main" id="{9B05B1A4-E983-4148-96DA-1A1E8BDF0695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23" name="직사각형 222">
                <a:extLst>
                  <a:ext uri="{FF2B5EF4-FFF2-40B4-BE49-F238E27FC236}">
                    <a16:creationId xmlns:a16="http://schemas.microsoft.com/office/drawing/2014/main" id="{FDC06E12-ED59-47C5-A7AA-1CDE80878A1B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24" name="직사각형 223">
                <a:extLst>
                  <a:ext uri="{FF2B5EF4-FFF2-40B4-BE49-F238E27FC236}">
                    <a16:creationId xmlns:a16="http://schemas.microsoft.com/office/drawing/2014/main" id="{58223336-B2B0-455E-BE9A-E6A64FE4A6DB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25" name="직사각형 224">
                <a:extLst>
                  <a:ext uri="{FF2B5EF4-FFF2-40B4-BE49-F238E27FC236}">
                    <a16:creationId xmlns:a16="http://schemas.microsoft.com/office/drawing/2014/main" id="{625C394B-DFB6-4882-8ACC-C0B0120386AD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45" name="그림 144">
              <a:extLst>
                <a:ext uri="{FF2B5EF4-FFF2-40B4-BE49-F238E27FC236}">
                  <a16:creationId xmlns:a16="http://schemas.microsoft.com/office/drawing/2014/main" id="{4A2A9B95-2B60-4D4C-839E-BDF9A0E01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CB6F9077-86E2-45B3-A92D-464C681BE6B9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433B882D-BDA0-40FC-8849-69EDECD088EC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217" name="그룹 216">
              <a:extLst>
                <a:ext uri="{FF2B5EF4-FFF2-40B4-BE49-F238E27FC236}">
                  <a16:creationId xmlns:a16="http://schemas.microsoft.com/office/drawing/2014/main" id="{8BAFD13C-244F-4FD0-A861-E7D78B23882C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218" name="사각형: 둥근 모서리 217">
                <a:extLst>
                  <a:ext uri="{FF2B5EF4-FFF2-40B4-BE49-F238E27FC236}">
                    <a16:creationId xmlns:a16="http://schemas.microsoft.com/office/drawing/2014/main" id="{71859371-8962-4E26-BA13-B2F4455C9074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19" name="Picture 12">
                <a:extLst>
                  <a:ext uri="{FF2B5EF4-FFF2-40B4-BE49-F238E27FC236}">
                    <a16:creationId xmlns:a16="http://schemas.microsoft.com/office/drawing/2014/main" id="{30772CAA-3A2F-4492-87FB-E62A77CF83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4180237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C9E6-2D47-1BEE-12A2-B742D0B2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3DD1FF31-2180-65C7-762D-2E6F3C051F02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8FAF1B28-0655-0853-5617-0E11EAE48EA6}"/>
              </a:ext>
            </a:extLst>
          </p:cNvPr>
          <p:cNvSpPr/>
          <p:nvPr/>
        </p:nvSpPr>
        <p:spPr>
          <a:xfrm>
            <a:off x="901481" y="1543492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7930057A-48BE-D194-D85C-30F4D13B8193}"/>
              </a:ext>
            </a:extLst>
          </p:cNvPr>
          <p:cNvSpPr/>
          <p:nvPr/>
        </p:nvSpPr>
        <p:spPr>
          <a:xfrm>
            <a:off x="1002344" y="1619433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6F20E49F-AC39-F96E-93AE-3CEE442AECA8}"/>
              </a:ext>
            </a:extLst>
          </p:cNvPr>
          <p:cNvSpPr/>
          <p:nvPr/>
        </p:nvSpPr>
        <p:spPr>
          <a:xfrm>
            <a:off x="997662" y="2162330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5" name="사각형: 둥근 모서리 584">
            <a:extLst>
              <a:ext uri="{FF2B5EF4-FFF2-40B4-BE49-F238E27FC236}">
                <a16:creationId xmlns:a16="http://schemas.microsoft.com/office/drawing/2014/main" id="{D155EF04-DDF9-AAED-9069-086CF50E0219}"/>
              </a:ext>
            </a:extLst>
          </p:cNvPr>
          <p:cNvSpPr/>
          <p:nvPr/>
        </p:nvSpPr>
        <p:spPr>
          <a:xfrm>
            <a:off x="2928420" y="1619433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6" name="사각형: 둥근 모서리 585">
            <a:extLst>
              <a:ext uri="{FF2B5EF4-FFF2-40B4-BE49-F238E27FC236}">
                <a16:creationId xmlns:a16="http://schemas.microsoft.com/office/drawing/2014/main" id="{4B515609-732D-A3B3-1460-03688B93EE71}"/>
              </a:ext>
            </a:extLst>
          </p:cNvPr>
          <p:cNvSpPr/>
          <p:nvPr/>
        </p:nvSpPr>
        <p:spPr>
          <a:xfrm>
            <a:off x="1964938" y="1619433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88" name="그림 587">
            <a:extLst>
              <a:ext uri="{FF2B5EF4-FFF2-40B4-BE49-F238E27FC236}">
                <a16:creationId xmlns:a16="http://schemas.microsoft.com/office/drawing/2014/main" id="{61293497-4E12-A7F6-10CE-43AE8729F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73417" y="3889988"/>
            <a:ext cx="223412" cy="195916"/>
          </a:xfrm>
          <a:prstGeom prst="rect">
            <a:avLst/>
          </a:prstGeom>
        </p:spPr>
      </p:pic>
      <p:pic>
        <p:nvPicPr>
          <p:cNvPr id="589" name="그림 588">
            <a:extLst>
              <a:ext uri="{FF2B5EF4-FFF2-40B4-BE49-F238E27FC236}">
                <a16:creationId xmlns:a16="http://schemas.microsoft.com/office/drawing/2014/main" id="{6E40E48E-B4E3-F34C-E0B7-D35A94FDB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950" y="3071404"/>
            <a:ext cx="223412" cy="195916"/>
          </a:xfrm>
          <a:prstGeom prst="rect">
            <a:avLst/>
          </a:prstGeom>
        </p:spPr>
      </p:pic>
      <p:pic>
        <p:nvPicPr>
          <p:cNvPr id="590" name="그림 589">
            <a:extLst>
              <a:ext uri="{FF2B5EF4-FFF2-40B4-BE49-F238E27FC236}">
                <a16:creationId xmlns:a16="http://schemas.microsoft.com/office/drawing/2014/main" id="{FD128118-4850-0402-1C54-C02ABE7E8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97" y="4131449"/>
            <a:ext cx="247730" cy="217240"/>
          </a:xfrm>
          <a:prstGeom prst="rect">
            <a:avLst/>
          </a:prstGeom>
        </p:spPr>
      </p:pic>
      <p:pic>
        <p:nvPicPr>
          <p:cNvPr id="591" name="그림 590">
            <a:extLst>
              <a:ext uri="{FF2B5EF4-FFF2-40B4-BE49-F238E27FC236}">
                <a16:creationId xmlns:a16="http://schemas.microsoft.com/office/drawing/2014/main" id="{8305339C-9C72-A4E8-DE48-915D7C59E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7" y="1627241"/>
            <a:ext cx="298293" cy="349388"/>
          </a:xfrm>
          <a:prstGeom prst="rect">
            <a:avLst/>
          </a:prstGeom>
        </p:spPr>
      </p:pic>
      <p:pic>
        <p:nvPicPr>
          <p:cNvPr id="593" name="그림 592">
            <a:extLst>
              <a:ext uri="{FF2B5EF4-FFF2-40B4-BE49-F238E27FC236}">
                <a16:creationId xmlns:a16="http://schemas.microsoft.com/office/drawing/2014/main" id="{4794037C-47E7-D62B-F814-8E7BD6877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279" y="3496355"/>
            <a:ext cx="247730" cy="217240"/>
          </a:xfrm>
          <a:prstGeom prst="rect">
            <a:avLst/>
          </a:prstGeom>
        </p:spPr>
      </p:pic>
      <p:pic>
        <p:nvPicPr>
          <p:cNvPr id="594" name="그림 593">
            <a:extLst>
              <a:ext uri="{FF2B5EF4-FFF2-40B4-BE49-F238E27FC236}">
                <a16:creationId xmlns:a16="http://schemas.microsoft.com/office/drawing/2014/main" id="{5E9507FB-C605-9643-1904-0174E4F83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153" y="3714630"/>
            <a:ext cx="247730" cy="217240"/>
          </a:xfrm>
          <a:prstGeom prst="rect">
            <a:avLst/>
          </a:prstGeom>
        </p:spPr>
      </p:pic>
      <p:pic>
        <p:nvPicPr>
          <p:cNvPr id="595" name="그림 594">
            <a:extLst>
              <a:ext uri="{FF2B5EF4-FFF2-40B4-BE49-F238E27FC236}">
                <a16:creationId xmlns:a16="http://schemas.microsoft.com/office/drawing/2014/main" id="{25995823-2ECF-A751-49A2-E9F207F17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33917" y="4416822"/>
            <a:ext cx="274025" cy="240298"/>
          </a:xfrm>
          <a:prstGeom prst="rect">
            <a:avLst/>
          </a:prstGeom>
        </p:spPr>
      </p:pic>
      <p:pic>
        <p:nvPicPr>
          <p:cNvPr id="596" name="그림 595">
            <a:extLst>
              <a:ext uri="{FF2B5EF4-FFF2-40B4-BE49-F238E27FC236}">
                <a16:creationId xmlns:a16="http://schemas.microsoft.com/office/drawing/2014/main" id="{9CCEA169-3EBF-2255-9C56-97EA995EA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42" y="2281964"/>
            <a:ext cx="247730" cy="217240"/>
          </a:xfrm>
          <a:prstGeom prst="rect">
            <a:avLst/>
          </a:prstGeom>
        </p:spPr>
      </p:pic>
      <p:pic>
        <p:nvPicPr>
          <p:cNvPr id="597" name="그림 596">
            <a:extLst>
              <a:ext uri="{FF2B5EF4-FFF2-40B4-BE49-F238E27FC236}">
                <a16:creationId xmlns:a16="http://schemas.microsoft.com/office/drawing/2014/main" id="{C6A7F366-23C1-E570-C348-FB1623C93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164" y="4894923"/>
            <a:ext cx="247730" cy="217240"/>
          </a:xfrm>
          <a:prstGeom prst="rect">
            <a:avLst/>
          </a:prstGeom>
        </p:spPr>
      </p:pic>
      <p:pic>
        <p:nvPicPr>
          <p:cNvPr id="598" name="그림 597">
            <a:extLst>
              <a:ext uri="{FF2B5EF4-FFF2-40B4-BE49-F238E27FC236}">
                <a16:creationId xmlns:a16="http://schemas.microsoft.com/office/drawing/2014/main" id="{BF671C1F-1B1C-0A2C-16AD-990FA0963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97" y="2678388"/>
            <a:ext cx="247730" cy="217240"/>
          </a:xfrm>
          <a:prstGeom prst="rect">
            <a:avLst/>
          </a:prstGeom>
        </p:spPr>
      </p:pic>
      <p:pic>
        <p:nvPicPr>
          <p:cNvPr id="605" name="그림 604">
            <a:extLst>
              <a:ext uri="{FF2B5EF4-FFF2-40B4-BE49-F238E27FC236}">
                <a16:creationId xmlns:a16="http://schemas.microsoft.com/office/drawing/2014/main" id="{9C25B1D7-EF9B-EC1D-D1C0-BE32CE359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82" y="3419848"/>
            <a:ext cx="385031" cy="450981"/>
          </a:xfrm>
          <a:prstGeom prst="rect">
            <a:avLst/>
          </a:prstGeom>
        </p:spPr>
      </p:pic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2539D10B-97A9-E57C-36D3-D9899D3A6896}"/>
              </a:ext>
            </a:extLst>
          </p:cNvPr>
          <p:cNvSpPr/>
          <p:nvPr/>
        </p:nvSpPr>
        <p:spPr>
          <a:xfrm>
            <a:off x="2349538" y="6175085"/>
            <a:ext cx="148465" cy="1484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74E2AE15-EB4D-3E25-5014-628916FC4450}"/>
              </a:ext>
            </a:extLst>
          </p:cNvPr>
          <p:cNvSpPr txBox="1"/>
          <p:nvPr/>
        </p:nvSpPr>
        <p:spPr>
          <a:xfrm>
            <a:off x="2361565" y="6124867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910DF87-A06D-4E72-94E1-F8EECAD5EEC3}"/>
              </a:ext>
            </a:extLst>
          </p:cNvPr>
          <p:cNvGrpSpPr/>
          <p:nvPr/>
        </p:nvGrpSpPr>
        <p:grpSpPr>
          <a:xfrm>
            <a:off x="907911" y="1539831"/>
            <a:ext cx="2557573" cy="59411"/>
            <a:chOff x="5645144" y="3140870"/>
            <a:chExt cx="249768" cy="110534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8D0F919E-5D8E-4314-BF92-F6DF5C37D9E6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3DE494D1-A902-4F77-B413-6A40F3D89DCF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B058024-CE33-4879-9A42-FE109F779E21}"/>
              </a:ext>
            </a:extLst>
          </p:cNvPr>
          <p:cNvSpPr/>
          <p:nvPr/>
        </p:nvSpPr>
        <p:spPr>
          <a:xfrm>
            <a:off x="808595" y="1422945"/>
            <a:ext cx="2737038" cy="228574"/>
          </a:xfrm>
          <a:prstGeom prst="rect">
            <a:avLst/>
          </a:prstGeom>
          <a:noFill/>
          <a:ln w="25400">
            <a:solidFill>
              <a:srgbClr val="FFFF00"/>
            </a:solidFill>
          </a:ln>
          <a:effectLst>
            <a:glow rad="50800">
              <a:srgbClr val="FF0000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9BD0DC44-490A-4B93-B9C1-9A29E2C39987}"/>
              </a:ext>
            </a:extLst>
          </p:cNvPr>
          <p:cNvSpPr/>
          <p:nvPr/>
        </p:nvSpPr>
        <p:spPr>
          <a:xfrm>
            <a:off x="692139" y="1309881"/>
            <a:ext cx="220980" cy="2209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2</a:t>
            </a:r>
            <a:endParaRPr lang="ko-KR" altLang="en-US" sz="1200" dirty="0">
              <a:solidFill>
                <a:schemeClr val="bg1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5A2A644-2890-4253-BE06-EAADE00C8E18}"/>
              </a:ext>
            </a:extLst>
          </p:cNvPr>
          <p:cNvSpPr txBox="1"/>
          <p:nvPr/>
        </p:nvSpPr>
        <p:spPr>
          <a:xfrm>
            <a:off x="107070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42" name="Picture 2" descr="돋보기 - 무료 도구 및기구개 아이콘">
            <a:extLst>
              <a:ext uri="{FF2B5EF4-FFF2-40B4-BE49-F238E27FC236}">
                <a16:creationId xmlns:a16="http://schemas.microsoft.com/office/drawing/2014/main" id="{5246130F-CB67-4A2A-A80A-628DE89C6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FBCD24EB-4A1D-4CAE-83C3-BFB6EA09EE01}"/>
              </a:ext>
            </a:extLst>
          </p:cNvPr>
          <p:cNvSpPr/>
          <p:nvPr/>
        </p:nvSpPr>
        <p:spPr>
          <a:xfrm>
            <a:off x="899378" y="6168507"/>
            <a:ext cx="148465" cy="148465"/>
          </a:xfrm>
          <a:prstGeom prst="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E7AF7A5-9634-4B7D-88A1-2B5571BB132A}"/>
              </a:ext>
            </a:extLst>
          </p:cNvPr>
          <p:cNvSpPr txBox="1"/>
          <p:nvPr/>
        </p:nvSpPr>
        <p:spPr>
          <a:xfrm>
            <a:off x="1007733" y="6118289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 현황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576E81C1-1099-45B2-A8A4-56056B24F16B}"/>
              </a:ext>
            </a:extLst>
          </p:cNvPr>
          <p:cNvSpPr/>
          <p:nvPr/>
        </p:nvSpPr>
        <p:spPr>
          <a:xfrm>
            <a:off x="899378" y="6359985"/>
            <a:ext cx="148465" cy="1484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263DB26-156C-49DA-BABF-50F106C37D7F}"/>
              </a:ext>
            </a:extLst>
          </p:cNvPr>
          <p:cNvSpPr txBox="1"/>
          <p:nvPr/>
        </p:nvSpPr>
        <p:spPr>
          <a:xfrm>
            <a:off x="1007733" y="6309768"/>
            <a:ext cx="19814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진행도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620F4479-AE91-48D1-9161-62216903BA1E}"/>
              </a:ext>
            </a:extLst>
          </p:cNvPr>
          <p:cNvSpPr/>
          <p:nvPr/>
        </p:nvSpPr>
        <p:spPr>
          <a:xfrm>
            <a:off x="899378" y="6551464"/>
            <a:ext cx="148465" cy="1484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28CF8E5-A378-4A3F-8F6A-96063B779549}"/>
              </a:ext>
            </a:extLst>
          </p:cNvPr>
          <p:cNvSpPr txBox="1"/>
          <p:nvPr/>
        </p:nvSpPr>
        <p:spPr>
          <a:xfrm>
            <a:off x="1007733" y="6501247"/>
            <a:ext cx="158914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배속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버튼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DD727023-071F-4017-8080-A623F02C48D7}"/>
              </a:ext>
            </a:extLst>
          </p:cNvPr>
          <p:cNvSpPr/>
          <p:nvPr/>
        </p:nvSpPr>
        <p:spPr>
          <a:xfrm>
            <a:off x="808595" y="2142059"/>
            <a:ext cx="680611" cy="616827"/>
          </a:xfrm>
          <a:prstGeom prst="rect">
            <a:avLst/>
          </a:prstGeom>
          <a:noFill/>
          <a:ln w="25400">
            <a:solidFill>
              <a:srgbClr val="FFFF00"/>
            </a:solidFill>
          </a:ln>
          <a:effectLst>
            <a:glow rad="50800">
              <a:srgbClr val="FF0000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8288A14A-E283-40FA-8165-E71301C2D5CB}"/>
              </a:ext>
            </a:extLst>
          </p:cNvPr>
          <p:cNvSpPr/>
          <p:nvPr/>
        </p:nvSpPr>
        <p:spPr>
          <a:xfrm>
            <a:off x="692139" y="2028996"/>
            <a:ext cx="220980" cy="2209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3</a:t>
            </a:r>
            <a:endParaRPr lang="ko-KR" altLang="en-US" sz="1200" dirty="0">
              <a:solidFill>
                <a:schemeClr val="bg1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445C195-48D2-443D-9BD5-093BCF0337EC}"/>
              </a:ext>
            </a:extLst>
          </p:cNvPr>
          <p:cNvSpPr txBox="1"/>
          <p:nvPr/>
        </p:nvSpPr>
        <p:spPr>
          <a:xfrm>
            <a:off x="840746" y="513168"/>
            <a:ext cx="1188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기능 점검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6249A82-6A63-4102-9580-CAE3577B7BD9}"/>
              </a:ext>
            </a:extLst>
          </p:cNvPr>
          <p:cNvSpPr txBox="1"/>
          <p:nvPr/>
        </p:nvSpPr>
        <p:spPr>
          <a:xfrm>
            <a:off x="745699" y="755794"/>
            <a:ext cx="3938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필요한 기능</a:t>
            </a:r>
            <a:r>
              <a:rPr lang="en-US" altLang="ko-KR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- </a:t>
            </a:r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빌드업 웨이브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E6AA2B59-C20A-4796-959B-80CD2395C407}"/>
              </a:ext>
            </a:extLst>
          </p:cNvPr>
          <p:cNvGrpSpPr/>
          <p:nvPr/>
        </p:nvGrpSpPr>
        <p:grpSpPr>
          <a:xfrm>
            <a:off x="4118713" y="1542838"/>
            <a:ext cx="7116992" cy="4347906"/>
            <a:chOff x="4423716" y="2019038"/>
            <a:chExt cx="7116992" cy="4347906"/>
          </a:xfrm>
        </p:grpSpPr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9B774AC0-9E03-4BFA-B579-2240F0E741E6}"/>
                </a:ext>
              </a:extLst>
            </p:cNvPr>
            <p:cNvSpPr/>
            <p:nvPr/>
          </p:nvSpPr>
          <p:spPr>
            <a:xfrm>
              <a:off x="4423716" y="2093395"/>
              <a:ext cx="220980" cy="22098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2</a:t>
              </a:r>
              <a:endParaRPr lang="ko-KR" altLang="en-US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1C73A3F-46CF-4AB0-8EDD-4FC84EA5F497}"/>
                </a:ext>
              </a:extLst>
            </p:cNvPr>
            <p:cNvSpPr txBox="1"/>
            <p:nvPr/>
          </p:nvSpPr>
          <p:spPr>
            <a:xfrm>
              <a:off x="4604793" y="2019038"/>
              <a:ext cx="5998758" cy="25583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80000">
                <a:lnSpc>
                  <a:spcPct val="12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인게임 경험치</a:t>
              </a:r>
              <a:endPara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 </a:t>
              </a: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스테이지 진입 시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Exp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는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0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부터 시작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빌드업 웨이브에서는 경험치를 획득하지 않음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전투 웨이브에서 적을 처치할 때마다 경험치 획득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처치 경험치 지급량은 몬스터 테이블에서 관리하며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,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웨이브 진행도의 영향을 받지 않음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일부 트럭 효과 등으로 경험치 획득량이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n%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비율로 증가할 수 있음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</a:t>
              </a:r>
            </a:p>
            <a:p>
              <a:pPr defTabSz="180000">
                <a:lnSpc>
                  <a:spcPct val="120000"/>
                </a:lnSpc>
              </a:pP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9C50E8C6-2CFC-4A51-BA17-A0E059AF5E4B}"/>
                </a:ext>
              </a:extLst>
            </p:cNvPr>
            <p:cNvSpPr/>
            <p:nvPr/>
          </p:nvSpPr>
          <p:spPr>
            <a:xfrm>
              <a:off x="4423716" y="4445434"/>
              <a:ext cx="220980" cy="22098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3</a:t>
              </a:r>
              <a:endParaRPr lang="ko-KR" altLang="en-US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9FF1A6F-8C9E-45C2-9824-639B006347C3}"/>
                </a:ext>
              </a:extLst>
            </p:cNvPr>
            <p:cNvSpPr txBox="1"/>
            <p:nvPr/>
          </p:nvSpPr>
          <p:spPr>
            <a:xfrm>
              <a:off x="4604793" y="4371077"/>
              <a:ext cx="3797835" cy="19958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80000">
                <a:lnSpc>
                  <a:spcPct val="12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기름 현황</a:t>
              </a:r>
              <a:endPara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 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기름 소모는 주행과 관계 없이 시간 경과를 따름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기름 게이지 표시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기름의 남은 시간 표시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(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아이디어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)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속도 표시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빌드업 웨이브 중에는 기름이 실시간으로 소모됨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전투 웨이브 중에는 기름이 적 처치 수에 따라 충전됨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   [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잡은 적 수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] / [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현재 웨이브에 등장할 전체 적 수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] 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92" name="화살표: 오각형 91">
              <a:extLst>
                <a:ext uri="{FF2B5EF4-FFF2-40B4-BE49-F238E27FC236}">
                  <a16:creationId xmlns:a16="http://schemas.microsoft.com/office/drawing/2014/main" id="{C539801A-42E3-4B79-A66F-C25B348BC7FA}"/>
                </a:ext>
              </a:extLst>
            </p:cNvPr>
            <p:cNvSpPr/>
            <p:nvPr/>
          </p:nvSpPr>
          <p:spPr>
            <a:xfrm rot="10800000">
              <a:off x="10924094" y="5111069"/>
              <a:ext cx="409415" cy="205094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B7FB59C-3CE3-4ADB-8D4E-57DF786EACE8}"/>
                </a:ext>
              </a:extLst>
            </p:cNvPr>
            <p:cNvSpPr txBox="1"/>
            <p:nvPr/>
          </p:nvSpPr>
          <p:spPr>
            <a:xfrm>
              <a:off x="11038004" y="5121920"/>
              <a:ext cx="352463" cy="18339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70%</a:t>
              </a:r>
              <a:endParaRPr lang="ko-KR" altLang="en-US" sz="10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94" name="사각형: 둥근 모서리 93">
              <a:extLst>
                <a:ext uri="{FF2B5EF4-FFF2-40B4-BE49-F238E27FC236}">
                  <a16:creationId xmlns:a16="http://schemas.microsoft.com/office/drawing/2014/main" id="{0C2AB1DC-257A-4F7A-BBCE-4E8CDC821999}"/>
                </a:ext>
              </a:extLst>
            </p:cNvPr>
            <p:cNvSpPr/>
            <p:nvPr/>
          </p:nvSpPr>
          <p:spPr>
            <a:xfrm>
              <a:off x="8600648" y="5018560"/>
              <a:ext cx="785513" cy="973542"/>
            </a:xfrm>
            <a:prstGeom prst="roundRect">
              <a:avLst/>
            </a:prstGeom>
            <a:solidFill>
              <a:srgbClr val="EE7700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BB92290-31F6-4DDA-B876-55583AC6E1B5}"/>
                </a:ext>
              </a:extLst>
            </p:cNvPr>
            <p:cNvSpPr txBox="1"/>
            <p:nvPr/>
          </p:nvSpPr>
          <p:spPr>
            <a:xfrm>
              <a:off x="9411877" y="5419811"/>
              <a:ext cx="819455" cy="296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80000">
                <a:lnSpc>
                  <a:spcPct val="120000"/>
                </a:lnSpc>
              </a:pP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구성 예시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69661E74-1A3B-4171-B1FE-E8C249DD10CA}"/>
                </a:ext>
              </a:extLst>
            </p:cNvPr>
            <p:cNvGrpSpPr/>
            <p:nvPr/>
          </p:nvGrpSpPr>
          <p:grpSpPr>
            <a:xfrm>
              <a:off x="10691374" y="4946177"/>
              <a:ext cx="130629" cy="969358"/>
              <a:chOff x="9633930" y="2089947"/>
              <a:chExt cx="130629" cy="969358"/>
            </a:xfrm>
          </p:grpSpPr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85E1DBC6-2FBA-483E-B506-F040ABA4FA86}"/>
                  </a:ext>
                </a:extLst>
              </p:cNvPr>
              <p:cNvSpPr/>
              <p:nvPr/>
            </p:nvSpPr>
            <p:spPr>
              <a:xfrm>
                <a:off x="9633930" y="2089947"/>
                <a:ext cx="130629" cy="969358"/>
              </a:xfrm>
              <a:prstGeom prst="rect">
                <a:avLst/>
              </a:prstGeom>
              <a:solidFill>
                <a:srgbClr val="1A0C2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9FBD83C8-B534-43B2-AC93-B8E07CF2ABC4}"/>
                  </a:ext>
                </a:extLst>
              </p:cNvPr>
              <p:cNvSpPr/>
              <p:nvPr/>
            </p:nvSpPr>
            <p:spPr>
              <a:xfrm>
                <a:off x="9633930" y="2357385"/>
                <a:ext cx="130629" cy="701919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97" name="Picture 2" descr="기름통 안의 휘발유가, 액체, 기름통, 가솔린 PNG 일러스트 및 이미지 에 대한 무료 다운로드 - Pngtree">
              <a:extLst>
                <a:ext uri="{FF2B5EF4-FFF2-40B4-BE49-F238E27FC236}">
                  <a16:creationId xmlns:a16="http://schemas.microsoft.com/office/drawing/2014/main" id="{FE5C321D-B0E4-43D1-BAC3-2D904EB6C9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9013" y="5892121"/>
              <a:ext cx="275350" cy="275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E3FC138-30EE-43FA-ADFA-6CADED50374E}"/>
                </a:ext>
              </a:extLst>
            </p:cNvPr>
            <p:cNvSpPr txBox="1"/>
            <p:nvPr/>
          </p:nvSpPr>
          <p:spPr>
            <a:xfrm>
              <a:off x="10815830" y="5905714"/>
              <a:ext cx="724878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01 : 23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D502BA5-22EF-42A1-81A2-A7DD88541157}"/>
                </a:ext>
              </a:extLst>
            </p:cNvPr>
            <p:cNvSpPr txBox="1"/>
            <p:nvPr/>
          </p:nvSpPr>
          <p:spPr>
            <a:xfrm>
              <a:off x="10581791" y="4585524"/>
              <a:ext cx="958917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r"/>
              <a:r>
                <a:rPr lang="en-US" altLang="ko-KR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55</a:t>
              </a:r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 km/h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F131CD5D-603B-4F25-AE69-662A9602C4EA}"/>
              </a:ext>
            </a:extLst>
          </p:cNvPr>
          <p:cNvGrpSpPr/>
          <p:nvPr/>
        </p:nvGrpSpPr>
        <p:grpSpPr>
          <a:xfrm>
            <a:off x="911557" y="5223651"/>
            <a:ext cx="2498735" cy="817215"/>
            <a:chOff x="4587404" y="4396748"/>
            <a:chExt cx="2498735" cy="817215"/>
          </a:xfrm>
        </p:grpSpPr>
        <p:sp>
          <p:nvSpPr>
            <p:cNvPr id="103" name="사각형: 둥근 모서리 102">
              <a:extLst>
                <a:ext uri="{FF2B5EF4-FFF2-40B4-BE49-F238E27FC236}">
                  <a16:creationId xmlns:a16="http://schemas.microsoft.com/office/drawing/2014/main" id="{D12ABFBD-99F6-4375-B451-AFF512A5E3E3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04" name="사각형: 둥근 모서리 103">
              <a:extLst>
                <a:ext uri="{FF2B5EF4-FFF2-40B4-BE49-F238E27FC236}">
                  <a16:creationId xmlns:a16="http://schemas.microsoft.com/office/drawing/2014/main" id="{051146F6-D717-4E1C-A976-A4AFD1122705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A0BA11B5-D4C3-4CA2-98C1-0E64DA66ED57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4C744E79-4AD7-44B1-A1CB-C7FB56B9C680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31" name="직사각형 130">
                <a:extLst>
                  <a:ext uri="{FF2B5EF4-FFF2-40B4-BE49-F238E27FC236}">
                    <a16:creationId xmlns:a16="http://schemas.microsoft.com/office/drawing/2014/main" id="{91456853-8B4E-4634-B518-552600CF9E37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F03C663F-5D2B-4E57-A5B5-3E739E3B788F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6C84E333-0841-45E3-A912-C99F628BAFD0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9" name="직사각형 138">
                <a:extLst>
                  <a:ext uri="{FF2B5EF4-FFF2-40B4-BE49-F238E27FC236}">
                    <a16:creationId xmlns:a16="http://schemas.microsoft.com/office/drawing/2014/main" id="{335659DA-2D93-4E72-B02B-F1FF26E2DAF8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07" name="그림 106">
              <a:extLst>
                <a:ext uri="{FF2B5EF4-FFF2-40B4-BE49-F238E27FC236}">
                  <a16:creationId xmlns:a16="http://schemas.microsoft.com/office/drawing/2014/main" id="{DF3E2DAD-35FF-4719-8760-1BB01A2D1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6B3286BE-F71D-4B9E-A910-1FD6F0D62A7E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54BCAF2B-83AC-4448-B67F-AFECC8FA1647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8748301A-AF59-46D7-AE22-F182110FC958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2CA23E85-4BF8-4FCA-BC56-F0C4B8605DEA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D400F24F-C6D1-40B1-9226-27AAF4A39E56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576A4A70-415E-4301-AAE9-EE189D3C34E5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9" name="직사각형 128">
                <a:extLst>
                  <a:ext uri="{FF2B5EF4-FFF2-40B4-BE49-F238E27FC236}">
                    <a16:creationId xmlns:a16="http://schemas.microsoft.com/office/drawing/2014/main" id="{69CDCE1B-ED06-4DF3-8C29-10F319C87EA3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0" name="직사각형 129">
                <a:extLst>
                  <a:ext uri="{FF2B5EF4-FFF2-40B4-BE49-F238E27FC236}">
                    <a16:creationId xmlns:a16="http://schemas.microsoft.com/office/drawing/2014/main" id="{261DA140-701B-42FE-9375-C11A01E64936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10" name="그림 109">
              <a:extLst>
                <a:ext uri="{FF2B5EF4-FFF2-40B4-BE49-F238E27FC236}">
                  <a16:creationId xmlns:a16="http://schemas.microsoft.com/office/drawing/2014/main" id="{C969801F-FDBE-4A9F-ADC2-00740DE84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8A0652D3-4ECD-4D00-B2DA-DF1DFEF4BCCE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29CF8E68-D8F1-40F1-86EC-C104B5A6C0E9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19" name="직사각형 118">
                <a:extLst>
                  <a:ext uri="{FF2B5EF4-FFF2-40B4-BE49-F238E27FC236}">
                    <a16:creationId xmlns:a16="http://schemas.microsoft.com/office/drawing/2014/main" id="{0224E45F-3E2D-435A-BAC0-600315021FEA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FAB6745C-ED7F-4994-82A2-656FCF26834B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DC4036DB-EE25-439B-AC61-019032EB1B2E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5A142634-352A-4FD7-AAB5-6AD17BAE327D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B1012EFD-19FC-4843-A9E9-35D56776A612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3CB79A26-FBC0-4F2A-A1BE-D5295C3C0246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13" name="그림 112">
              <a:extLst>
                <a:ext uri="{FF2B5EF4-FFF2-40B4-BE49-F238E27FC236}">
                  <a16:creationId xmlns:a16="http://schemas.microsoft.com/office/drawing/2014/main" id="{6E1400B3-56FF-496A-8660-3DBFD327A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114" name="사각형: 둥근 모서리 113">
              <a:extLst>
                <a:ext uri="{FF2B5EF4-FFF2-40B4-BE49-F238E27FC236}">
                  <a16:creationId xmlns:a16="http://schemas.microsoft.com/office/drawing/2014/main" id="{18DB3BEF-E252-4444-A231-D12BAAF23A96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DAAD5883-F5C0-4BD6-9A5E-871F6AAF4D38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16EB2FA0-497B-4228-8C94-B40912F14C9D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117" name="사각형: 둥근 모서리 116">
                <a:extLst>
                  <a:ext uri="{FF2B5EF4-FFF2-40B4-BE49-F238E27FC236}">
                    <a16:creationId xmlns:a16="http://schemas.microsoft.com/office/drawing/2014/main" id="{5A927D84-5750-45E9-8376-D388D39DFD90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18" name="Picture 12">
                <a:extLst>
                  <a:ext uri="{FF2B5EF4-FFF2-40B4-BE49-F238E27FC236}">
                    <a16:creationId xmlns:a16="http://schemas.microsoft.com/office/drawing/2014/main" id="{BC612269-4C50-48BA-8546-F7CDB83D6D0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587977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C9E6-2D47-1BEE-12A2-B742D0B2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3DD1FF31-2180-65C7-762D-2E6F3C051F02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8FAF1B28-0655-0853-5617-0E11EAE48EA6}"/>
              </a:ext>
            </a:extLst>
          </p:cNvPr>
          <p:cNvSpPr/>
          <p:nvPr/>
        </p:nvSpPr>
        <p:spPr>
          <a:xfrm>
            <a:off x="901481" y="1543492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7930057A-48BE-D194-D85C-30F4D13B8193}"/>
              </a:ext>
            </a:extLst>
          </p:cNvPr>
          <p:cNvSpPr/>
          <p:nvPr/>
        </p:nvSpPr>
        <p:spPr>
          <a:xfrm>
            <a:off x="1002344" y="1619433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6F20E49F-AC39-F96E-93AE-3CEE442AECA8}"/>
              </a:ext>
            </a:extLst>
          </p:cNvPr>
          <p:cNvSpPr/>
          <p:nvPr/>
        </p:nvSpPr>
        <p:spPr>
          <a:xfrm>
            <a:off x="997662" y="2162330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5" name="사각형: 둥근 모서리 584">
            <a:extLst>
              <a:ext uri="{FF2B5EF4-FFF2-40B4-BE49-F238E27FC236}">
                <a16:creationId xmlns:a16="http://schemas.microsoft.com/office/drawing/2014/main" id="{D155EF04-DDF9-AAED-9069-086CF50E0219}"/>
              </a:ext>
            </a:extLst>
          </p:cNvPr>
          <p:cNvSpPr/>
          <p:nvPr/>
        </p:nvSpPr>
        <p:spPr>
          <a:xfrm>
            <a:off x="2928420" y="1619433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6" name="사각형: 둥근 모서리 585">
            <a:extLst>
              <a:ext uri="{FF2B5EF4-FFF2-40B4-BE49-F238E27FC236}">
                <a16:creationId xmlns:a16="http://schemas.microsoft.com/office/drawing/2014/main" id="{4B515609-732D-A3B3-1460-03688B93EE71}"/>
              </a:ext>
            </a:extLst>
          </p:cNvPr>
          <p:cNvSpPr/>
          <p:nvPr/>
        </p:nvSpPr>
        <p:spPr>
          <a:xfrm>
            <a:off x="1964938" y="1619433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88" name="그림 587">
            <a:extLst>
              <a:ext uri="{FF2B5EF4-FFF2-40B4-BE49-F238E27FC236}">
                <a16:creationId xmlns:a16="http://schemas.microsoft.com/office/drawing/2014/main" id="{61293497-4E12-A7F6-10CE-43AE8729F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73417" y="3889988"/>
            <a:ext cx="223412" cy="195916"/>
          </a:xfrm>
          <a:prstGeom prst="rect">
            <a:avLst/>
          </a:prstGeom>
        </p:spPr>
      </p:pic>
      <p:pic>
        <p:nvPicPr>
          <p:cNvPr id="589" name="그림 588">
            <a:extLst>
              <a:ext uri="{FF2B5EF4-FFF2-40B4-BE49-F238E27FC236}">
                <a16:creationId xmlns:a16="http://schemas.microsoft.com/office/drawing/2014/main" id="{6E40E48E-B4E3-F34C-E0B7-D35A94FDB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950" y="3071404"/>
            <a:ext cx="223412" cy="195916"/>
          </a:xfrm>
          <a:prstGeom prst="rect">
            <a:avLst/>
          </a:prstGeom>
        </p:spPr>
      </p:pic>
      <p:pic>
        <p:nvPicPr>
          <p:cNvPr id="590" name="그림 589">
            <a:extLst>
              <a:ext uri="{FF2B5EF4-FFF2-40B4-BE49-F238E27FC236}">
                <a16:creationId xmlns:a16="http://schemas.microsoft.com/office/drawing/2014/main" id="{FD128118-4850-0402-1C54-C02ABE7E8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97" y="4131449"/>
            <a:ext cx="247730" cy="217240"/>
          </a:xfrm>
          <a:prstGeom prst="rect">
            <a:avLst/>
          </a:prstGeom>
        </p:spPr>
      </p:pic>
      <p:pic>
        <p:nvPicPr>
          <p:cNvPr id="591" name="그림 590">
            <a:extLst>
              <a:ext uri="{FF2B5EF4-FFF2-40B4-BE49-F238E27FC236}">
                <a16:creationId xmlns:a16="http://schemas.microsoft.com/office/drawing/2014/main" id="{8305339C-9C72-A4E8-DE48-915D7C59E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7" y="1627241"/>
            <a:ext cx="298293" cy="349388"/>
          </a:xfrm>
          <a:prstGeom prst="rect">
            <a:avLst/>
          </a:prstGeom>
        </p:spPr>
      </p:pic>
      <p:pic>
        <p:nvPicPr>
          <p:cNvPr id="593" name="그림 592">
            <a:extLst>
              <a:ext uri="{FF2B5EF4-FFF2-40B4-BE49-F238E27FC236}">
                <a16:creationId xmlns:a16="http://schemas.microsoft.com/office/drawing/2014/main" id="{4794037C-47E7-D62B-F814-8E7BD6877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279" y="3496355"/>
            <a:ext cx="247730" cy="217240"/>
          </a:xfrm>
          <a:prstGeom prst="rect">
            <a:avLst/>
          </a:prstGeom>
        </p:spPr>
      </p:pic>
      <p:pic>
        <p:nvPicPr>
          <p:cNvPr id="594" name="그림 593">
            <a:extLst>
              <a:ext uri="{FF2B5EF4-FFF2-40B4-BE49-F238E27FC236}">
                <a16:creationId xmlns:a16="http://schemas.microsoft.com/office/drawing/2014/main" id="{5E9507FB-C605-9643-1904-0174E4F83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153" y="3714630"/>
            <a:ext cx="247730" cy="217240"/>
          </a:xfrm>
          <a:prstGeom prst="rect">
            <a:avLst/>
          </a:prstGeom>
        </p:spPr>
      </p:pic>
      <p:pic>
        <p:nvPicPr>
          <p:cNvPr id="595" name="그림 594">
            <a:extLst>
              <a:ext uri="{FF2B5EF4-FFF2-40B4-BE49-F238E27FC236}">
                <a16:creationId xmlns:a16="http://schemas.microsoft.com/office/drawing/2014/main" id="{25995823-2ECF-A751-49A2-E9F207F17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33917" y="4416822"/>
            <a:ext cx="274025" cy="240298"/>
          </a:xfrm>
          <a:prstGeom prst="rect">
            <a:avLst/>
          </a:prstGeom>
        </p:spPr>
      </p:pic>
      <p:pic>
        <p:nvPicPr>
          <p:cNvPr id="596" name="그림 595">
            <a:extLst>
              <a:ext uri="{FF2B5EF4-FFF2-40B4-BE49-F238E27FC236}">
                <a16:creationId xmlns:a16="http://schemas.microsoft.com/office/drawing/2014/main" id="{9CCEA169-3EBF-2255-9C56-97EA995EA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42" y="2281964"/>
            <a:ext cx="247730" cy="217240"/>
          </a:xfrm>
          <a:prstGeom prst="rect">
            <a:avLst/>
          </a:prstGeom>
        </p:spPr>
      </p:pic>
      <p:pic>
        <p:nvPicPr>
          <p:cNvPr id="597" name="그림 596">
            <a:extLst>
              <a:ext uri="{FF2B5EF4-FFF2-40B4-BE49-F238E27FC236}">
                <a16:creationId xmlns:a16="http://schemas.microsoft.com/office/drawing/2014/main" id="{C6A7F366-23C1-E570-C348-FB1623C93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164" y="4894923"/>
            <a:ext cx="247730" cy="217240"/>
          </a:xfrm>
          <a:prstGeom prst="rect">
            <a:avLst/>
          </a:prstGeom>
        </p:spPr>
      </p:pic>
      <p:pic>
        <p:nvPicPr>
          <p:cNvPr id="598" name="그림 597">
            <a:extLst>
              <a:ext uri="{FF2B5EF4-FFF2-40B4-BE49-F238E27FC236}">
                <a16:creationId xmlns:a16="http://schemas.microsoft.com/office/drawing/2014/main" id="{BF671C1F-1B1C-0A2C-16AD-990FA0963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97" y="2678388"/>
            <a:ext cx="247730" cy="217240"/>
          </a:xfrm>
          <a:prstGeom prst="rect">
            <a:avLst/>
          </a:prstGeom>
        </p:spPr>
      </p:pic>
      <p:pic>
        <p:nvPicPr>
          <p:cNvPr id="605" name="그림 604">
            <a:extLst>
              <a:ext uri="{FF2B5EF4-FFF2-40B4-BE49-F238E27FC236}">
                <a16:creationId xmlns:a16="http://schemas.microsoft.com/office/drawing/2014/main" id="{9C25B1D7-EF9B-EC1D-D1C0-BE32CE359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82" y="3419848"/>
            <a:ext cx="385031" cy="450981"/>
          </a:xfrm>
          <a:prstGeom prst="rect">
            <a:avLst/>
          </a:prstGeom>
        </p:spPr>
      </p:pic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2539D10B-97A9-E57C-36D3-D9899D3A6896}"/>
              </a:ext>
            </a:extLst>
          </p:cNvPr>
          <p:cNvSpPr/>
          <p:nvPr/>
        </p:nvSpPr>
        <p:spPr>
          <a:xfrm>
            <a:off x="2349538" y="6175085"/>
            <a:ext cx="148465" cy="1484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74E2AE15-EB4D-3E25-5014-628916FC4450}"/>
              </a:ext>
            </a:extLst>
          </p:cNvPr>
          <p:cNvSpPr txBox="1"/>
          <p:nvPr/>
        </p:nvSpPr>
        <p:spPr>
          <a:xfrm>
            <a:off x="2361565" y="6124867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910DF87-A06D-4E72-94E1-F8EECAD5EEC3}"/>
              </a:ext>
            </a:extLst>
          </p:cNvPr>
          <p:cNvGrpSpPr/>
          <p:nvPr/>
        </p:nvGrpSpPr>
        <p:grpSpPr>
          <a:xfrm>
            <a:off x="907911" y="1539831"/>
            <a:ext cx="2557573" cy="59411"/>
            <a:chOff x="5645144" y="3140870"/>
            <a:chExt cx="249768" cy="110534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8D0F919E-5D8E-4314-BF92-F6DF5C37D9E6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3DE494D1-A902-4F77-B413-6A40F3D89DCF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25A2A644-2890-4253-BE06-EAADE00C8E18}"/>
              </a:ext>
            </a:extLst>
          </p:cNvPr>
          <p:cNvSpPr txBox="1"/>
          <p:nvPr/>
        </p:nvSpPr>
        <p:spPr>
          <a:xfrm>
            <a:off x="107070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42" name="Picture 2" descr="돋보기 - 무료 도구 및기구개 아이콘">
            <a:extLst>
              <a:ext uri="{FF2B5EF4-FFF2-40B4-BE49-F238E27FC236}">
                <a16:creationId xmlns:a16="http://schemas.microsoft.com/office/drawing/2014/main" id="{5246130F-CB67-4A2A-A80A-628DE89C6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FBCD24EB-4A1D-4CAE-83C3-BFB6EA09EE01}"/>
              </a:ext>
            </a:extLst>
          </p:cNvPr>
          <p:cNvSpPr/>
          <p:nvPr/>
        </p:nvSpPr>
        <p:spPr>
          <a:xfrm>
            <a:off x="899378" y="6168507"/>
            <a:ext cx="148465" cy="148465"/>
          </a:xfrm>
          <a:prstGeom prst="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E7AF7A5-9634-4B7D-88A1-2B5571BB132A}"/>
              </a:ext>
            </a:extLst>
          </p:cNvPr>
          <p:cNvSpPr txBox="1"/>
          <p:nvPr/>
        </p:nvSpPr>
        <p:spPr>
          <a:xfrm>
            <a:off x="1007733" y="6118289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 현황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576E81C1-1099-45B2-A8A4-56056B24F16B}"/>
              </a:ext>
            </a:extLst>
          </p:cNvPr>
          <p:cNvSpPr/>
          <p:nvPr/>
        </p:nvSpPr>
        <p:spPr>
          <a:xfrm>
            <a:off x="899378" y="6359985"/>
            <a:ext cx="148465" cy="1484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263DB26-156C-49DA-BABF-50F106C37D7F}"/>
              </a:ext>
            </a:extLst>
          </p:cNvPr>
          <p:cNvSpPr txBox="1"/>
          <p:nvPr/>
        </p:nvSpPr>
        <p:spPr>
          <a:xfrm>
            <a:off x="1007733" y="6309768"/>
            <a:ext cx="19814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진행도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620F4479-AE91-48D1-9161-62216903BA1E}"/>
              </a:ext>
            </a:extLst>
          </p:cNvPr>
          <p:cNvSpPr/>
          <p:nvPr/>
        </p:nvSpPr>
        <p:spPr>
          <a:xfrm>
            <a:off x="899378" y="6551464"/>
            <a:ext cx="148465" cy="1484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28CF8E5-A378-4A3F-8F6A-96063B779549}"/>
              </a:ext>
            </a:extLst>
          </p:cNvPr>
          <p:cNvSpPr txBox="1"/>
          <p:nvPr/>
        </p:nvSpPr>
        <p:spPr>
          <a:xfrm>
            <a:off x="1007733" y="6501247"/>
            <a:ext cx="158914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배속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버튼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C1C2BE9-DFE0-4D1F-93A2-DDD9ECC4D44A}"/>
              </a:ext>
            </a:extLst>
          </p:cNvPr>
          <p:cNvSpPr/>
          <p:nvPr/>
        </p:nvSpPr>
        <p:spPr>
          <a:xfrm>
            <a:off x="1844348" y="1544842"/>
            <a:ext cx="680611" cy="418236"/>
          </a:xfrm>
          <a:prstGeom prst="rect">
            <a:avLst/>
          </a:prstGeom>
          <a:noFill/>
          <a:ln w="25400">
            <a:solidFill>
              <a:srgbClr val="FFFF00"/>
            </a:solidFill>
          </a:ln>
          <a:effectLst>
            <a:glow rad="50800">
              <a:srgbClr val="FF0000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D2C91CE8-4240-4F6A-9FD7-5DF88738E115}"/>
              </a:ext>
            </a:extLst>
          </p:cNvPr>
          <p:cNvSpPr/>
          <p:nvPr/>
        </p:nvSpPr>
        <p:spPr>
          <a:xfrm>
            <a:off x="1727892" y="1431778"/>
            <a:ext cx="220980" cy="2209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4</a:t>
            </a:r>
            <a:endParaRPr lang="ko-KR" altLang="en-US" sz="1200" dirty="0">
              <a:solidFill>
                <a:schemeClr val="bg1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674BA83-29E0-403F-9162-CCB255D7DCBD}"/>
              </a:ext>
            </a:extLst>
          </p:cNvPr>
          <p:cNvSpPr/>
          <p:nvPr/>
        </p:nvSpPr>
        <p:spPr>
          <a:xfrm>
            <a:off x="2778444" y="1544842"/>
            <a:ext cx="680611" cy="418236"/>
          </a:xfrm>
          <a:prstGeom prst="rect">
            <a:avLst/>
          </a:prstGeom>
          <a:noFill/>
          <a:ln w="25400">
            <a:solidFill>
              <a:srgbClr val="FFFF00"/>
            </a:solidFill>
          </a:ln>
          <a:effectLst>
            <a:glow rad="50800">
              <a:srgbClr val="FF0000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4703E8F0-39B8-4074-B30A-51E3BC853E2F}"/>
              </a:ext>
            </a:extLst>
          </p:cNvPr>
          <p:cNvSpPr/>
          <p:nvPr/>
        </p:nvSpPr>
        <p:spPr>
          <a:xfrm>
            <a:off x="2661988" y="1431778"/>
            <a:ext cx="220980" cy="2209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5</a:t>
            </a:r>
            <a:endParaRPr lang="ko-KR" altLang="en-US" sz="1200" dirty="0">
              <a:solidFill>
                <a:schemeClr val="bg1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FE1074C-3E9E-40F2-AAE3-D6B556417E47}"/>
              </a:ext>
            </a:extLst>
          </p:cNvPr>
          <p:cNvSpPr txBox="1"/>
          <p:nvPr/>
        </p:nvSpPr>
        <p:spPr>
          <a:xfrm>
            <a:off x="840746" y="513168"/>
            <a:ext cx="1188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기능 점검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5DD8194-643F-4593-99BF-BD53B81F5878}"/>
              </a:ext>
            </a:extLst>
          </p:cNvPr>
          <p:cNvSpPr txBox="1"/>
          <p:nvPr/>
        </p:nvSpPr>
        <p:spPr>
          <a:xfrm>
            <a:off x="745699" y="755794"/>
            <a:ext cx="3938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필요한 기능</a:t>
            </a:r>
            <a:r>
              <a:rPr lang="en-US" altLang="ko-KR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- </a:t>
            </a:r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빌드업 웨이브</a:t>
            </a: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DA65A18B-A03F-4BCD-A2EB-620A81534C95}"/>
              </a:ext>
            </a:extLst>
          </p:cNvPr>
          <p:cNvGrpSpPr/>
          <p:nvPr/>
        </p:nvGrpSpPr>
        <p:grpSpPr>
          <a:xfrm>
            <a:off x="4118713" y="1542838"/>
            <a:ext cx="7624846" cy="4323285"/>
            <a:chOff x="4423716" y="2018475"/>
            <a:chExt cx="7624846" cy="4323285"/>
          </a:xfrm>
        </p:grpSpPr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FC68A4DA-D772-42EB-BB38-89E8D9C12F3A}"/>
                </a:ext>
              </a:extLst>
            </p:cNvPr>
            <p:cNvSpPr/>
            <p:nvPr/>
          </p:nvSpPr>
          <p:spPr>
            <a:xfrm>
              <a:off x="4423716" y="2092832"/>
              <a:ext cx="220980" cy="22098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4</a:t>
              </a:r>
              <a:endParaRPr lang="ko-KR" altLang="en-US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E1A20AB-DD1B-4316-9905-29005B3D9E32}"/>
                </a:ext>
              </a:extLst>
            </p:cNvPr>
            <p:cNvSpPr txBox="1"/>
            <p:nvPr/>
          </p:nvSpPr>
          <p:spPr>
            <a:xfrm>
              <a:off x="4604793" y="2018475"/>
              <a:ext cx="3478581" cy="11094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80000">
                <a:lnSpc>
                  <a:spcPct val="12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웨이브 진행도</a:t>
              </a:r>
              <a:endPara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 </a:t>
              </a: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빌드업 웨이브 중일 때는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DRIVE WAVE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로 표시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전투 웨이브 중일 때는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DEFENCE WAVE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로 표시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WAVE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텍스트 아래에 웨이브 진행상황을 표시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A53BBB8-ED1F-4141-89A4-33418FC57AB0}"/>
                </a:ext>
              </a:extLst>
            </p:cNvPr>
            <p:cNvSpPr txBox="1"/>
            <p:nvPr/>
          </p:nvSpPr>
          <p:spPr>
            <a:xfrm>
              <a:off x="8083374" y="5175479"/>
              <a:ext cx="3965188" cy="11662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defTabSz="180000">
                <a:lnSpc>
                  <a:spcPct val="120000"/>
                </a:lnSpc>
              </a:pP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기타 기획 의도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 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기름 게이지를 화면 상단에 놓지 않는 이유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?</a:t>
              </a:r>
            </a:p>
            <a:p>
              <a:pPr defTabSz="180000">
                <a:lnSpc>
                  <a:spcPct val="12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	 - 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경험치 게이지도 상단에 위치함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	 - 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두 게이지는 차오르는 방향이 서로 다르기에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		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같은 영역에 위치하면 보는 모양이 좋지 않을 것으로 보임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40156C9-0B15-43A8-9709-6534E38C7F70}"/>
                </a:ext>
              </a:extLst>
            </p:cNvPr>
            <p:cNvSpPr txBox="1"/>
            <p:nvPr/>
          </p:nvSpPr>
          <p:spPr>
            <a:xfrm>
              <a:off x="8781191" y="2471860"/>
              <a:ext cx="1115177" cy="5185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DRIVE WAVE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( 1 / 4 )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0F0BB1E-016A-41BB-A69B-80F9D667FC1B}"/>
                </a:ext>
              </a:extLst>
            </p:cNvPr>
            <p:cNvSpPr txBox="1"/>
            <p:nvPr/>
          </p:nvSpPr>
          <p:spPr>
            <a:xfrm>
              <a:off x="10170153" y="2471860"/>
              <a:ext cx="1220592" cy="5014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BATTLE WAVE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( 2 / 4 )</a:t>
              </a:r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2340591D-619D-48D6-89A0-EEDD691E3EBA}"/>
                </a:ext>
              </a:extLst>
            </p:cNvPr>
            <p:cNvSpPr/>
            <p:nvPr/>
          </p:nvSpPr>
          <p:spPr>
            <a:xfrm>
              <a:off x="4423716" y="3463777"/>
              <a:ext cx="220980" cy="22098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5</a:t>
              </a:r>
              <a:endParaRPr lang="ko-KR" altLang="en-US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C10D4D6-391C-4B16-ABF9-14D3947FEF61}"/>
                </a:ext>
              </a:extLst>
            </p:cNvPr>
            <p:cNvSpPr txBox="1"/>
            <p:nvPr/>
          </p:nvSpPr>
          <p:spPr>
            <a:xfrm>
              <a:off x="4604793" y="3389420"/>
              <a:ext cx="4388124" cy="11094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80000">
                <a:lnSpc>
                  <a:spcPct val="12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배속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, 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일시정지 버튼</a:t>
              </a:r>
              <a:endPara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 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배속 버튼 터치 시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1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배속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/2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배속 전환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일시정지 버튼 터치 시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PAUSE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팝업창 출력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PUASE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팝업창을 통해 전투를 포기하고 로비로 돌아갈 수 있음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EDB9B86A-76B6-457E-B9D0-49B219536FC4}"/>
              </a:ext>
            </a:extLst>
          </p:cNvPr>
          <p:cNvGrpSpPr/>
          <p:nvPr/>
        </p:nvGrpSpPr>
        <p:grpSpPr>
          <a:xfrm>
            <a:off x="911557" y="5223651"/>
            <a:ext cx="2498735" cy="817215"/>
            <a:chOff x="4587404" y="4396748"/>
            <a:chExt cx="2498735" cy="817215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CA3AF6FE-8E91-4A91-AE42-2D3D4E926FF1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94" name="사각형: 둥근 모서리 93">
              <a:extLst>
                <a:ext uri="{FF2B5EF4-FFF2-40B4-BE49-F238E27FC236}">
                  <a16:creationId xmlns:a16="http://schemas.microsoft.com/office/drawing/2014/main" id="{1EE60489-2DBD-4D4E-8F00-455EE9A2F6AE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64E17721-FDC2-4FDF-A4C9-0F56D5E814D5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550BCCD4-B6FD-43CF-872E-FF756F2DC9DE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62F7AF69-AAA2-4F16-A785-1CADBD7160D4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19FD4805-7BD5-46AE-93AB-1E8BC5F6F63D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B4B11155-D24D-49E0-8721-4046102E5CE1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69E64A29-367E-4DBF-AC71-66DC1BA7A398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73C7303C-C02C-4C8B-A261-D5E2641EA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F1F71CEC-008D-41F7-B5A0-EEA0E09B6D99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EAAAF3C1-ABD6-4E9C-BC5C-E5FEAA89B68F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C04FA16E-3E55-4269-BDBE-37464FE591EA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6" name="직사각형 115">
                <a:extLst>
                  <a:ext uri="{FF2B5EF4-FFF2-40B4-BE49-F238E27FC236}">
                    <a16:creationId xmlns:a16="http://schemas.microsoft.com/office/drawing/2014/main" id="{46BE8186-6437-4C6D-B60B-E2C819BF5593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4CA17CC7-99A8-4A66-A0F7-58182E3D9F07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83A1F6A4-1AC4-4278-8949-02D03F6D75F4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9" name="직사각형 118">
                <a:extLst>
                  <a:ext uri="{FF2B5EF4-FFF2-40B4-BE49-F238E27FC236}">
                    <a16:creationId xmlns:a16="http://schemas.microsoft.com/office/drawing/2014/main" id="{E4B3100C-FCCB-4CD8-9D05-3081CA0D0822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CC3C87B9-0999-4788-967B-ED55E2778CCB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00" name="그림 99">
              <a:extLst>
                <a:ext uri="{FF2B5EF4-FFF2-40B4-BE49-F238E27FC236}">
                  <a16:creationId xmlns:a16="http://schemas.microsoft.com/office/drawing/2014/main" id="{6E579A28-9690-481A-84FC-910EFEBE2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1ABCB727-FB03-4BCB-8590-A8E57B6B45E2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340BDE0B-F4B9-4C13-BF38-B293367B9F05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6316303C-4308-4988-A04D-6B4CDD6C1838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B1A0B59C-2957-40D3-ACED-48B29A3857F2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36DAAD3A-1F99-42A2-9430-4E62098EBDEA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C80DA8C9-9E9B-405C-8D27-33D6B05B2651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33AB3E2E-7891-44EE-84DC-F1C61820C89B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A6E340E8-29B7-4D87-B1B0-7053A172F6A6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03" name="그림 102">
              <a:extLst>
                <a:ext uri="{FF2B5EF4-FFF2-40B4-BE49-F238E27FC236}">
                  <a16:creationId xmlns:a16="http://schemas.microsoft.com/office/drawing/2014/main" id="{085654F6-F41E-449B-9425-8E2B72E36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104" name="사각형: 둥근 모서리 103">
              <a:extLst>
                <a:ext uri="{FF2B5EF4-FFF2-40B4-BE49-F238E27FC236}">
                  <a16:creationId xmlns:a16="http://schemas.microsoft.com/office/drawing/2014/main" id="{0C5A8669-0ED5-4DB0-BD13-BBD1A599A194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0709380-1F72-4476-932A-429FEE2BFDFD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AE35079B-1DEF-440B-B569-4187E16474D9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107" name="사각형: 둥근 모서리 106">
                <a:extLst>
                  <a:ext uri="{FF2B5EF4-FFF2-40B4-BE49-F238E27FC236}">
                    <a16:creationId xmlns:a16="http://schemas.microsoft.com/office/drawing/2014/main" id="{1EBA76DD-0CED-4B67-B51E-CB46ACB1ABE3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08" name="Picture 12">
                <a:extLst>
                  <a:ext uri="{FF2B5EF4-FFF2-40B4-BE49-F238E27FC236}">
                    <a16:creationId xmlns:a16="http://schemas.microsoft.com/office/drawing/2014/main" id="{37A2E5FB-FE37-4A95-9736-8375AF5F6C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365239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C9E6-2D47-1BEE-12A2-B742D0B2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3DD1FF31-2180-65C7-762D-2E6F3C051F02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8FAF1B28-0655-0853-5617-0E11EAE48EA6}"/>
              </a:ext>
            </a:extLst>
          </p:cNvPr>
          <p:cNvSpPr/>
          <p:nvPr/>
        </p:nvSpPr>
        <p:spPr>
          <a:xfrm>
            <a:off x="901481" y="1543492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7930057A-48BE-D194-D85C-30F4D13B8193}"/>
              </a:ext>
            </a:extLst>
          </p:cNvPr>
          <p:cNvSpPr/>
          <p:nvPr/>
        </p:nvSpPr>
        <p:spPr>
          <a:xfrm>
            <a:off x="1002344" y="1619433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6F20E49F-AC39-F96E-93AE-3CEE442AECA8}"/>
              </a:ext>
            </a:extLst>
          </p:cNvPr>
          <p:cNvSpPr/>
          <p:nvPr/>
        </p:nvSpPr>
        <p:spPr>
          <a:xfrm>
            <a:off x="997662" y="2162330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5" name="사각형: 둥근 모서리 584">
            <a:extLst>
              <a:ext uri="{FF2B5EF4-FFF2-40B4-BE49-F238E27FC236}">
                <a16:creationId xmlns:a16="http://schemas.microsoft.com/office/drawing/2014/main" id="{D155EF04-DDF9-AAED-9069-086CF50E0219}"/>
              </a:ext>
            </a:extLst>
          </p:cNvPr>
          <p:cNvSpPr/>
          <p:nvPr/>
        </p:nvSpPr>
        <p:spPr>
          <a:xfrm>
            <a:off x="2928420" y="1619433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6" name="사각형: 둥근 모서리 585">
            <a:extLst>
              <a:ext uri="{FF2B5EF4-FFF2-40B4-BE49-F238E27FC236}">
                <a16:creationId xmlns:a16="http://schemas.microsoft.com/office/drawing/2014/main" id="{4B515609-732D-A3B3-1460-03688B93EE71}"/>
              </a:ext>
            </a:extLst>
          </p:cNvPr>
          <p:cNvSpPr/>
          <p:nvPr/>
        </p:nvSpPr>
        <p:spPr>
          <a:xfrm>
            <a:off x="1964938" y="1619433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88" name="그림 587">
            <a:extLst>
              <a:ext uri="{FF2B5EF4-FFF2-40B4-BE49-F238E27FC236}">
                <a16:creationId xmlns:a16="http://schemas.microsoft.com/office/drawing/2014/main" id="{61293497-4E12-A7F6-10CE-43AE8729F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73417" y="3889988"/>
            <a:ext cx="223412" cy="195916"/>
          </a:xfrm>
          <a:prstGeom prst="rect">
            <a:avLst/>
          </a:prstGeom>
        </p:spPr>
      </p:pic>
      <p:pic>
        <p:nvPicPr>
          <p:cNvPr id="589" name="그림 588">
            <a:extLst>
              <a:ext uri="{FF2B5EF4-FFF2-40B4-BE49-F238E27FC236}">
                <a16:creationId xmlns:a16="http://schemas.microsoft.com/office/drawing/2014/main" id="{6E40E48E-B4E3-F34C-E0B7-D35A94FDB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950" y="3071404"/>
            <a:ext cx="223412" cy="195916"/>
          </a:xfrm>
          <a:prstGeom prst="rect">
            <a:avLst/>
          </a:prstGeom>
        </p:spPr>
      </p:pic>
      <p:pic>
        <p:nvPicPr>
          <p:cNvPr id="590" name="그림 589">
            <a:extLst>
              <a:ext uri="{FF2B5EF4-FFF2-40B4-BE49-F238E27FC236}">
                <a16:creationId xmlns:a16="http://schemas.microsoft.com/office/drawing/2014/main" id="{FD128118-4850-0402-1C54-C02ABE7E8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97" y="4131449"/>
            <a:ext cx="247730" cy="217240"/>
          </a:xfrm>
          <a:prstGeom prst="rect">
            <a:avLst/>
          </a:prstGeom>
        </p:spPr>
      </p:pic>
      <p:pic>
        <p:nvPicPr>
          <p:cNvPr id="591" name="그림 590">
            <a:extLst>
              <a:ext uri="{FF2B5EF4-FFF2-40B4-BE49-F238E27FC236}">
                <a16:creationId xmlns:a16="http://schemas.microsoft.com/office/drawing/2014/main" id="{8305339C-9C72-A4E8-DE48-915D7C59E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7" y="1627241"/>
            <a:ext cx="298293" cy="349388"/>
          </a:xfrm>
          <a:prstGeom prst="rect">
            <a:avLst/>
          </a:prstGeom>
        </p:spPr>
      </p:pic>
      <p:pic>
        <p:nvPicPr>
          <p:cNvPr id="593" name="그림 592">
            <a:extLst>
              <a:ext uri="{FF2B5EF4-FFF2-40B4-BE49-F238E27FC236}">
                <a16:creationId xmlns:a16="http://schemas.microsoft.com/office/drawing/2014/main" id="{4794037C-47E7-D62B-F814-8E7BD6877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279" y="3496355"/>
            <a:ext cx="247730" cy="217240"/>
          </a:xfrm>
          <a:prstGeom prst="rect">
            <a:avLst/>
          </a:prstGeom>
        </p:spPr>
      </p:pic>
      <p:pic>
        <p:nvPicPr>
          <p:cNvPr id="594" name="그림 593">
            <a:extLst>
              <a:ext uri="{FF2B5EF4-FFF2-40B4-BE49-F238E27FC236}">
                <a16:creationId xmlns:a16="http://schemas.microsoft.com/office/drawing/2014/main" id="{5E9507FB-C605-9643-1904-0174E4F83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153" y="3714630"/>
            <a:ext cx="247730" cy="217240"/>
          </a:xfrm>
          <a:prstGeom prst="rect">
            <a:avLst/>
          </a:prstGeom>
        </p:spPr>
      </p:pic>
      <p:pic>
        <p:nvPicPr>
          <p:cNvPr id="595" name="그림 594">
            <a:extLst>
              <a:ext uri="{FF2B5EF4-FFF2-40B4-BE49-F238E27FC236}">
                <a16:creationId xmlns:a16="http://schemas.microsoft.com/office/drawing/2014/main" id="{25995823-2ECF-A751-49A2-E9F207F17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33917" y="4416822"/>
            <a:ext cx="274025" cy="240298"/>
          </a:xfrm>
          <a:prstGeom prst="rect">
            <a:avLst/>
          </a:prstGeom>
        </p:spPr>
      </p:pic>
      <p:pic>
        <p:nvPicPr>
          <p:cNvPr id="596" name="그림 595">
            <a:extLst>
              <a:ext uri="{FF2B5EF4-FFF2-40B4-BE49-F238E27FC236}">
                <a16:creationId xmlns:a16="http://schemas.microsoft.com/office/drawing/2014/main" id="{9CCEA169-3EBF-2255-9C56-97EA995EA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42" y="2281964"/>
            <a:ext cx="247730" cy="217240"/>
          </a:xfrm>
          <a:prstGeom prst="rect">
            <a:avLst/>
          </a:prstGeom>
        </p:spPr>
      </p:pic>
      <p:pic>
        <p:nvPicPr>
          <p:cNvPr id="597" name="그림 596">
            <a:extLst>
              <a:ext uri="{FF2B5EF4-FFF2-40B4-BE49-F238E27FC236}">
                <a16:creationId xmlns:a16="http://schemas.microsoft.com/office/drawing/2014/main" id="{C6A7F366-23C1-E570-C348-FB1623C93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164" y="4894923"/>
            <a:ext cx="247730" cy="217240"/>
          </a:xfrm>
          <a:prstGeom prst="rect">
            <a:avLst/>
          </a:prstGeom>
        </p:spPr>
      </p:pic>
      <p:pic>
        <p:nvPicPr>
          <p:cNvPr id="598" name="그림 597">
            <a:extLst>
              <a:ext uri="{FF2B5EF4-FFF2-40B4-BE49-F238E27FC236}">
                <a16:creationId xmlns:a16="http://schemas.microsoft.com/office/drawing/2014/main" id="{BF671C1F-1B1C-0A2C-16AD-990FA0963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97" y="2678388"/>
            <a:ext cx="247730" cy="217240"/>
          </a:xfrm>
          <a:prstGeom prst="rect">
            <a:avLst/>
          </a:prstGeom>
        </p:spPr>
      </p:pic>
      <p:pic>
        <p:nvPicPr>
          <p:cNvPr id="605" name="그림 604">
            <a:extLst>
              <a:ext uri="{FF2B5EF4-FFF2-40B4-BE49-F238E27FC236}">
                <a16:creationId xmlns:a16="http://schemas.microsoft.com/office/drawing/2014/main" id="{9C25B1D7-EF9B-EC1D-D1C0-BE32CE359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82" y="3419848"/>
            <a:ext cx="385031" cy="450981"/>
          </a:xfrm>
          <a:prstGeom prst="rect">
            <a:avLst/>
          </a:prstGeom>
        </p:spPr>
      </p:pic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2539D10B-97A9-E57C-36D3-D9899D3A6896}"/>
              </a:ext>
            </a:extLst>
          </p:cNvPr>
          <p:cNvSpPr/>
          <p:nvPr/>
        </p:nvSpPr>
        <p:spPr>
          <a:xfrm>
            <a:off x="2349538" y="6175085"/>
            <a:ext cx="148465" cy="1484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74E2AE15-EB4D-3E25-5014-628916FC4450}"/>
              </a:ext>
            </a:extLst>
          </p:cNvPr>
          <p:cNvSpPr txBox="1"/>
          <p:nvPr/>
        </p:nvSpPr>
        <p:spPr>
          <a:xfrm>
            <a:off x="2361565" y="6124867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910DF87-A06D-4E72-94E1-F8EECAD5EEC3}"/>
              </a:ext>
            </a:extLst>
          </p:cNvPr>
          <p:cNvGrpSpPr/>
          <p:nvPr/>
        </p:nvGrpSpPr>
        <p:grpSpPr>
          <a:xfrm>
            <a:off x="907911" y="1539831"/>
            <a:ext cx="2557573" cy="59411"/>
            <a:chOff x="5645144" y="3140870"/>
            <a:chExt cx="249768" cy="110534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8D0F919E-5D8E-4314-BF92-F6DF5C37D9E6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3DE494D1-A902-4F77-B413-6A40F3D89DCF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25A2A644-2890-4253-BE06-EAADE00C8E18}"/>
              </a:ext>
            </a:extLst>
          </p:cNvPr>
          <p:cNvSpPr txBox="1"/>
          <p:nvPr/>
        </p:nvSpPr>
        <p:spPr>
          <a:xfrm>
            <a:off x="107070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42" name="Picture 2" descr="돋보기 - 무료 도구 및기구개 아이콘">
            <a:extLst>
              <a:ext uri="{FF2B5EF4-FFF2-40B4-BE49-F238E27FC236}">
                <a16:creationId xmlns:a16="http://schemas.microsoft.com/office/drawing/2014/main" id="{5246130F-CB67-4A2A-A80A-628DE89C6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FBCD24EB-4A1D-4CAE-83C3-BFB6EA09EE01}"/>
              </a:ext>
            </a:extLst>
          </p:cNvPr>
          <p:cNvSpPr/>
          <p:nvPr/>
        </p:nvSpPr>
        <p:spPr>
          <a:xfrm>
            <a:off x="899378" y="6168507"/>
            <a:ext cx="148465" cy="148465"/>
          </a:xfrm>
          <a:prstGeom prst="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E7AF7A5-9634-4B7D-88A1-2B5571BB132A}"/>
              </a:ext>
            </a:extLst>
          </p:cNvPr>
          <p:cNvSpPr txBox="1"/>
          <p:nvPr/>
        </p:nvSpPr>
        <p:spPr>
          <a:xfrm>
            <a:off x="1007733" y="6118289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 현황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576E81C1-1099-45B2-A8A4-56056B24F16B}"/>
              </a:ext>
            </a:extLst>
          </p:cNvPr>
          <p:cNvSpPr/>
          <p:nvPr/>
        </p:nvSpPr>
        <p:spPr>
          <a:xfrm>
            <a:off x="899378" y="6359985"/>
            <a:ext cx="148465" cy="1484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263DB26-156C-49DA-BABF-50F106C37D7F}"/>
              </a:ext>
            </a:extLst>
          </p:cNvPr>
          <p:cNvSpPr txBox="1"/>
          <p:nvPr/>
        </p:nvSpPr>
        <p:spPr>
          <a:xfrm>
            <a:off x="1007733" y="6309768"/>
            <a:ext cx="19814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진행도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620F4479-AE91-48D1-9161-62216903BA1E}"/>
              </a:ext>
            </a:extLst>
          </p:cNvPr>
          <p:cNvSpPr/>
          <p:nvPr/>
        </p:nvSpPr>
        <p:spPr>
          <a:xfrm>
            <a:off x="899378" y="6551464"/>
            <a:ext cx="148465" cy="1484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28CF8E5-A378-4A3F-8F6A-96063B779549}"/>
              </a:ext>
            </a:extLst>
          </p:cNvPr>
          <p:cNvSpPr txBox="1"/>
          <p:nvPr/>
        </p:nvSpPr>
        <p:spPr>
          <a:xfrm>
            <a:off x="1007733" y="6501247"/>
            <a:ext cx="158914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배속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버튼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C1C2BE9-DFE0-4D1F-93A2-DDD9ECC4D44A}"/>
              </a:ext>
            </a:extLst>
          </p:cNvPr>
          <p:cNvSpPr/>
          <p:nvPr/>
        </p:nvSpPr>
        <p:spPr>
          <a:xfrm>
            <a:off x="1844348" y="3369998"/>
            <a:ext cx="680611" cy="701992"/>
          </a:xfrm>
          <a:prstGeom prst="rect">
            <a:avLst/>
          </a:prstGeom>
          <a:noFill/>
          <a:ln w="25400">
            <a:solidFill>
              <a:srgbClr val="FFFF00"/>
            </a:solidFill>
          </a:ln>
          <a:effectLst>
            <a:glow rad="50800">
              <a:srgbClr val="FF0000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D2C91CE8-4240-4F6A-9FD7-5DF88738E115}"/>
              </a:ext>
            </a:extLst>
          </p:cNvPr>
          <p:cNvSpPr/>
          <p:nvPr/>
        </p:nvSpPr>
        <p:spPr>
          <a:xfrm>
            <a:off x="1727892" y="3256934"/>
            <a:ext cx="220980" cy="2209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6</a:t>
            </a:r>
            <a:endParaRPr lang="ko-KR" altLang="en-US" sz="1200" dirty="0">
              <a:solidFill>
                <a:schemeClr val="bg1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5E6A739-BFCC-46F5-8364-2F7E809FC055}"/>
              </a:ext>
            </a:extLst>
          </p:cNvPr>
          <p:cNvSpPr txBox="1"/>
          <p:nvPr/>
        </p:nvSpPr>
        <p:spPr>
          <a:xfrm>
            <a:off x="840746" y="513168"/>
            <a:ext cx="1188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기능 점검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4388CCA-75E7-43F0-A49C-FE2FE9475ADD}"/>
              </a:ext>
            </a:extLst>
          </p:cNvPr>
          <p:cNvSpPr txBox="1"/>
          <p:nvPr/>
        </p:nvSpPr>
        <p:spPr>
          <a:xfrm>
            <a:off x="745699" y="755794"/>
            <a:ext cx="3938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필요한 기능</a:t>
            </a:r>
            <a:r>
              <a:rPr lang="en-US" altLang="ko-KR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- </a:t>
            </a:r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빌드업 웨이브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5D6D4583-1CD1-45B7-906B-DDC63219CB58}"/>
              </a:ext>
            </a:extLst>
          </p:cNvPr>
          <p:cNvGrpSpPr/>
          <p:nvPr/>
        </p:nvGrpSpPr>
        <p:grpSpPr>
          <a:xfrm>
            <a:off x="4118713" y="1542838"/>
            <a:ext cx="6542434" cy="2217467"/>
            <a:chOff x="4423716" y="2018475"/>
            <a:chExt cx="6542434" cy="2217467"/>
          </a:xfrm>
        </p:grpSpPr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A2764229-3B50-451B-9347-E74FB1A08477}"/>
                </a:ext>
              </a:extLst>
            </p:cNvPr>
            <p:cNvSpPr/>
            <p:nvPr/>
          </p:nvSpPr>
          <p:spPr>
            <a:xfrm>
              <a:off x="4423716" y="2092832"/>
              <a:ext cx="220980" cy="22098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6</a:t>
              </a:r>
              <a:endParaRPr lang="ko-KR" altLang="en-US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A19E6E7-D016-4D03-AF9E-D4343574A79A}"/>
                </a:ext>
              </a:extLst>
            </p:cNvPr>
            <p:cNvSpPr txBox="1"/>
            <p:nvPr/>
          </p:nvSpPr>
          <p:spPr>
            <a:xfrm>
              <a:off x="4604793" y="2018475"/>
              <a:ext cx="6361357" cy="22174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80000">
                <a:lnSpc>
                  <a:spcPct val="12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트럭</a:t>
              </a:r>
              <a:endPara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 </a:t>
              </a: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빌드업 웨이브 중일 때는 화면 터치 조작을 통해 이동 가능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이동 방향에 따라 스프라이트 전환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(8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방향 스프라이트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)</a:t>
              </a: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시민과 충돌 시 아래의 액션을 수행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	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트럭과 영웅이 충돌한 지점에 이펙트 출력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(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출력할 이펙트는 게이지 충전량에 따라 연동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)</a:t>
              </a: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	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화면 하단에서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해당 영웅의 게이지 충전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	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영웅 게이지 충전량은 테이블에서 지정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(Min ~ Max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값 중 랜덤 등의 방식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)</a:t>
              </a: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	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영웅 게이지 충전 시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해당 영웅의 게이지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UI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에서 간단한 충전 이펙트 출력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(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뿅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!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파티클 등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)</a:t>
              </a: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	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영웅 게이지 충전 후 게이지 보유량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%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숫자 갱신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24398F96-31AB-4404-A2A6-309A41A3D170}"/>
              </a:ext>
            </a:extLst>
          </p:cNvPr>
          <p:cNvGrpSpPr/>
          <p:nvPr/>
        </p:nvGrpSpPr>
        <p:grpSpPr>
          <a:xfrm>
            <a:off x="911557" y="5223651"/>
            <a:ext cx="2498735" cy="817215"/>
            <a:chOff x="4587404" y="4396748"/>
            <a:chExt cx="2498735" cy="817215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7916D119-E415-415E-B147-6B8F3FD68959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640C49F5-750B-49A0-B53C-CCDC40298E06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AAF0D091-03DD-41E8-9071-BB4ABA8BDA1A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C972017E-299C-4E5D-9CC6-780C4294375D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C927DB51-8EBB-4D90-8317-AD8A5E606ACA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90080ECA-8A1F-4591-9EF5-79CBD6B375C0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26CF1386-5873-4C35-9B49-B59458DEEF40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609C3EA9-1E51-4B02-8139-2EDC3B86D5DF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57F15869-C928-475E-8BC4-19B3D27E2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1D5C02F4-3BEE-4945-9B31-175DE7946010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F9810180-0589-4EB3-852E-6A4468CBE60B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32B62DD5-4AE7-410E-BAB8-C6883212979D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705851F4-9C75-4A87-8901-5FB0F7DEF431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DEF7E527-5A4B-4AF9-B814-C805C305BD49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335453C2-70AF-42F1-8B8B-B1EF6F8B0EB9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DAC42AC8-5180-4655-AA67-3D4E698A1F04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C67DFD4C-B854-42CF-8E14-B2C3DA5FEF7F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125A1DC5-D7C4-450B-9E35-DFBA56782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7D9C1D82-61E8-4911-9D3E-B91BC9E59CE8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B577AB00-09B2-417B-8853-6B0FA58DC7E5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6D67FF3D-0668-42D0-BD55-1504C4AD43DD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D6E2BAFA-D131-41F5-AA06-4B89CFF69A7D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B5CA9A1E-F8A8-4AD1-961E-96A8795183F9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E1897477-D616-4AE7-A6A4-CA4A903A2EBE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845EF604-17EB-4AC3-AEEA-83DEA38C00D3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94ADE89C-C864-4310-A05B-498493AE2E55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92" name="그림 91">
              <a:extLst>
                <a:ext uri="{FF2B5EF4-FFF2-40B4-BE49-F238E27FC236}">
                  <a16:creationId xmlns:a16="http://schemas.microsoft.com/office/drawing/2014/main" id="{02F9B9AA-2A39-49F1-AB2C-35F356879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C7DEAE28-AB74-4872-A041-FB226897918E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90861FE-2AD0-4F99-81AB-DCF482CAF5A5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51A435C1-27A8-4031-BC61-6E6C3300ED15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96" name="사각형: 둥근 모서리 95">
                <a:extLst>
                  <a:ext uri="{FF2B5EF4-FFF2-40B4-BE49-F238E27FC236}">
                    <a16:creationId xmlns:a16="http://schemas.microsoft.com/office/drawing/2014/main" id="{1595ACEB-F5F5-418A-8DEE-B191BBDBFEA1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97" name="Picture 12">
                <a:extLst>
                  <a:ext uri="{FF2B5EF4-FFF2-40B4-BE49-F238E27FC236}">
                    <a16:creationId xmlns:a16="http://schemas.microsoft.com/office/drawing/2014/main" id="{CE72A7D8-1031-4AA3-B086-509EF6845E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91528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C9E6-2D47-1BEE-12A2-B742D0B2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3DD1FF31-2180-65C7-762D-2E6F3C051F02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8FAF1B28-0655-0853-5617-0E11EAE48EA6}"/>
              </a:ext>
            </a:extLst>
          </p:cNvPr>
          <p:cNvSpPr/>
          <p:nvPr/>
        </p:nvSpPr>
        <p:spPr>
          <a:xfrm>
            <a:off x="901481" y="1543492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7930057A-48BE-D194-D85C-30F4D13B8193}"/>
              </a:ext>
            </a:extLst>
          </p:cNvPr>
          <p:cNvSpPr/>
          <p:nvPr/>
        </p:nvSpPr>
        <p:spPr>
          <a:xfrm>
            <a:off x="1002344" y="1619433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6F20E49F-AC39-F96E-93AE-3CEE442AECA8}"/>
              </a:ext>
            </a:extLst>
          </p:cNvPr>
          <p:cNvSpPr/>
          <p:nvPr/>
        </p:nvSpPr>
        <p:spPr>
          <a:xfrm>
            <a:off x="997662" y="2162330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5" name="사각형: 둥근 모서리 584">
            <a:extLst>
              <a:ext uri="{FF2B5EF4-FFF2-40B4-BE49-F238E27FC236}">
                <a16:creationId xmlns:a16="http://schemas.microsoft.com/office/drawing/2014/main" id="{D155EF04-DDF9-AAED-9069-086CF50E0219}"/>
              </a:ext>
            </a:extLst>
          </p:cNvPr>
          <p:cNvSpPr/>
          <p:nvPr/>
        </p:nvSpPr>
        <p:spPr>
          <a:xfrm>
            <a:off x="2928420" y="1619433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6" name="사각형: 둥근 모서리 585">
            <a:extLst>
              <a:ext uri="{FF2B5EF4-FFF2-40B4-BE49-F238E27FC236}">
                <a16:creationId xmlns:a16="http://schemas.microsoft.com/office/drawing/2014/main" id="{4B515609-732D-A3B3-1460-03688B93EE71}"/>
              </a:ext>
            </a:extLst>
          </p:cNvPr>
          <p:cNvSpPr/>
          <p:nvPr/>
        </p:nvSpPr>
        <p:spPr>
          <a:xfrm>
            <a:off x="1964938" y="1619433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88" name="그림 587">
            <a:extLst>
              <a:ext uri="{FF2B5EF4-FFF2-40B4-BE49-F238E27FC236}">
                <a16:creationId xmlns:a16="http://schemas.microsoft.com/office/drawing/2014/main" id="{61293497-4E12-A7F6-10CE-43AE8729F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73417" y="3889988"/>
            <a:ext cx="223412" cy="195916"/>
          </a:xfrm>
          <a:prstGeom prst="rect">
            <a:avLst/>
          </a:prstGeom>
        </p:spPr>
      </p:pic>
      <p:pic>
        <p:nvPicPr>
          <p:cNvPr id="589" name="그림 588">
            <a:extLst>
              <a:ext uri="{FF2B5EF4-FFF2-40B4-BE49-F238E27FC236}">
                <a16:creationId xmlns:a16="http://schemas.microsoft.com/office/drawing/2014/main" id="{6E40E48E-B4E3-F34C-E0B7-D35A94FDB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950" y="3071404"/>
            <a:ext cx="223412" cy="195916"/>
          </a:xfrm>
          <a:prstGeom prst="rect">
            <a:avLst/>
          </a:prstGeom>
        </p:spPr>
      </p:pic>
      <p:pic>
        <p:nvPicPr>
          <p:cNvPr id="590" name="그림 589">
            <a:extLst>
              <a:ext uri="{FF2B5EF4-FFF2-40B4-BE49-F238E27FC236}">
                <a16:creationId xmlns:a16="http://schemas.microsoft.com/office/drawing/2014/main" id="{FD128118-4850-0402-1C54-C02ABE7E8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97" y="4131449"/>
            <a:ext cx="247730" cy="217240"/>
          </a:xfrm>
          <a:prstGeom prst="rect">
            <a:avLst/>
          </a:prstGeom>
        </p:spPr>
      </p:pic>
      <p:pic>
        <p:nvPicPr>
          <p:cNvPr id="591" name="그림 590">
            <a:extLst>
              <a:ext uri="{FF2B5EF4-FFF2-40B4-BE49-F238E27FC236}">
                <a16:creationId xmlns:a16="http://schemas.microsoft.com/office/drawing/2014/main" id="{8305339C-9C72-A4E8-DE48-915D7C59E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7" y="1627241"/>
            <a:ext cx="298293" cy="349388"/>
          </a:xfrm>
          <a:prstGeom prst="rect">
            <a:avLst/>
          </a:prstGeom>
        </p:spPr>
      </p:pic>
      <p:pic>
        <p:nvPicPr>
          <p:cNvPr id="593" name="그림 592">
            <a:extLst>
              <a:ext uri="{FF2B5EF4-FFF2-40B4-BE49-F238E27FC236}">
                <a16:creationId xmlns:a16="http://schemas.microsoft.com/office/drawing/2014/main" id="{4794037C-47E7-D62B-F814-8E7BD6877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279" y="3496355"/>
            <a:ext cx="247730" cy="217240"/>
          </a:xfrm>
          <a:prstGeom prst="rect">
            <a:avLst/>
          </a:prstGeom>
        </p:spPr>
      </p:pic>
      <p:pic>
        <p:nvPicPr>
          <p:cNvPr id="594" name="그림 593">
            <a:extLst>
              <a:ext uri="{FF2B5EF4-FFF2-40B4-BE49-F238E27FC236}">
                <a16:creationId xmlns:a16="http://schemas.microsoft.com/office/drawing/2014/main" id="{5E9507FB-C605-9643-1904-0174E4F83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153" y="3714630"/>
            <a:ext cx="247730" cy="217240"/>
          </a:xfrm>
          <a:prstGeom prst="rect">
            <a:avLst/>
          </a:prstGeom>
        </p:spPr>
      </p:pic>
      <p:pic>
        <p:nvPicPr>
          <p:cNvPr id="595" name="그림 594">
            <a:extLst>
              <a:ext uri="{FF2B5EF4-FFF2-40B4-BE49-F238E27FC236}">
                <a16:creationId xmlns:a16="http://schemas.microsoft.com/office/drawing/2014/main" id="{25995823-2ECF-A751-49A2-E9F207F17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33917" y="4416822"/>
            <a:ext cx="274025" cy="240298"/>
          </a:xfrm>
          <a:prstGeom prst="rect">
            <a:avLst/>
          </a:prstGeom>
        </p:spPr>
      </p:pic>
      <p:pic>
        <p:nvPicPr>
          <p:cNvPr id="596" name="그림 595">
            <a:extLst>
              <a:ext uri="{FF2B5EF4-FFF2-40B4-BE49-F238E27FC236}">
                <a16:creationId xmlns:a16="http://schemas.microsoft.com/office/drawing/2014/main" id="{9CCEA169-3EBF-2255-9C56-97EA995EA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42" y="2281964"/>
            <a:ext cx="247730" cy="217240"/>
          </a:xfrm>
          <a:prstGeom prst="rect">
            <a:avLst/>
          </a:prstGeom>
        </p:spPr>
      </p:pic>
      <p:pic>
        <p:nvPicPr>
          <p:cNvPr id="597" name="그림 596">
            <a:extLst>
              <a:ext uri="{FF2B5EF4-FFF2-40B4-BE49-F238E27FC236}">
                <a16:creationId xmlns:a16="http://schemas.microsoft.com/office/drawing/2014/main" id="{C6A7F366-23C1-E570-C348-FB1623C93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164" y="4894923"/>
            <a:ext cx="247730" cy="217240"/>
          </a:xfrm>
          <a:prstGeom prst="rect">
            <a:avLst/>
          </a:prstGeom>
        </p:spPr>
      </p:pic>
      <p:pic>
        <p:nvPicPr>
          <p:cNvPr id="598" name="그림 597">
            <a:extLst>
              <a:ext uri="{FF2B5EF4-FFF2-40B4-BE49-F238E27FC236}">
                <a16:creationId xmlns:a16="http://schemas.microsoft.com/office/drawing/2014/main" id="{BF671C1F-1B1C-0A2C-16AD-990FA0963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97" y="2678388"/>
            <a:ext cx="247730" cy="217240"/>
          </a:xfrm>
          <a:prstGeom prst="rect">
            <a:avLst/>
          </a:prstGeom>
        </p:spPr>
      </p:pic>
      <p:pic>
        <p:nvPicPr>
          <p:cNvPr id="605" name="그림 604">
            <a:extLst>
              <a:ext uri="{FF2B5EF4-FFF2-40B4-BE49-F238E27FC236}">
                <a16:creationId xmlns:a16="http://schemas.microsoft.com/office/drawing/2014/main" id="{9C25B1D7-EF9B-EC1D-D1C0-BE32CE359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82" y="3419848"/>
            <a:ext cx="385031" cy="450981"/>
          </a:xfrm>
          <a:prstGeom prst="rect">
            <a:avLst/>
          </a:prstGeom>
        </p:spPr>
      </p:pic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2539D10B-97A9-E57C-36D3-D9899D3A6896}"/>
              </a:ext>
            </a:extLst>
          </p:cNvPr>
          <p:cNvSpPr/>
          <p:nvPr/>
        </p:nvSpPr>
        <p:spPr>
          <a:xfrm>
            <a:off x="2349538" y="6175085"/>
            <a:ext cx="148465" cy="1484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74E2AE15-EB4D-3E25-5014-628916FC4450}"/>
              </a:ext>
            </a:extLst>
          </p:cNvPr>
          <p:cNvSpPr txBox="1"/>
          <p:nvPr/>
        </p:nvSpPr>
        <p:spPr>
          <a:xfrm>
            <a:off x="2361565" y="6124867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910DF87-A06D-4E72-94E1-F8EECAD5EEC3}"/>
              </a:ext>
            </a:extLst>
          </p:cNvPr>
          <p:cNvGrpSpPr/>
          <p:nvPr/>
        </p:nvGrpSpPr>
        <p:grpSpPr>
          <a:xfrm>
            <a:off x="907911" y="1539831"/>
            <a:ext cx="2557573" cy="59411"/>
            <a:chOff x="5645144" y="3140870"/>
            <a:chExt cx="249768" cy="110534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8D0F919E-5D8E-4314-BF92-F6DF5C37D9E6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3DE494D1-A902-4F77-B413-6A40F3D89DCF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25A2A644-2890-4253-BE06-EAADE00C8E18}"/>
              </a:ext>
            </a:extLst>
          </p:cNvPr>
          <p:cNvSpPr txBox="1"/>
          <p:nvPr/>
        </p:nvSpPr>
        <p:spPr>
          <a:xfrm>
            <a:off x="107070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42" name="Picture 2" descr="돋보기 - 무료 도구 및기구개 아이콘">
            <a:extLst>
              <a:ext uri="{FF2B5EF4-FFF2-40B4-BE49-F238E27FC236}">
                <a16:creationId xmlns:a16="http://schemas.microsoft.com/office/drawing/2014/main" id="{5246130F-CB67-4A2A-A80A-628DE89C6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FBCD24EB-4A1D-4CAE-83C3-BFB6EA09EE01}"/>
              </a:ext>
            </a:extLst>
          </p:cNvPr>
          <p:cNvSpPr/>
          <p:nvPr/>
        </p:nvSpPr>
        <p:spPr>
          <a:xfrm>
            <a:off x="899378" y="6168507"/>
            <a:ext cx="148465" cy="148465"/>
          </a:xfrm>
          <a:prstGeom prst="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E7AF7A5-9634-4B7D-88A1-2B5571BB132A}"/>
              </a:ext>
            </a:extLst>
          </p:cNvPr>
          <p:cNvSpPr txBox="1"/>
          <p:nvPr/>
        </p:nvSpPr>
        <p:spPr>
          <a:xfrm>
            <a:off x="1007733" y="6118289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 현황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576E81C1-1099-45B2-A8A4-56056B24F16B}"/>
              </a:ext>
            </a:extLst>
          </p:cNvPr>
          <p:cNvSpPr/>
          <p:nvPr/>
        </p:nvSpPr>
        <p:spPr>
          <a:xfrm>
            <a:off x="899378" y="6359985"/>
            <a:ext cx="148465" cy="1484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263DB26-156C-49DA-BABF-50F106C37D7F}"/>
              </a:ext>
            </a:extLst>
          </p:cNvPr>
          <p:cNvSpPr txBox="1"/>
          <p:nvPr/>
        </p:nvSpPr>
        <p:spPr>
          <a:xfrm>
            <a:off x="1007733" y="6309768"/>
            <a:ext cx="19814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진행도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620F4479-AE91-48D1-9161-62216903BA1E}"/>
              </a:ext>
            </a:extLst>
          </p:cNvPr>
          <p:cNvSpPr/>
          <p:nvPr/>
        </p:nvSpPr>
        <p:spPr>
          <a:xfrm>
            <a:off x="899378" y="6551464"/>
            <a:ext cx="148465" cy="1484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28CF8E5-A378-4A3F-8F6A-96063B779549}"/>
              </a:ext>
            </a:extLst>
          </p:cNvPr>
          <p:cNvSpPr txBox="1"/>
          <p:nvPr/>
        </p:nvSpPr>
        <p:spPr>
          <a:xfrm>
            <a:off x="1007733" y="6501247"/>
            <a:ext cx="158914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배속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버튼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689270A-6E78-4643-8B34-59568C22F81C}"/>
              </a:ext>
            </a:extLst>
          </p:cNvPr>
          <p:cNvSpPr txBox="1"/>
          <p:nvPr/>
        </p:nvSpPr>
        <p:spPr>
          <a:xfrm>
            <a:off x="840746" y="513168"/>
            <a:ext cx="1188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기능 점검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9690EEA-CCD8-4A27-93B2-7D2F22D87955}"/>
              </a:ext>
            </a:extLst>
          </p:cNvPr>
          <p:cNvSpPr txBox="1"/>
          <p:nvPr/>
        </p:nvSpPr>
        <p:spPr>
          <a:xfrm>
            <a:off x="745699" y="755794"/>
            <a:ext cx="3938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필요한 기능</a:t>
            </a:r>
            <a:r>
              <a:rPr lang="en-US" altLang="ko-KR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- </a:t>
            </a:r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빌드업 웨이브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43FEC70F-A02A-40B1-A851-A2F73CD0FE22}"/>
              </a:ext>
            </a:extLst>
          </p:cNvPr>
          <p:cNvGrpSpPr/>
          <p:nvPr/>
        </p:nvGrpSpPr>
        <p:grpSpPr>
          <a:xfrm>
            <a:off x="4118713" y="1542838"/>
            <a:ext cx="6558144" cy="2660665"/>
            <a:chOff x="4423716" y="2019804"/>
            <a:chExt cx="6558144" cy="2660665"/>
          </a:xfrm>
        </p:grpSpPr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94BCDB8F-2C30-4A85-95DA-B740FDE63576}"/>
                </a:ext>
              </a:extLst>
            </p:cNvPr>
            <p:cNvSpPr/>
            <p:nvPr/>
          </p:nvSpPr>
          <p:spPr>
            <a:xfrm>
              <a:off x="4423716" y="2094161"/>
              <a:ext cx="220980" cy="22098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7</a:t>
              </a:r>
              <a:endParaRPr lang="ko-KR" altLang="en-US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6D29D04-A6F4-4963-9DED-AB1B6B0C4DB3}"/>
                </a:ext>
              </a:extLst>
            </p:cNvPr>
            <p:cNvSpPr txBox="1"/>
            <p:nvPr/>
          </p:nvSpPr>
          <p:spPr>
            <a:xfrm>
              <a:off x="4604793" y="2019804"/>
              <a:ext cx="6377067" cy="2660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80000">
                <a:lnSpc>
                  <a:spcPct val="12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영웅 게이지 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UI, 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영웅 타워 인벤토리</a:t>
              </a:r>
              <a:endPara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 </a:t>
              </a: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로비에서 배치한 영웅들의 간단한 아이콘 정보 표시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각 게이지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UI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셀의 구성은 영웅 아이콘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게이지 진행도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보유량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%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로 표시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게이지 보유량은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100%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를 초과할 수 있음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빌드업 웨이브가 종료되면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게이지를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100%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씩 소모하여 자동으로 영웅 뽑기를 진행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영웅 뽑기 시 해당 영웅의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1~5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등급 타워가 타워 인벤토리에 추가됨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게이지를 모두 소진할 때까지 영웅을 뽑음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rgbClr val="C00000"/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rgbClr val="C00000"/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영웅 뽑기의 연출은 검토 필요</a:t>
              </a:r>
              <a:endParaRPr lang="en-US" altLang="ko-KR" sz="1200" dirty="0">
                <a:solidFill>
                  <a:srgbClr val="C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영웅 뽑기의 확률과 목록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이펙트 주소 등은 테이블에서 관리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(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테이블 작성 시 갱신 및 공유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)</a:t>
              </a: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더 이상 뽑을 영웅이 없다면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빌드업 웨이브를 종료하고 전투 웨이브로 전환됨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전투 웨이브로 전환 시 간단한 연출 수행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(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화면이 짧게 암전 되고 트럭이 맵 가운데로 이동 등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)</a:t>
              </a: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4F295C47-C181-4A47-99FF-B310BBA3F6C3}"/>
              </a:ext>
            </a:extLst>
          </p:cNvPr>
          <p:cNvGrpSpPr/>
          <p:nvPr/>
        </p:nvGrpSpPr>
        <p:grpSpPr>
          <a:xfrm>
            <a:off x="911557" y="5223651"/>
            <a:ext cx="2498735" cy="817215"/>
            <a:chOff x="4587404" y="4396748"/>
            <a:chExt cx="2498735" cy="817215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7BA3D83F-FE6C-4870-8923-AFD581929F2C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05E42F1E-54E0-4837-9D30-D91FCBDD2523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CCA8E7F-7357-449B-9623-AC98E2DCF6A7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D845A3FF-B5DF-4230-BDEC-22B99BBD91B2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2941991D-8F3A-498D-AA0D-DFC05CBE7DEF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4AA0482F-A9AC-4583-A84E-3DA70D3875CD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8C3EF924-9192-4C07-9293-2A2D70E58115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9163AD6E-05E7-4B13-927C-EE218E9FBCFD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2ABBD437-F186-4D85-9033-E79C38B8B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408898CA-8E83-452A-8F81-01AC5DE2C440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CB42DD48-390E-4BE2-BD15-2D80147EEEAF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CF3B009B-2553-4670-9F75-FFA563D36222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19809639-E8C5-4764-8AE6-F2567F396B15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C3565854-BBA5-43EE-BDA4-4DE6E5A47E74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03D0BA5D-3EE6-4228-97FA-AEDCFD055AA9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AE11705F-7D7C-4B0A-833D-C819AFE22ACD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5E225323-E77C-452C-AABB-684D819EE8CB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8816BFDD-7B68-497D-A597-72D03D3B3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8A7A43CE-D483-4B2C-A4DC-EACC56F90724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D007B4BA-716C-46BD-BBD4-924CBDF1DB28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0013E6CB-1D45-4C14-BDE7-9A2BC375C088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84F68C52-B760-43A6-8B6F-C70EB8958D96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2D4DD5EA-38A4-4619-8144-95FE76374F22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BB9D707E-F42D-41C1-9956-4709BA7E8E80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8AD5243C-09A9-43C2-8D00-9BFF797FDCF5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6BCA4E19-7FAB-464A-99A5-CDF39E0C547B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92" name="그림 91">
              <a:extLst>
                <a:ext uri="{FF2B5EF4-FFF2-40B4-BE49-F238E27FC236}">
                  <a16:creationId xmlns:a16="http://schemas.microsoft.com/office/drawing/2014/main" id="{757B42F8-4653-4DF9-AE44-B963B6D0B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2400E92F-7CDE-434E-85FE-7AEA484B28BB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FC5C009-E9B2-41AB-8F38-A8FCD5EF17F7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4F84A420-BAA2-4F40-90DD-64C7F6CF77DB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96" name="사각형: 둥근 모서리 95">
                <a:extLst>
                  <a:ext uri="{FF2B5EF4-FFF2-40B4-BE49-F238E27FC236}">
                    <a16:creationId xmlns:a16="http://schemas.microsoft.com/office/drawing/2014/main" id="{B8ECA749-A8C5-4A3D-88EA-3EAC1F731786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97" name="Picture 12">
                <a:extLst>
                  <a:ext uri="{FF2B5EF4-FFF2-40B4-BE49-F238E27FC236}">
                    <a16:creationId xmlns:a16="http://schemas.microsoft.com/office/drawing/2014/main" id="{7859611B-0FFA-4A78-B288-DFF7377C2B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6DC4B04B-761F-4B58-960D-E683B86CD1B3}"/>
              </a:ext>
            </a:extLst>
          </p:cNvPr>
          <p:cNvSpPr/>
          <p:nvPr/>
        </p:nvSpPr>
        <p:spPr>
          <a:xfrm>
            <a:off x="871892" y="5228555"/>
            <a:ext cx="2642833" cy="896020"/>
          </a:xfrm>
          <a:prstGeom prst="rect">
            <a:avLst/>
          </a:prstGeom>
          <a:noFill/>
          <a:ln w="25400">
            <a:solidFill>
              <a:srgbClr val="FFFF00"/>
            </a:solidFill>
          </a:ln>
          <a:effectLst>
            <a:glow rad="50800">
              <a:srgbClr val="FF0000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28E2574A-59A8-4A62-BE9E-9D6A864D59CB}"/>
              </a:ext>
            </a:extLst>
          </p:cNvPr>
          <p:cNvSpPr/>
          <p:nvPr/>
        </p:nvSpPr>
        <p:spPr>
          <a:xfrm>
            <a:off x="755436" y="5115491"/>
            <a:ext cx="220980" cy="2209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7</a:t>
            </a:r>
            <a:endParaRPr lang="ko-KR" altLang="en-US" sz="1200" dirty="0">
              <a:solidFill>
                <a:schemeClr val="bg1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1897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C9E6-2D47-1BEE-12A2-B742D0B2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3DD1FF31-2180-65C7-762D-2E6F3C051F02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8FAF1B28-0655-0853-5617-0E11EAE48EA6}"/>
              </a:ext>
            </a:extLst>
          </p:cNvPr>
          <p:cNvSpPr/>
          <p:nvPr/>
        </p:nvSpPr>
        <p:spPr>
          <a:xfrm>
            <a:off x="901481" y="1543492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7930057A-48BE-D194-D85C-30F4D13B8193}"/>
              </a:ext>
            </a:extLst>
          </p:cNvPr>
          <p:cNvSpPr/>
          <p:nvPr/>
        </p:nvSpPr>
        <p:spPr>
          <a:xfrm>
            <a:off x="1002344" y="1619433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6F20E49F-AC39-F96E-93AE-3CEE442AECA8}"/>
              </a:ext>
            </a:extLst>
          </p:cNvPr>
          <p:cNvSpPr/>
          <p:nvPr/>
        </p:nvSpPr>
        <p:spPr>
          <a:xfrm>
            <a:off x="997662" y="2162330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5" name="사각형: 둥근 모서리 584">
            <a:extLst>
              <a:ext uri="{FF2B5EF4-FFF2-40B4-BE49-F238E27FC236}">
                <a16:creationId xmlns:a16="http://schemas.microsoft.com/office/drawing/2014/main" id="{D155EF04-DDF9-AAED-9069-086CF50E0219}"/>
              </a:ext>
            </a:extLst>
          </p:cNvPr>
          <p:cNvSpPr/>
          <p:nvPr/>
        </p:nvSpPr>
        <p:spPr>
          <a:xfrm>
            <a:off x="2928420" y="1619433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6" name="사각형: 둥근 모서리 585">
            <a:extLst>
              <a:ext uri="{FF2B5EF4-FFF2-40B4-BE49-F238E27FC236}">
                <a16:creationId xmlns:a16="http://schemas.microsoft.com/office/drawing/2014/main" id="{4B515609-732D-A3B3-1460-03688B93EE71}"/>
              </a:ext>
            </a:extLst>
          </p:cNvPr>
          <p:cNvSpPr/>
          <p:nvPr/>
        </p:nvSpPr>
        <p:spPr>
          <a:xfrm>
            <a:off x="1964938" y="1619433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88" name="그림 587">
            <a:extLst>
              <a:ext uri="{FF2B5EF4-FFF2-40B4-BE49-F238E27FC236}">
                <a16:creationId xmlns:a16="http://schemas.microsoft.com/office/drawing/2014/main" id="{61293497-4E12-A7F6-10CE-43AE8729F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73417" y="3889988"/>
            <a:ext cx="223412" cy="195916"/>
          </a:xfrm>
          <a:prstGeom prst="rect">
            <a:avLst/>
          </a:prstGeom>
        </p:spPr>
      </p:pic>
      <p:pic>
        <p:nvPicPr>
          <p:cNvPr id="589" name="그림 588">
            <a:extLst>
              <a:ext uri="{FF2B5EF4-FFF2-40B4-BE49-F238E27FC236}">
                <a16:creationId xmlns:a16="http://schemas.microsoft.com/office/drawing/2014/main" id="{6E40E48E-B4E3-F34C-E0B7-D35A94FDB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950" y="3071404"/>
            <a:ext cx="223412" cy="195916"/>
          </a:xfrm>
          <a:prstGeom prst="rect">
            <a:avLst/>
          </a:prstGeom>
        </p:spPr>
      </p:pic>
      <p:pic>
        <p:nvPicPr>
          <p:cNvPr id="590" name="그림 589">
            <a:extLst>
              <a:ext uri="{FF2B5EF4-FFF2-40B4-BE49-F238E27FC236}">
                <a16:creationId xmlns:a16="http://schemas.microsoft.com/office/drawing/2014/main" id="{FD128118-4850-0402-1C54-C02ABE7E8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97" y="4131449"/>
            <a:ext cx="247730" cy="217240"/>
          </a:xfrm>
          <a:prstGeom prst="rect">
            <a:avLst/>
          </a:prstGeom>
        </p:spPr>
      </p:pic>
      <p:pic>
        <p:nvPicPr>
          <p:cNvPr id="591" name="그림 590">
            <a:extLst>
              <a:ext uri="{FF2B5EF4-FFF2-40B4-BE49-F238E27FC236}">
                <a16:creationId xmlns:a16="http://schemas.microsoft.com/office/drawing/2014/main" id="{8305339C-9C72-A4E8-DE48-915D7C59E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7" y="1627241"/>
            <a:ext cx="298293" cy="349388"/>
          </a:xfrm>
          <a:prstGeom prst="rect">
            <a:avLst/>
          </a:prstGeom>
        </p:spPr>
      </p:pic>
      <p:pic>
        <p:nvPicPr>
          <p:cNvPr id="593" name="그림 592">
            <a:extLst>
              <a:ext uri="{FF2B5EF4-FFF2-40B4-BE49-F238E27FC236}">
                <a16:creationId xmlns:a16="http://schemas.microsoft.com/office/drawing/2014/main" id="{4794037C-47E7-D62B-F814-8E7BD6877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279" y="3496355"/>
            <a:ext cx="247730" cy="217240"/>
          </a:xfrm>
          <a:prstGeom prst="rect">
            <a:avLst/>
          </a:prstGeom>
        </p:spPr>
      </p:pic>
      <p:pic>
        <p:nvPicPr>
          <p:cNvPr id="594" name="그림 593">
            <a:extLst>
              <a:ext uri="{FF2B5EF4-FFF2-40B4-BE49-F238E27FC236}">
                <a16:creationId xmlns:a16="http://schemas.microsoft.com/office/drawing/2014/main" id="{5E9507FB-C605-9643-1904-0174E4F83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153" y="3714630"/>
            <a:ext cx="247730" cy="217240"/>
          </a:xfrm>
          <a:prstGeom prst="rect">
            <a:avLst/>
          </a:prstGeom>
        </p:spPr>
      </p:pic>
      <p:pic>
        <p:nvPicPr>
          <p:cNvPr id="595" name="그림 594">
            <a:extLst>
              <a:ext uri="{FF2B5EF4-FFF2-40B4-BE49-F238E27FC236}">
                <a16:creationId xmlns:a16="http://schemas.microsoft.com/office/drawing/2014/main" id="{25995823-2ECF-A751-49A2-E9F207F17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33917" y="4416822"/>
            <a:ext cx="274025" cy="240298"/>
          </a:xfrm>
          <a:prstGeom prst="rect">
            <a:avLst/>
          </a:prstGeom>
        </p:spPr>
      </p:pic>
      <p:pic>
        <p:nvPicPr>
          <p:cNvPr id="596" name="그림 595">
            <a:extLst>
              <a:ext uri="{FF2B5EF4-FFF2-40B4-BE49-F238E27FC236}">
                <a16:creationId xmlns:a16="http://schemas.microsoft.com/office/drawing/2014/main" id="{9CCEA169-3EBF-2255-9C56-97EA995EA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42" y="2281964"/>
            <a:ext cx="247730" cy="217240"/>
          </a:xfrm>
          <a:prstGeom prst="rect">
            <a:avLst/>
          </a:prstGeom>
        </p:spPr>
      </p:pic>
      <p:pic>
        <p:nvPicPr>
          <p:cNvPr id="597" name="그림 596">
            <a:extLst>
              <a:ext uri="{FF2B5EF4-FFF2-40B4-BE49-F238E27FC236}">
                <a16:creationId xmlns:a16="http://schemas.microsoft.com/office/drawing/2014/main" id="{C6A7F366-23C1-E570-C348-FB1623C93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164" y="4894923"/>
            <a:ext cx="247730" cy="217240"/>
          </a:xfrm>
          <a:prstGeom prst="rect">
            <a:avLst/>
          </a:prstGeom>
        </p:spPr>
      </p:pic>
      <p:pic>
        <p:nvPicPr>
          <p:cNvPr id="598" name="그림 597">
            <a:extLst>
              <a:ext uri="{FF2B5EF4-FFF2-40B4-BE49-F238E27FC236}">
                <a16:creationId xmlns:a16="http://schemas.microsoft.com/office/drawing/2014/main" id="{BF671C1F-1B1C-0A2C-16AD-990FA0963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97" y="2678388"/>
            <a:ext cx="247730" cy="217240"/>
          </a:xfrm>
          <a:prstGeom prst="rect">
            <a:avLst/>
          </a:prstGeom>
        </p:spPr>
      </p:pic>
      <p:pic>
        <p:nvPicPr>
          <p:cNvPr id="605" name="그림 604">
            <a:extLst>
              <a:ext uri="{FF2B5EF4-FFF2-40B4-BE49-F238E27FC236}">
                <a16:creationId xmlns:a16="http://schemas.microsoft.com/office/drawing/2014/main" id="{9C25B1D7-EF9B-EC1D-D1C0-BE32CE359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82" y="3419848"/>
            <a:ext cx="385031" cy="450981"/>
          </a:xfrm>
          <a:prstGeom prst="rect">
            <a:avLst/>
          </a:prstGeom>
        </p:spPr>
      </p:pic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2539D10B-97A9-E57C-36D3-D9899D3A6896}"/>
              </a:ext>
            </a:extLst>
          </p:cNvPr>
          <p:cNvSpPr/>
          <p:nvPr/>
        </p:nvSpPr>
        <p:spPr>
          <a:xfrm>
            <a:off x="2349538" y="6175085"/>
            <a:ext cx="148465" cy="1484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74E2AE15-EB4D-3E25-5014-628916FC4450}"/>
              </a:ext>
            </a:extLst>
          </p:cNvPr>
          <p:cNvSpPr txBox="1"/>
          <p:nvPr/>
        </p:nvSpPr>
        <p:spPr>
          <a:xfrm>
            <a:off x="2361565" y="6124867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910DF87-A06D-4E72-94E1-F8EECAD5EEC3}"/>
              </a:ext>
            </a:extLst>
          </p:cNvPr>
          <p:cNvGrpSpPr/>
          <p:nvPr/>
        </p:nvGrpSpPr>
        <p:grpSpPr>
          <a:xfrm>
            <a:off x="907911" y="1539831"/>
            <a:ext cx="2557573" cy="59411"/>
            <a:chOff x="5645144" y="3140870"/>
            <a:chExt cx="249768" cy="110534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8D0F919E-5D8E-4314-BF92-F6DF5C37D9E6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3DE494D1-A902-4F77-B413-6A40F3D89DCF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25A2A644-2890-4253-BE06-EAADE00C8E18}"/>
              </a:ext>
            </a:extLst>
          </p:cNvPr>
          <p:cNvSpPr txBox="1"/>
          <p:nvPr/>
        </p:nvSpPr>
        <p:spPr>
          <a:xfrm>
            <a:off x="107070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42" name="Picture 2" descr="돋보기 - 무료 도구 및기구개 아이콘">
            <a:extLst>
              <a:ext uri="{FF2B5EF4-FFF2-40B4-BE49-F238E27FC236}">
                <a16:creationId xmlns:a16="http://schemas.microsoft.com/office/drawing/2014/main" id="{5246130F-CB67-4A2A-A80A-628DE89C6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FBCD24EB-4A1D-4CAE-83C3-BFB6EA09EE01}"/>
              </a:ext>
            </a:extLst>
          </p:cNvPr>
          <p:cNvSpPr/>
          <p:nvPr/>
        </p:nvSpPr>
        <p:spPr>
          <a:xfrm>
            <a:off x="899378" y="6168507"/>
            <a:ext cx="148465" cy="148465"/>
          </a:xfrm>
          <a:prstGeom prst="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E7AF7A5-9634-4B7D-88A1-2B5571BB132A}"/>
              </a:ext>
            </a:extLst>
          </p:cNvPr>
          <p:cNvSpPr txBox="1"/>
          <p:nvPr/>
        </p:nvSpPr>
        <p:spPr>
          <a:xfrm>
            <a:off x="1007733" y="6118289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 현황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576E81C1-1099-45B2-A8A4-56056B24F16B}"/>
              </a:ext>
            </a:extLst>
          </p:cNvPr>
          <p:cNvSpPr/>
          <p:nvPr/>
        </p:nvSpPr>
        <p:spPr>
          <a:xfrm>
            <a:off x="899378" y="6359985"/>
            <a:ext cx="148465" cy="1484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263DB26-156C-49DA-BABF-50F106C37D7F}"/>
              </a:ext>
            </a:extLst>
          </p:cNvPr>
          <p:cNvSpPr txBox="1"/>
          <p:nvPr/>
        </p:nvSpPr>
        <p:spPr>
          <a:xfrm>
            <a:off x="1007733" y="6309768"/>
            <a:ext cx="19814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진행도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620F4479-AE91-48D1-9161-62216903BA1E}"/>
              </a:ext>
            </a:extLst>
          </p:cNvPr>
          <p:cNvSpPr/>
          <p:nvPr/>
        </p:nvSpPr>
        <p:spPr>
          <a:xfrm>
            <a:off x="899378" y="6551464"/>
            <a:ext cx="148465" cy="1484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28CF8E5-A378-4A3F-8F6A-96063B779549}"/>
              </a:ext>
            </a:extLst>
          </p:cNvPr>
          <p:cNvSpPr txBox="1"/>
          <p:nvPr/>
        </p:nvSpPr>
        <p:spPr>
          <a:xfrm>
            <a:off x="1007733" y="6501247"/>
            <a:ext cx="158914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배속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버튼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FC32214-AC1E-4275-8B8E-EC201717A75E}"/>
              </a:ext>
            </a:extLst>
          </p:cNvPr>
          <p:cNvSpPr txBox="1"/>
          <p:nvPr/>
        </p:nvSpPr>
        <p:spPr>
          <a:xfrm>
            <a:off x="840746" y="513168"/>
            <a:ext cx="1188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기능 점검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92D17CD-900C-4A25-860B-4DA8958A8D48}"/>
              </a:ext>
            </a:extLst>
          </p:cNvPr>
          <p:cNvSpPr txBox="1"/>
          <p:nvPr/>
        </p:nvSpPr>
        <p:spPr>
          <a:xfrm>
            <a:off x="745699" y="755794"/>
            <a:ext cx="3938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필요한 기능</a:t>
            </a:r>
            <a:r>
              <a:rPr lang="en-US" altLang="ko-KR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- </a:t>
            </a:r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빌드업 웨이브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CAF86B76-F478-43C6-9CDD-3516D8B12A48}"/>
              </a:ext>
            </a:extLst>
          </p:cNvPr>
          <p:cNvGrpSpPr/>
          <p:nvPr/>
        </p:nvGrpSpPr>
        <p:grpSpPr>
          <a:xfrm>
            <a:off x="4118713" y="1542838"/>
            <a:ext cx="3651899" cy="1331070"/>
            <a:chOff x="4423716" y="2019804"/>
            <a:chExt cx="3651899" cy="1331070"/>
          </a:xfrm>
        </p:grpSpPr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187B76EB-F3A1-4B76-A272-7DB05B7D209D}"/>
                </a:ext>
              </a:extLst>
            </p:cNvPr>
            <p:cNvSpPr/>
            <p:nvPr/>
          </p:nvSpPr>
          <p:spPr>
            <a:xfrm>
              <a:off x="4423716" y="2094161"/>
              <a:ext cx="220980" cy="22098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8</a:t>
              </a:r>
              <a:endParaRPr lang="ko-KR" altLang="en-US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554FD34-8B8A-4059-B92D-574F0E89D043}"/>
                </a:ext>
              </a:extLst>
            </p:cNvPr>
            <p:cNvSpPr txBox="1"/>
            <p:nvPr/>
          </p:nvSpPr>
          <p:spPr>
            <a:xfrm>
              <a:off x="4604793" y="2019804"/>
              <a:ext cx="3470822" cy="13310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80000">
                <a:lnSpc>
                  <a:spcPct val="12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카메라 처리</a:t>
              </a:r>
              <a:endPara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 </a:t>
              </a: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빌드업 웨이브에서는 카메라가 트럭을 따라다님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트럭은 필드의 지정된 영역을 돌아다닐 수 있음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트럭은 필드의 지정된 영역 밖으로 나갈 수 없음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다음 페이지에 예시 첨부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AAAF260-7890-4501-BE44-8C82CF1FD136}"/>
              </a:ext>
            </a:extLst>
          </p:cNvPr>
          <p:cNvGrpSpPr/>
          <p:nvPr/>
        </p:nvGrpSpPr>
        <p:grpSpPr>
          <a:xfrm>
            <a:off x="911557" y="5223651"/>
            <a:ext cx="2498735" cy="817215"/>
            <a:chOff x="4587404" y="4396748"/>
            <a:chExt cx="2498735" cy="817215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42257CD9-1B5D-4E3D-A1B6-29A0AE9EDA17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5D107B7A-B875-44E6-9CB0-3E67A0C7264B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A6B23F7-1D62-4008-8D3C-E0D2AC932CCB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124E9AF8-6F45-46F6-9517-86ACC97817E2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8C124D90-0E43-4E94-8D3D-2DCB1A5257AE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B580855B-EB63-429F-89A6-8FD9EF56EFF4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C56011FD-69C0-4EE0-A998-7889507D0CCE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0BBDB69A-2169-4E27-9107-A0A854CE83B4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7979DE98-A216-470D-9914-1A420DACD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207412FF-1A0A-4CCE-BEA9-CE5DF52C9BCA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0D3D2ED3-BA06-4D02-9172-E6925A193887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2464FE02-68BE-46F1-860B-8676B1520B0E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B48D2331-3DDE-4DE8-99A6-07F67D9AA145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63DFE523-605B-4D10-BA1B-2D5D8BC731CD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461749F3-4717-4FA5-95FC-AEE064E20FAE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43085873-C3E5-41EC-8BF7-A938EF102948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56142D42-4EBF-4161-9512-86A9EE9ECF4C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4EE8A4BE-E3B5-48AB-B473-F117CC996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074B892B-290B-46C5-9067-622D5DBAEA43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045896E1-4F27-4194-A3DB-C28760AEA1A0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AFA5F2E5-F715-4F85-8EE1-96A59BC99BEA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A37B8292-7154-44FC-9017-FBCB78F3330F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518C90A3-637E-4025-9FE5-13A8DE3B9439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6DD191ED-C56C-4A39-93F9-AFCCD4147E05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AE867D1A-3267-4E97-9DC4-E80DC61EB3ED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E11ABF15-9E82-4455-B515-E163A59EF547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92" name="그림 91">
              <a:extLst>
                <a:ext uri="{FF2B5EF4-FFF2-40B4-BE49-F238E27FC236}">
                  <a16:creationId xmlns:a16="http://schemas.microsoft.com/office/drawing/2014/main" id="{85F6B32D-973C-4B39-88B2-344E71A6F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632E5008-9B23-4685-ADF5-A5B0AEF1B731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9E6914D-79A5-4CC2-BDEC-59DEBCDC3E04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537D9036-C9BD-4D39-B545-2512262D90AE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96" name="사각형: 둥근 모서리 95">
                <a:extLst>
                  <a:ext uri="{FF2B5EF4-FFF2-40B4-BE49-F238E27FC236}">
                    <a16:creationId xmlns:a16="http://schemas.microsoft.com/office/drawing/2014/main" id="{24927080-447F-4450-8C67-3454E5228151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97" name="Picture 12">
                <a:extLst>
                  <a:ext uri="{FF2B5EF4-FFF2-40B4-BE49-F238E27FC236}">
                    <a16:creationId xmlns:a16="http://schemas.microsoft.com/office/drawing/2014/main" id="{5A40C3E8-B9A5-4C98-9388-48DDFF074A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2B55B6AA-A03B-4699-91AA-A4EB6000A537}"/>
              </a:ext>
            </a:extLst>
          </p:cNvPr>
          <p:cNvSpPr/>
          <p:nvPr/>
        </p:nvSpPr>
        <p:spPr>
          <a:xfrm>
            <a:off x="871892" y="1604744"/>
            <a:ext cx="2642833" cy="3700424"/>
          </a:xfrm>
          <a:prstGeom prst="rect">
            <a:avLst/>
          </a:prstGeom>
          <a:noFill/>
          <a:ln w="25400">
            <a:solidFill>
              <a:srgbClr val="FFFF00"/>
            </a:solidFill>
          </a:ln>
          <a:effectLst>
            <a:glow rad="50800">
              <a:srgbClr val="FF0000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0C742F9B-8FA5-40FA-85A1-92A9DE412035}"/>
              </a:ext>
            </a:extLst>
          </p:cNvPr>
          <p:cNvSpPr/>
          <p:nvPr/>
        </p:nvSpPr>
        <p:spPr>
          <a:xfrm>
            <a:off x="755436" y="1491680"/>
            <a:ext cx="220980" cy="2209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8</a:t>
            </a:r>
            <a:endParaRPr lang="ko-KR" altLang="en-US" sz="1200" dirty="0">
              <a:solidFill>
                <a:schemeClr val="bg1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8937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C9E6-2D47-1BEE-12A2-B742D0B2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3DD1FF31-2180-65C7-762D-2E6F3C051F02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FC32214-AC1E-4275-8B8E-EC201717A75E}"/>
              </a:ext>
            </a:extLst>
          </p:cNvPr>
          <p:cNvSpPr txBox="1"/>
          <p:nvPr/>
        </p:nvSpPr>
        <p:spPr>
          <a:xfrm>
            <a:off x="840746" y="513168"/>
            <a:ext cx="1188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기능 점검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92D17CD-900C-4A25-860B-4DA8958A8D48}"/>
              </a:ext>
            </a:extLst>
          </p:cNvPr>
          <p:cNvSpPr txBox="1"/>
          <p:nvPr/>
        </p:nvSpPr>
        <p:spPr>
          <a:xfrm>
            <a:off x="745699" y="755794"/>
            <a:ext cx="3938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필요한 기능</a:t>
            </a:r>
            <a:r>
              <a:rPr lang="en-US" altLang="ko-KR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- </a:t>
            </a:r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빌드업 웨이브</a:t>
            </a:r>
          </a:p>
        </p:txBody>
      </p:sp>
      <p:sp>
        <p:nvSpPr>
          <p:cNvPr id="292" name="직사각형 291">
            <a:extLst>
              <a:ext uri="{FF2B5EF4-FFF2-40B4-BE49-F238E27FC236}">
                <a16:creationId xmlns:a16="http://schemas.microsoft.com/office/drawing/2014/main" id="{60773D19-5677-4A23-8930-278F06AA97BD}"/>
              </a:ext>
            </a:extLst>
          </p:cNvPr>
          <p:cNvSpPr/>
          <p:nvPr/>
        </p:nvSpPr>
        <p:spPr>
          <a:xfrm>
            <a:off x="10945351" y="1076198"/>
            <a:ext cx="148465" cy="148465"/>
          </a:xfrm>
          <a:prstGeom prst="rect">
            <a:avLst/>
          </a:prstGeom>
          <a:solidFill>
            <a:srgbClr val="9CEC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A0BD8D43-6DD1-4D3B-B986-A0EA7B3953BD}"/>
              </a:ext>
            </a:extLst>
          </p:cNvPr>
          <p:cNvSpPr txBox="1"/>
          <p:nvPr/>
        </p:nvSpPr>
        <p:spPr>
          <a:xfrm>
            <a:off x="8542710" y="1025980"/>
            <a:ext cx="244435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유저가 돌아다닐 수 있는 영역</a:t>
            </a:r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84387EC1-F8A9-4B36-B8C3-F87AC26BAD8C}"/>
              </a:ext>
            </a:extLst>
          </p:cNvPr>
          <p:cNvSpPr/>
          <p:nvPr/>
        </p:nvSpPr>
        <p:spPr>
          <a:xfrm>
            <a:off x="10945351" y="1267676"/>
            <a:ext cx="148465" cy="14846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3B8ACA97-90DF-4BE0-B5BE-BB095F63CAB5}"/>
              </a:ext>
            </a:extLst>
          </p:cNvPr>
          <p:cNvSpPr txBox="1"/>
          <p:nvPr/>
        </p:nvSpPr>
        <p:spPr>
          <a:xfrm>
            <a:off x="8542710" y="1217459"/>
            <a:ext cx="244435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유저가 지나갈 수 없는 영역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646" name="사각형: 둥근 모서리 645">
            <a:extLst>
              <a:ext uri="{FF2B5EF4-FFF2-40B4-BE49-F238E27FC236}">
                <a16:creationId xmlns:a16="http://schemas.microsoft.com/office/drawing/2014/main" id="{E477C6D5-9FAF-47A8-8898-B14FCD3681B2}"/>
              </a:ext>
            </a:extLst>
          </p:cNvPr>
          <p:cNvSpPr/>
          <p:nvPr/>
        </p:nvSpPr>
        <p:spPr>
          <a:xfrm>
            <a:off x="964171" y="1667259"/>
            <a:ext cx="285894" cy="335480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647" name="사각형: 둥근 모서리 646">
            <a:extLst>
              <a:ext uri="{FF2B5EF4-FFF2-40B4-BE49-F238E27FC236}">
                <a16:creationId xmlns:a16="http://schemas.microsoft.com/office/drawing/2014/main" id="{BC043DB6-BEFF-44B2-BD63-80FEEC0C5A01}"/>
              </a:ext>
            </a:extLst>
          </p:cNvPr>
          <p:cNvSpPr/>
          <p:nvPr/>
        </p:nvSpPr>
        <p:spPr>
          <a:xfrm>
            <a:off x="961063" y="2036634"/>
            <a:ext cx="285894" cy="363147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648" name="사각형: 둥근 모서리 647">
            <a:extLst>
              <a:ext uri="{FF2B5EF4-FFF2-40B4-BE49-F238E27FC236}">
                <a16:creationId xmlns:a16="http://schemas.microsoft.com/office/drawing/2014/main" id="{0FE8B190-C791-41AC-A247-2151C97654D0}"/>
              </a:ext>
            </a:extLst>
          </p:cNvPr>
          <p:cNvSpPr/>
          <p:nvPr/>
        </p:nvSpPr>
        <p:spPr>
          <a:xfrm>
            <a:off x="2242809" y="1667259"/>
            <a:ext cx="285894" cy="149495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649" name="사각형: 둥근 모서리 648">
            <a:extLst>
              <a:ext uri="{FF2B5EF4-FFF2-40B4-BE49-F238E27FC236}">
                <a16:creationId xmlns:a16="http://schemas.microsoft.com/office/drawing/2014/main" id="{BEEB8FB3-CD61-4B1A-ADB0-A1A60E92E09E}"/>
              </a:ext>
            </a:extLst>
          </p:cNvPr>
          <p:cNvSpPr/>
          <p:nvPr/>
        </p:nvSpPr>
        <p:spPr>
          <a:xfrm>
            <a:off x="1603195" y="1667259"/>
            <a:ext cx="285894" cy="1494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pic>
        <p:nvPicPr>
          <p:cNvPr id="651" name="그림 650">
            <a:extLst>
              <a:ext uri="{FF2B5EF4-FFF2-40B4-BE49-F238E27FC236}">
                <a16:creationId xmlns:a16="http://schemas.microsoft.com/office/drawing/2014/main" id="{24583A97-EA79-4670-8CA2-3F4BD62B2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93" y="1672572"/>
            <a:ext cx="198024" cy="237716"/>
          </a:xfrm>
          <a:prstGeom prst="rect">
            <a:avLst/>
          </a:prstGeom>
        </p:spPr>
      </p:pic>
      <p:pic>
        <p:nvPicPr>
          <p:cNvPr id="658" name="그림 657">
            <a:extLst>
              <a:ext uri="{FF2B5EF4-FFF2-40B4-BE49-F238E27FC236}">
                <a16:creationId xmlns:a16="http://schemas.microsoft.com/office/drawing/2014/main" id="{4B8D393D-5425-4D54-9F19-B6AFB812B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619" y="2892221"/>
            <a:ext cx="255605" cy="306837"/>
          </a:xfrm>
          <a:prstGeom prst="rect">
            <a:avLst/>
          </a:prstGeom>
        </p:spPr>
      </p:pic>
      <p:grpSp>
        <p:nvGrpSpPr>
          <p:cNvPr id="664" name="그룹 663">
            <a:extLst>
              <a:ext uri="{FF2B5EF4-FFF2-40B4-BE49-F238E27FC236}">
                <a16:creationId xmlns:a16="http://schemas.microsoft.com/office/drawing/2014/main" id="{64A8084D-94FF-47E1-A4B6-1ED0DFEA31BA}"/>
              </a:ext>
            </a:extLst>
          </p:cNvPr>
          <p:cNvGrpSpPr/>
          <p:nvPr/>
        </p:nvGrpSpPr>
        <p:grpSpPr>
          <a:xfrm>
            <a:off x="901481" y="1613100"/>
            <a:ext cx="1697861" cy="40422"/>
            <a:chOff x="5645144" y="3140870"/>
            <a:chExt cx="249768" cy="110534"/>
          </a:xfrm>
        </p:grpSpPr>
        <p:sp>
          <p:nvSpPr>
            <p:cNvPr id="668" name="사각형: 둥근 모서리 667">
              <a:extLst>
                <a:ext uri="{FF2B5EF4-FFF2-40B4-BE49-F238E27FC236}">
                  <a16:creationId xmlns:a16="http://schemas.microsoft.com/office/drawing/2014/main" id="{CE698847-D928-462B-ADB2-C1BEC4B7244C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/>
            </a:p>
          </p:txBody>
        </p:sp>
        <p:sp>
          <p:nvSpPr>
            <p:cNvPr id="669" name="사각형: 둥근 모서리 668">
              <a:extLst>
                <a:ext uri="{FF2B5EF4-FFF2-40B4-BE49-F238E27FC236}">
                  <a16:creationId xmlns:a16="http://schemas.microsoft.com/office/drawing/2014/main" id="{DB20C4A8-D0D0-413B-BB8E-F798BD018461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/>
            </a:p>
          </p:txBody>
        </p:sp>
      </p:grpSp>
      <p:sp>
        <p:nvSpPr>
          <p:cNvPr id="665" name="TextBox 664">
            <a:extLst>
              <a:ext uri="{FF2B5EF4-FFF2-40B4-BE49-F238E27FC236}">
                <a16:creationId xmlns:a16="http://schemas.microsoft.com/office/drawing/2014/main" id="{5548D0AE-929A-4098-9C70-14210C778279}"/>
              </a:ext>
            </a:extLst>
          </p:cNvPr>
          <p:cNvSpPr txBox="1"/>
          <p:nvPr/>
        </p:nvSpPr>
        <p:spPr>
          <a:xfrm>
            <a:off x="957445" y="1863680"/>
            <a:ext cx="344966" cy="1692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5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5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666" name="Picture 2" descr="돋보기 - 무료 도구 및기구개 아이콘">
            <a:extLst>
              <a:ext uri="{FF2B5EF4-FFF2-40B4-BE49-F238E27FC236}">
                <a16:creationId xmlns:a16="http://schemas.microsoft.com/office/drawing/2014/main" id="{8A95331A-513D-4B8A-9342-EA059DE72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27" y="1881246"/>
            <a:ext cx="121023" cy="1240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7" name="직사각형 666">
            <a:extLst>
              <a:ext uri="{FF2B5EF4-FFF2-40B4-BE49-F238E27FC236}">
                <a16:creationId xmlns:a16="http://schemas.microsoft.com/office/drawing/2014/main" id="{493A3AB7-1943-4E48-BE4B-B94948C15370}"/>
              </a:ext>
            </a:extLst>
          </p:cNvPr>
          <p:cNvSpPr/>
          <p:nvPr/>
        </p:nvSpPr>
        <p:spPr>
          <a:xfrm>
            <a:off x="901481" y="1586204"/>
            <a:ext cx="1697862" cy="312292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645" name="TextBox 644">
            <a:extLst>
              <a:ext uri="{FF2B5EF4-FFF2-40B4-BE49-F238E27FC236}">
                <a16:creationId xmlns:a16="http://schemas.microsoft.com/office/drawing/2014/main" id="{A7C7B7C2-C92C-4833-87DE-7622F17AA7DF}"/>
              </a:ext>
            </a:extLst>
          </p:cNvPr>
          <p:cNvSpPr txBox="1"/>
          <p:nvPr/>
        </p:nvSpPr>
        <p:spPr>
          <a:xfrm>
            <a:off x="1139905" y="4824253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UI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521" name="직사각형 520">
            <a:extLst>
              <a:ext uri="{FF2B5EF4-FFF2-40B4-BE49-F238E27FC236}">
                <a16:creationId xmlns:a16="http://schemas.microsoft.com/office/drawing/2014/main" id="{BAD9F640-F534-449E-AD25-4BD7DE9FF3CE}"/>
              </a:ext>
            </a:extLst>
          </p:cNvPr>
          <p:cNvSpPr/>
          <p:nvPr/>
        </p:nvSpPr>
        <p:spPr>
          <a:xfrm>
            <a:off x="3456066" y="1586204"/>
            <a:ext cx="3622068" cy="437464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522" name="직사각형 521">
            <a:extLst>
              <a:ext uri="{FF2B5EF4-FFF2-40B4-BE49-F238E27FC236}">
                <a16:creationId xmlns:a16="http://schemas.microsoft.com/office/drawing/2014/main" id="{53F86248-CCD8-465A-A4B1-573D246468CF}"/>
              </a:ext>
            </a:extLst>
          </p:cNvPr>
          <p:cNvSpPr/>
          <p:nvPr/>
        </p:nvSpPr>
        <p:spPr>
          <a:xfrm>
            <a:off x="4051435" y="2026006"/>
            <a:ext cx="2431331" cy="3495039"/>
          </a:xfrm>
          <a:prstGeom prst="rect">
            <a:avLst/>
          </a:prstGeom>
          <a:solidFill>
            <a:srgbClr val="9CEC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pic>
        <p:nvPicPr>
          <p:cNvPr id="523" name="그림 522">
            <a:extLst>
              <a:ext uri="{FF2B5EF4-FFF2-40B4-BE49-F238E27FC236}">
                <a16:creationId xmlns:a16="http://schemas.microsoft.com/office/drawing/2014/main" id="{0393CF92-C389-4FFF-AB96-59486C8D1D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866485" y="2239476"/>
            <a:ext cx="151961" cy="133259"/>
          </a:xfrm>
          <a:prstGeom prst="rect">
            <a:avLst/>
          </a:prstGeom>
        </p:spPr>
      </p:pic>
      <p:pic>
        <p:nvPicPr>
          <p:cNvPr id="524" name="그림 523">
            <a:extLst>
              <a:ext uri="{FF2B5EF4-FFF2-40B4-BE49-F238E27FC236}">
                <a16:creationId xmlns:a16="http://schemas.microsoft.com/office/drawing/2014/main" id="{E572C8AA-097D-4AD0-A361-B3E7C63EFD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4850" y="3321009"/>
            <a:ext cx="151961" cy="133259"/>
          </a:xfrm>
          <a:prstGeom prst="rect">
            <a:avLst/>
          </a:prstGeom>
        </p:spPr>
      </p:pic>
      <p:pic>
        <p:nvPicPr>
          <p:cNvPr id="525" name="그림 524">
            <a:extLst>
              <a:ext uri="{FF2B5EF4-FFF2-40B4-BE49-F238E27FC236}">
                <a16:creationId xmlns:a16="http://schemas.microsoft.com/office/drawing/2014/main" id="{1F5F9655-7CB2-48C9-BD5E-194CD5BDDC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213" y="4042033"/>
            <a:ext cx="168502" cy="147763"/>
          </a:xfrm>
          <a:prstGeom prst="rect">
            <a:avLst/>
          </a:prstGeom>
        </p:spPr>
      </p:pic>
      <p:pic>
        <p:nvPicPr>
          <p:cNvPr id="526" name="그림 525">
            <a:extLst>
              <a:ext uri="{FF2B5EF4-FFF2-40B4-BE49-F238E27FC236}">
                <a16:creationId xmlns:a16="http://schemas.microsoft.com/office/drawing/2014/main" id="{93AB8DF5-4B56-48A4-B650-D6D286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82" y="2177161"/>
            <a:ext cx="168502" cy="147763"/>
          </a:xfrm>
          <a:prstGeom prst="rect">
            <a:avLst/>
          </a:prstGeom>
        </p:spPr>
      </p:pic>
      <p:pic>
        <p:nvPicPr>
          <p:cNvPr id="527" name="그림 526">
            <a:extLst>
              <a:ext uri="{FF2B5EF4-FFF2-40B4-BE49-F238E27FC236}">
                <a16:creationId xmlns:a16="http://schemas.microsoft.com/office/drawing/2014/main" id="{E2296A35-9AE1-472E-B446-C0BDC63F44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100" y="3758521"/>
            <a:ext cx="168502" cy="147763"/>
          </a:xfrm>
          <a:prstGeom prst="rect">
            <a:avLst/>
          </a:prstGeom>
        </p:spPr>
      </p:pic>
      <p:pic>
        <p:nvPicPr>
          <p:cNvPr id="528" name="그림 527">
            <a:extLst>
              <a:ext uri="{FF2B5EF4-FFF2-40B4-BE49-F238E27FC236}">
                <a16:creationId xmlns:a16="http://schemas.microsoft.com/office/drawing/2014/main" id="{72B07077-B7CF-4DE6-8F0E-4A81C77617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09202" y="4236140"/>
            <a:ext cx="186387" cy="163447"/>
          </a:xfrm>
          <a:prstGeom prst="rect">
            <a:avLst/>
          </a:prstGeom>
        </p:spPr>
      </p:pic>
      <p:pic>
        <p:nvPicPr>
          <p:cNvPr id="529" name="그림 528">
            <a:extLst>
              <a:ext uri="{FF2B5EF4-FFF2-40B4-BE49-F238E27FC236}">
                <a16:creationId xmlns:a16="http://schemas.microsoft.com/office/drawing/2014/main" id="{11E212AA-C7C5-4EFA-8604-CC25F56233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435" y="2784045"/>
            <a:ext cx="168502" cy="147763"/>
          </a:xfrm>
          <a:prstGeom prst="rect">
            <a:avLst/>
          </a:prstGeom>
        </p:spPr>
      </p:pic>
      <p:pic>
        <p:nvPicPr>
          <p:cNvPr id="530" name="그림 529">
            <a:extLst>
              <a:ext uri="{FF2B5EF4-FFF2-40B4-BE49-F238E27FC236}">
                <a16:creationId xmlns:a16="http://schemas.microsoft.com/office/drawing/2014/main" id="{C5622B9F-4571-4D0C-9BAB-97FEA25244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839" y="4561336"/>
            <a:ext cx="168502" cy="147763"/>
          </a:xfrm>
          <a:prstGeom prst="rect">
            <a:avLst/>
          </a:prstGeom>
        </p:spPr>
      </p:pic>
      <p:pic>
        <p:nvPicPr>
          <p:cNvPr id="531" name="그림 530">
            <a:extLst>
              <a:ext uri="{FF2B5EF4-FFF2-40B4-BE49-F238E27FC236}">
                <a16:creationId xmlns:a16="http://schemas.microsoft.com/office/drawing/2014/main" id="{3C75F47F-3E2D-4DF3-A0D2-06AD3398B4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283" y="3053686"/>
            <a:ext cx="168502" cy="147763"/>
          </a:xfrm>
          <a:prstGeom prst="rect">
            <a:avLst/>
          </a:prstGeom>
        </p:spPr>
      </p:pic>
      <p:pic>
        <p:nvPicPr>
          <p:cNvPr id="532" name="그림 531">
            <a:extLst>
              <a:ext uri="{FF2B5EF4-FFF2-40B4-BE49-F238E27FC236}">
                <a16:creationId xmlns:a16="http://schemas.microsoft.com/office/drawing/2014/main" id="{449E2E13-E2B9-4F62-B9AC-DDB109D87F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730" y="2506043"/>
            <a:ext cx="151961" cy="133259"/>
          </a:xfrm>
          <a:prstGeom prst="rect">
            <a:avLst/>
          </a:prstGeom>
        </p:spPr>
      </p:pic>
      <p:pic>
        <p:nvPicPr>
          <p:cNvPr id="533" name="그림 532">
            <a:extLst>
              <a:ext uri="{FF2B5EF4-FFF2-40B4-BE49-F238E27FC236}">
                <a16:creationId xmlns:a16="http://schemas.microsoft.com/office/drawing/2014/main" id="{3BD34234-07B3-4B0E-9115-73877F4D93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163" y="2238721"/>
            <a:ext cx="168502" cy="147763"/>
          </a:xfrm>
          <a:prstGeom prst="rect">
            <a:avLst/>
          </a:prstGeom>
        </p:spPr>
      </p:pic>
      <p:pic>
        <p:nvPicPr>
          <p:cNvPr id="534" name="그림 533">
            <a:extLst>
              <a:ext uri="{FF2B5EF4-FFF2-40B4-BE49-F238E27FC236}">
                <a16:creationId xmlns:a16="http://schemas.microsoft.com/office/drawing/2014/main" id="{471DF34B-CC2A-435C-B27E-99D43AA86C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024" y="4337810"/>
            <a:ext cx="151961" cy="133259"/>
          </a:xfrm>
          <a:prstGeom prst="rect">
            <a:avLst/>
          </a:prstGeom>
        </p:spPr>
      </p:pic>
      <p:pic>
        <p:nvPicPr>
          <p:cNvPr id="536" name="그림 535">
            <a:extLst>
              <a:ext uri="{FF2B5EF4-FFF2-40B4-BE49-F238E27FC236}">
                <a16:creationId xmlns:a16="http://schemas.microsoft.com/office/drawing/2014/main" id="{8049F910-828B-4246-AA4C-F9AB9FFF45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275" y="4775322"/>
            <a:ext cx="168502" cy="147763"/>
          </a:xfrm>
          <a:prstGeom prst="rect">
            <a:avLst/>
          </a:prstGeom>
        </p:spPr>
      </p:pic>
      <p:pic>
        <p:nvPicPr>
          <p:cNvPr id="537" name="그림 536">
            <a:extLst>
              <a:ext uri="{FF2B5EF4-FFF2-40B4-BE49-F238E27FC236}">
                <a16:creationId xmlns:a16="http://schemas.microsoft.com/office/drawing/2014/main" id="{07905E0C-595F-4763-813E-005F57A109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904" y="3522845"/>
            <a:ext cx="151961" cy="133259"/>
          </a:xfrm>
          <a:prstGeom prst="rect">
            <a:avLst/>
          </a:prstGeom>
        </p:spPr>
      </p:pic>
      <p:pic>
        <p:nvPicPr>
          <p:cNvPr id="538" name="그림 537">
            <a:extLst>
              <a:ext uri="{FF2B5EF4-FFF2-40B4-BE49-F238E27FC236}">
                <a16:creationId xmlns:a16="http://schemas.microsoft.com/office/drawing/2014/main" id="{E0EB8DFF-0678-4745-BC58-FA42244980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337" y="3255522"/>
            <a:ext cx="168502" cy="147763"/>
          </a:xfrm>
          <a:prstGeom prst="rect">
            <a:avLst/>
          </a:prstGeom>
        </p:spPr>
      </p:pic>
      <p:pic>
        <p:nvPicPr>
          <p:cNvPr id="539" name="그림 538">
            <a:extLst>
              <a:ext uri="{FF2B5EF4-FFF2-40B4-BE49-F238E27FC236}">
                <a16:creationId xmlns:a16="http://schemas.microsoft.com/office/drawing/2014/main" id="{EF4C5BCB-9F89-4DBC-8523-14C0546A37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857" y="3237528"/>
            <a:ext cx="151961" cy="133259"/>
          </a:xfrm>
          <a:prstGeom prst="rect">
            <a:avLst/>
          </a:prstGeom>
        </p:spPr>
      </p:pic>
      <p:pic>
        <p:nvPicPr>
          <p:cNvPr id="540" name="그림 539">
            <a:extLst>
              <a:ext uri="{FF2B5EF4-FFF2-40B4-BE49-F238E27FC236}">
                <a16:creationId xmlns:a16="http://schemas.microsoft.com/office/drawing/2014/main" id="{6A75FC90-6C0A-4BCF-B827-26344A978F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392" y="2832605"/>
            <a:ext cx="168502" cy="147763"/>
          </a:xfrm>
          <a:prstGeom prst="rect">
            <a:avLst/>
          </a:prstGeom>
        </p:spPr>
      </p:pic>
      <p:pic>
        <p:nvPicPr>
          <p:cNvPr id="541" name="그림 540">
            <a:extLst>
              <a:ext uri="{FF2B5EF4-FFF2-40B4-BE49-F238E27FC236}">
                <a16:creationId xmlns:a16="http://schemas.microsoft.com/office/drawing/2014/main" id="{8C1B0BBF-EC41-49CF-9A3A-60889A971A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313" y="2242148"/>
            <a:ext cx="168502" cy="147763"/>
          </a:xfrm>
          <a:prstGeom prst="rect">
            <a:avLst/>
          </a:prstGeom>
        </p:spPr>
      </p:pic>
      <p:pic>
        <p:nvPicPr>
          <p:cNvPr id="542" name="그림 541">
            <a:extLst>
              <a:ext uri="{FF2B5EF4-FFF2-40B4-BE49-F238E27FC236}">
                <a16:creationId xmlns:a16="http://schemas.microsoft.com/office/drawing/2014/main" id="{E054577A-9D24-4306-A2A7-4B3D97E161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737" y="2422563"/>
            <a:ext cx="151961" cy="133259"/>
          </a:xfrm>
          <a:prstGeom prst="rect">
            <a:avLst/>
          </a:prstGeom>
        </p:spPr>
      </p:pic>
      <p:pic>
        <p:nvPicPr>
          <p:cNvPr id="543" name="그림 542">
            <a:extLst>
              <a:ext uri="{FF2B5EF4-FFF2-40B4-BE49-F238E27FC236}">
                <a16:creationId xmlns:a16="http://schemas.microsoft.com/office/drawing/2014/main" id="{3D614D94-5531-4718-BFF1-8511678E95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170" y="2155240"/>
            <a:ext cx="168502" cy="147763"/>
          </a:xfrm>
          <a:prstGeom prst="rect">
            <a:avLst/>
          </a:prstGeom>
        </p:spPr>
      </p:pic>
      <p:pic>
        <p:nvPicPr>
          <p:cNvPr id="544" name="그림 543">
            <a:extLst>
              <a:ext uri="{FF2B5EF4-FFF2-40B4-BE49-F238E27FC236}">
                <a16:creationId xmlns:a16="http://schemas.microsoft.com/office/drawing/2014/main" id="{5514FD39-2789-4D0B-AC3B-1784DD8F0E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957" y="3758712"/>
            <a:ext cx="168502" cy="147763"/>
          </a:xfrm>
          <a:prstGeom prst="rect">
            <a:avLst/>
          </a:prstGeom>
        </p:spPr>
      </p:pic>
      <p:pic>
        <p:nvPicPr>
          <p:cNvPr id="545" name="그림 544">
            <a:extLst>
              <a:ext uri="{FF2B5EF4-FFF2-40B4-BE49-F238E27FC236}">
                <a16:creationId xmlns:a16="http://schemas.microsoft.com/office/drawing/2014/main" id="{71730B3B-037C-42DA-A78F-519B82EBFE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189" y="3823698"/>
            <a:ext cx="168502" cy="147763"/>
          </a:xfrm>
          <a:prstGeom prst="rect">
            <a:avLst/>
          </a:prstGeom>
        </p:spPr>
      </p:pic>
      <p:sp>
        <p:nvSpPr>
          <p:cNvPr id="549" name="사각형: 둥근 모서리 548">
            <a:extLst>
              <a:ext uri="{FF2B5EF4-FFF2-40B4-BE49-F238E27FC236}">
                <a16:creationId xmlns:a16="http://schemas.microsoft.com/office/drawing/2014/main" id="{3FB8E18A-7B71-46C8-99D4-CEF28C1B028D}"/>
              </a:ext>
            </a:extLst>
          </p:cNvPr>
          <p:cNvSpPr/>
          <p:nvPr/>
        </p:nvSpPr>
        <p:spPr>
          <a:xfrm>
            <a:off x="5043352" y="2880965"/>
            <a:ext cx="241355" cy="283216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550" name="사각형: 둥근 모서리 549">
            <a:extLst>
              <a:ext uri="{FF2B5EF4-FFF2-40B4-BE49-F238E27FC236}">
                <a16:creationId xmlns:a16="http://schemas.microsoft.com/office/drawing/2014/main" id="{D6F0BB07-43BD-453D-BC34-7D4E778BF43C}"/>
              </a:ext>
            </a:extLst>
          </p:cNvPr>
          <p:cNvSpPr/>
          <p:nvPr/>
        </p:nvSpPr>
        <p:spPr>
          <a:xfrm>
            <a:off x="5040728" y="3192795"/>
            <a:ext cx="241355" cy="306573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551" name="사각형: 둥근 모서리 550">
            <a:extLst>
              <a:ext uri="{FF2B5EF4-FFF2-40B4-BE49-F238E27FC236}">
                <a16:creationId xmlns:a16="http://schemas.microsoft.com/office/drawing/2014/main" id="{28B6ED4E-C18F-40C6-9111-90A88656C55C}"/>
              </a:ext>
            </a:extLst>
          </p:cNvPr>
          <p:cNvSpPr/>
          <p:nvPr/>
        </p:nvSpPr>
        <p:spPr>
          <a:xfrm>
            <a:off x="6122793" y="2880965"/>
            <a:ext cx="241355" cy="126205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552" name="사각형: 둥근 모서리 551">
            <a:extLst>
              <a:ext uri="{FF2B5EF4-FFF2-40B4-BE49-F238E27FC236}">
                <a16:creationId xmlns:a16="http://schemas.microsoft.com/office/drawing/2014/main" id="{AF2EDD57-4BE5-46ED-BBBC-B7329BC8AA28}"/>
              </a:ext>
            </a:extLst>
          </p:cNvPr>
          <p:cNvSpPr/>
          <p:nvPr/>
        </p:nvSpPr>
        <p:spPr>
          <a:xfrm>
            <a:off x="5582823" y="2880965"/>
            <a:ext cx="241355" cy="1262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pic>
        <p:nvPicPr>
          <p:cNvPr id="554" name="그림 553">
            <a:extLst>
              <a:ext uri="{FF2B5EF4-FFF2-40B4-BE49-F238E27FC236}">
                <a16:creationId xmlns:a16="http://schemas.microsoft.com/office/drawing/2014/main" id="{0AD891E4-545F-473B-97AE-C1720F345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971" y="2885450"/>
            <a:ext cx="167174" cy="200683"/>
          </a:xfrm>
          <a:prstGeom prst="rect">
            <a:avLst/>
          </a:prstGeom>
        </p:spPr>
      </p:pic>
      <p:pic>
        <p:nvPicPr>
          <p:cNvPr id="561" name="그림 560">
            <a:extLst>
              <a:ext uri="{FF2B5EF4-FFF2-40B4-BE49-F238E27FC236}">
                <a16:creationId xmlns:a16="http://schemas.microsoft.com/office/drawing/2014/main" id="{CA91F42B-BA7C-4CC1-977A-56B3C0500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7211" y="3915092"/>
            <a:ext cx="215785" cy="259036"/>
          </a:xfrm>
          <a:prstGeom prst="rect">
            <a:avLst/>
          </a:prstGeom>
        </p:spPr>
      </p:pic>
      <p:grpSp>
        <p:nvGrpSpPr>
          <p:cNvPr id="567" name="그룹 566">
            <a:extLst>
              <a:ext uri="{FF2B5EF4-FFF2-40B4-BE49-F238E27FC236}">
                <a16:creationId xmlns:a16="http://schemas.microsoft.com/office/drawing/2014/main" id="{420B9EAC-E8D3-43E3-B2D5-FA5C35F321DF}"/>
              </a:ext>
            </a:extLst>
          </p:cNvPr>
          <p:cNvGrpSpPr/>
          <p:nvPr/>
        </p:nvGrpSpPr>
        <p:grpSpPr>
          <a:xfrm>
            <a:off x="4990428" y="2835243"/>
            <a:ext cx="1433355" cy="34125"/>
            <a:chOff x="5645144" y="3140870"/>
            <a:chExt cx="249768" cy="110534"/>
          </a:xfrm>
        </p:grpSpPr>
        <p:sp>
          <p:nvSpPr>
            <p:cNvPr id="571" name="사각형: 둥근 모서리 570">
              <a:extLst>
                <a:ext uri="{FF2B5EF4-FFF2-40B4-BE49-F238E27FC236}">
                  <a16:creationId xmlns:a16="http://schemas.microsoft.com/office/drawing/2014/main" id="{692D4482-6B2C-48DA-AD15-97BA508ABE17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/>
            </a:p>
          </p:txBody>
        </p:sp>
        <p:sp>
          <p:nvSpPr>
            <p:cNvPr id="572" name="사각형: 둥근 모서리 571">
              <a:extLst>
                <a:ext uri="{FF2B5EF4-FFF2-40B4-BE49-F238E27FC236}">
                  <a16:creationId xmlns:a16="http://schemas.microsoft.com/office/drawing/2014/main" id="{3893B42C-42EF-4121-9417-BF0E5550E859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/>
            </a:p>
          </p:txBody>
        </p:sp>
      </p:grpSp>
      <p:sp>
        <p:nvSpPr>
          <p:cNvPr id="568" name="TextBox 567">
            <a:extLst>
              <a:ext uri="{FF2B5EF4-FFF2-40B4-BE49-F238E27FC236}">
                <a16:creationId xmlns:a16="http://schemas.microsoft.com/office/drawing/2014/main" id="{2C18D63E-32F0-4BEE-B213-E62A7B534EE0}"/>
              </a:ext>
            </a:extLst>
          </p:cNvPr>
          <p:cNvSpPr txBox="1"/>
          <p:nvPr/>
        </p:nvSpPr>
        <p:spPr>
          <a:xfrm>
            <a:off x="5037673" y="3046786"/>
            <a:ext cx="291224" cy="14290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5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5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569" name="Picture 2" descr="돋보기 - 무료 도구 및기구개 아이콘">
            <a:extLst>
              <a:ext uri="{FF2B5EF4-FFF2-40B4-BE49-F238E27FC236}">
                <a16:creationId xmlns:a16="http://schemas.microsoft.com/office/drawing/2014/main" id="{5A82C6CF-D4FF-47D0-8128-BCC460FF3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723" y="3061615"/>
            <a:ext cx="102169" cy="104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0" name="직사각형 569">
            <a:extLst>
              <a:ext uri="{FF2B5EF4-FFF2-40B4-BE49-F238E27FC236}">
                <a16:creationId xmlns:a16="http://schemas.microsoft.com/office/drawing/2014/main" id="{E9576C53-2B1C-4EA1-A073-335A14888323}"/>
              </a:ext>
            </a:extLst>
          </p:cNvPr>
          <p:cNvSpPr/>
          <p:nvPr/>
        </p:nvSpPr>
        <p:spPr>
          <a:xfrm>
            <a:off x="4990428" y="2812537"/>
            <a:ext cx="1433356" cy="263641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690" name="직사각형 689">
            <a:extLst>
              <a:ext uri="{FF2B5EF4-FFF2-40B4-BE49-F238E27FC236}">
                <a16:creationId xmlns:a16="http://schemas.microsoft.com/office/drawing/2014/main" id="{49283F5A-2D68-4BE1-875C-396A2A760975}"/>
              </a:ext>
            </a:extLst>
          </p:cNvPr>
          <p:cNvSpPr/>
          <p:nvPr/>
        </p:nvSpPr>
        <p:spPr>
          <a:xfrm>
            <a:off x="7471748" y="1586204"/>
            <a:ext cx="3622068" cy="437464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691" name="직사각형 690">
            <a:extLst>
              <a:ext uri="{FF2B5EF4-FFF2-40B4-BE49-F238E27FC236}">
                <a16:creationId xmlns:a16="http://schemas.microsoft.com/office/drawing/2014/main" id="{D48B4241-0A97-4DFD-BAD8-10ACE29E4FD9}"/>
              </a:ext>
            </a:extLst>
          </p:cNvPr>
          <p:cNvSpPr/>
          <p:nvPr/>
        </p:nvSpPr>
        <p:spPr>
          <a:xfrm>
            <a:off x="8067117" y="2026006"/>
            <a:ext cx="2431331" cy="3495039"/>
          </a:xfrm>
          <a:prstGeom prst="rect">
            <a:avLst/>
          </a:prstGeom>
          <a:solidFill>
            <a:srgbClr val="9CEC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pic>
        <p:nvPicPr>
          <p:cNvPr id="692" name="그림 691">
            <a:extLst>
              <a:ext uri="{FF2B5EF4-FFF2-40B4-BE49-F238E27FC236}">
                <a16:creationId xmlns:a16="http://schemas.microsoft.com/office/drawing/2014/main" id="{8DE58DB0-E2BA-447B-B260-8ED15A1532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82167" y="2239476"/>
            <a:ext cx="151961" cy="133259"/>
          </a:xfrm>
          <a:prstGeom prst="rect">
            <a:avLst/>
          </a:prstGeom>
        </p:spPr>
      </p:pic>
      <p:pic>
        <p:nvPicPr>
          <p:cNvPr id="693" name="그림 692">
            <a:extLst>
              <a:ext uri="{FF2B5EF4-FFF2-40B4-BE49-F238E27FC236}">
                <a16:creationId xmlns:a16="http://schemas.microsoft.com/office/drawing/2014/main" id="{FBD928F4-2541-43C9-B9E5-FD53826AA0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532" y="3321009"/>
            <a:ext cx="151961" cy="133259"/>
          </a:xfrm>
          <a:prstGeom prst="rect">
            <a:avLst/>
          </a:prstGeom>
        </p:spPr>
      </p:pic>
      <p:pic>
        <p:nvPicPr>
          <p:cNvPr id="694" name="그림 693">
            <a:extLst>
              <a:ext uri="{FF2B5EF4-FFF2-40B4-BE49-F238E27FC236}">
                <a16:creationId xmlns:a16="http://schemas.microsoft.com/office/drawing/2014/main" id="{480C5F86-8683-4B7E-8CDD-9416F3C888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895" y="4042033"/>
            <a:ext cx="168502" cy="147763"/>
          </a:xfrm>
          <a:prstGeom prst="rect">
            <a:avLst/>
          </a:prstGeom>
        </p:spPr>
      </p:pic>
      <p:pic>
        <p:nvPicPr>
          <p:cNvPr id="695" name="그림 694">
            <a:extLst>
              <a:ext uri="{FF2B5EF4-FFF2-40B4-BE49-F238E27FC236}">
                <a16:creationId xmlns:a16="http://schemas.microsoft.com/office/drawing/2014/main" id="{FABCDA5F-AEB5-4008-8E6D-89F715943B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9764" y="2177161"/>
            <a:ext cx="168502" cy="147763"/>
          </a:xfrm>
          <a:prstGeom prst="rect">
            <a:avLst/>
          </a:prstGeom>
        </p:spPr>
      </p:pic>
      <p:pic>
        <p:nvPicPr>
          <p:cNvPr id="696" name="그림 695">
            <a:extLst>
              <a:ext uri="{FF2B5EF4-FFF2-40B4-BE49-F238E27FC236}">
                <a16:creationId xmlns:a16="http://schemas.microsoft.com/office/drawing/2014/main" id="{00DD118A-EDED-4F24-A5E5-5480D39D27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782" y="3758521"/>
            <a:ext cx="168502" cy="147763"/>
          </a:xfrm>
          <a:prstGeom prst="rect">
            <a:avLst/>
          </a:prstGeom>
        </p:spPr>
      </p:pic>
      <p:pic>
        <p:nvPicPr>
          <p:cNvPr id="698" name="그림 697">
            <a:extLst>
              <a:ext uri="{FF2B5EF4-FFF2-40B4-BE49-F238E27FC236}">
                <a16:creationId xmlns:a16="http://schemas.microsoft.com/office/drawing/2014/main" id="{DB75E049-26F2-4231-A281-2337B623A2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117" y="2784045"/>
            <a:ext cx="168502" cy="147763"/>
          </a:xfrm>
          <a:prstGeom prst="rect">
            <a:avLst/>
          </a:prstGeom>
        </p:spPr>
      </p:pic>
      <p:pic>
        <p:nvPicPr>
          <p:cNvPr id="699" name="그림 698">
            <a:extLst>
              <a:ext uri="{FF2B5EF4-FFF2-40B4-BE49-F238E27FC236}">
                <a16:creationId xmlns:a16="http://schemas.microsoft.com/office/drawing/2014/main" id="{DB08B67E-E810-4782-BFE5-58BFC4F824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1521" y="4561336"/>
            <a:ext cx="168502" cy="147763"/>
          </a:xfrm>
          <a:prstGeom prst="rect">
            <a:avLst/>
          </a:prstGeom>
        </p:spPr>
      </p:pic>
      <p:pic>
        <p:nvPicPr>
          <p:cNvPr id="700" name="그림 699">
            <a:extLst>
              <a:ext uri="{FF2B5EF4-FFF2-40B4-BE49-F238E27FC236}">
                <a16:creationId xmlns:a16="http://schemas.microsoft.com/office/drawing/2014/main" id="{84ECB385-20F7-40A5-8D12-297F27F5D5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965" y="3053686"/>
            <a:ext cx="168502" cy="147763"/>
          </a:xfrm>
          <a:prstGeom prst="rect">
            <a:avLst/>
          </a:prstGeom>
        </p:spPr>
      </p:pic>
      <p:pic>
        <p:nvPicPr>
          <p:cNvPr id="701" name="그림 700">
            <a:extLst>
              <a:ext uri="{FF2B5EF4-FFF2-40B4-BE49-F238E27FC236}">
                <a16:creationId xmlns:a16="http://schemas.microsoft.com/office/drawing/2014/main" id="{D513767E-C8F3-4784-9CF1-C1CB920611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12" y="2506043"/>
            <a:ext cx="151961" cy="133259"/>
          </a:xfrm>
          <a:prstGeom prst="rect">
            <a:avLst/>
          </a:prstGeom>
        </p:spPr>
      </p:pic>
      <p:pic>
        <p:nvPicPr>
          <p:cNvPr id="702" name="그림 701">
            <a:extLst>
              <a:ext uri="{FF2B5EF4-FFF2-40B4-BE49-F238E27FC236}">
                <a16:creationId xmlns:a16="http://schemas.microsoft.com/office/drawing/2014/main" id="{01DF969E-C34F-43E4-A4E3-88221AE2DE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7845" y="2238721"/>
            <a:ext cx="168502" cy="147763"/>
          </a:xfrm>
          <a:prstGeom prst="rect">
            <a:avLst/>
          </a:prstGeom>
        </p:spPr>
      </p:pic>
      <p:pic>
        <p:nvPicPr>
          <p:cNvPr id="703" name="그림 702">
            <a:extLst>
              <a:ext uri="{FF2B5EF4-FFF2-40B4-BE49-F238E27FC236}">
                <a16:creationId xmlns:a16="http://schemas.microsoft.com/office/drawing/2014/main" id="{1EC03D4E-9A8F-4C85-B05B-4C91159799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706" y="4337810"/>
            <a:ext cx="151961" cy="133259"/>
          </a:xfrm>
          <a:prstGeom prst="rect">
            <a:avLst/>
          </a:prstGeom>
        </p:spPr>
      </p:pic>
      <p:pic>
        <p:nvPicPr>
          <p:cNvPr id="704" name="그림 703">
            <a:extLst>
              <a:ext uri="{FF2B5EF4-FFF2-40B4-BE49-F238E27FC236}">
                <a16:creationId xmlns:a16="http://schemas.microsoft.com/office/drawing/2014/main" id="{ABB0D2C0-2E7E-43E6-8C03-9689DA48BA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069" y="5058835"/>
            <a:ext cx="168502" cy="147763"/>
          </a:xfrm>
          <a:prstGeom prst="rect">
            <a:avLst/>
          </a:prstGeom>
        </p:spPr>
      </p:pic>
      <p:pic>
        <p:nvPicPr>
          <p:cNvPr id="705" name="그림 704">
            <a:extLst>
              <a:ext uri="{FF2B5EF4-FFF2-40B4-BE49-F238E27FC236}">
                <a16:creationId xmlns:a16="http://schemas.microsoft.com/office/drawing/2014/main" id="{105E90E4-FD06-4CA7-BF41-1FF11230BA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957" y="4775322"/>
            <a:ext cx="168502" cy="147763"/>
          </a:xfrm>
          <a:prstGeom prst="rect">
            <a:avLst/>
          </a:prstGeom>
        </p:spPr>
      </p:pic>
      <p:pic>
        <p:nvPicPr>
          <p:cNvPr id="706" name="그림 705">
            <a:extLst>
              <a:ext uri="{FF2B5EF4-FFF2-40B4-BE49-F238E27FC236}">
                <a16:creationId xmlns:a16="http://schemas.microsoft.com/office/drawing/2014/main" id="{4059BF4C-EF5C-44E4-8251-81638B9922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586" y="3522845"/>
            <a:ext cx="151961" cy="133259"/>
          </a:xfrm>
          <a:prstGeom prst="rect">
            <a:avLst/>
          </a:prstGeom>
        </p:spPr>
      </p:pic>
      <p:pic>
        <p:nvPicPr>
          <p:cNvPr id="707" name="그림 706">
            <a:extLst>
              <a:ext uri="{FF2B5EF4-FFF2-40B4-BE49-F238E27FC236}">
                <a16:creationId xmlns:a16="http://schemas.microsoft.com/office/drawing/2014/main" id="{6CA155D9-6895-4857-8E42-45631D4C01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019" y="3255522"/>
            <a:ext cx="168502" cy="147763"/>
          </a:xfrm>
          <a:prstGeom prst="rect">
            <a:avLst/>
          </a:prstGeom>
        </p:spPr>
      </p:pic>
      <p:pic>
        <p:nvPicPr>
          <p:cNvPr id="708" name="그림 707">
            <a:extLst>
              <a:ext uri="{FF2B5EF4-FFF2-40B4-BE49-F238E27FC236}">
                <a16:creationId xmlns:a16="http://schemas.microsoft.com/office/drawing/2014/main" id="{EA0150DB-FBF8-4FA3-AFC6-F3556ECDA0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2539" y="3237528"/>
            <a:ext cx="151961" cy="133259"/>
          </a:xfrm>
          <a:prstGeom prst="rect">
            <a:avLst/>
          </a:prstGeom>
        </p:spPr>
      </p:pic>
      <p:pic>
        <p:nvPicPr>
          <p:cNvPr id="709" name="그림 708">
            <a:extLst>
              <a:ext uri="{FF2B5EF4-FFF2-40B4-BE49-F238E27FC236}">
                <a16:creationId xmlns:a16="http://schemas.microsoft.com/office/drawing/2014/main" id="{5D46323F-BBBB-4E19-B27E-9AB83F47C9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074" y="2832605"/>
            <a:ext cx="168502" cy="147763"/>
          </a:xfrm>
          <a:prstGeom prst="rect">
            <a:avLst/>
          </a:prstGeom>
        </p:spPr>
      </p:pic>
      <p:pic>
        <p:nvPicPr>
          <p:cNvPr id="710" name="그림 709">
            <a:extLst>
              <a:ext uri="{FF2B5EF4-FFF2-40B4-BE49-F238E27FC236}">
                <a16:creationId xmlns:a16="http://schemas.microsoft.com/office/drawing/2014/main" id="{E86F6CD7-E2F1-45E0-BED9-43AA8FB1C7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995" y="2242148"/>
            <a:ext cx="168502" cy="147763"/>
          </a:xfrm>
          <a:prstGeom prst="rect">
            <a:avLst/>
          </a:prstGeom>
        </p:spPr>
      </p:pic>
      <p:pic>
        <p:nvPicPr>
          <p:cNvPr id="711" name="그림 710">
            <a:extLst>
              <a:ext uri="{FF2B5EF4-FFF2-40B4-BE49-F238E27FC236}">
                <a16:creationId xmlns:a16="http://schemas.microsoft.com/office/drawing/2014/main" id="{8694CFB3-85F9-4F74-AF6E-CD6810A5A4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419" y="2422563"/>
            <a:ext cx="151961" cy="133259"/>
          </a:xfrm>
          <a:prstGeom prst="rect">
            <a:avLst/>
          </a:prstGeom>
        </p:spPr>
      </p:pic>
      <p:pic>
        <p:nvPicPr>
          <p:cNvPr id="712" name="그림 711">
            <a:extLst>
              <a:ext uri="{FF2B5EF4-FFF2-40B4-BE49-F238E27FC236}">
                <a16:creationId xmlns:a16="http://schemas.microsoft.com/office/drawing/2014/main" id="{4E868C51-FE82-4D4D-917E-15D4C79BC0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852" y="2155240"/>
            <a:ext cx="168502" cy="147763"/>
          </a:xfrm>
          <a:prstGeom prst="rect">
            <a:avLst/>
          </a:prstGeom>
        </p:spPr>
      </p:pic>
      <p:pic>
        <p:nvPicPr>
          <p:cNvPr id="713" name="그림 712">
            <a:extLst>
              <a:ext uri="{FF2B5EF4-FFF2-40B4-BE49-F238E27FC236}">
                <a16:creationId xmlns:a16="http://schemas.microsoft.com/office/drawing/2014/main" id="{DF2EE3FB-FC13-4692-8DE9-9324921458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640" y="3758712"/>
            <a:ext cx="168502" cy="147763"/>
          </a:xfrm>
          <a:prstGeom prst="rect">
            <a:avLst/>
          </a:prstGeom>
        </p:spPr>
      </p:pic>
      <p:pic>
        <p:nvPicPr>
          <p:cNvPr id="714" name="그림 713">
            <a:extLst>
              <a:ext uri="{FF2B5EF4-FFF2-40B4-BE49-F238E27FC236}">
                <a16:creationId xmlns:a16="http://schemas.microsoft.com/office/drawing/2014/main" id="{82477C66-2FF2-41A7-AD36-E073209A03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4871" y="3823698"/>
            <a:ext cx="168502" cy="147763"/>
          </a:xfrm>
          <a:prstGeom prst="rect">
            <a:avLst/>
          </a:prstGeom>
        </p:spPr>
      </p:pic>
      <p:pic>
        <p:nvPicPr>
          <p:cNvPr id="715" name="그림 714">
            <a:extLst>
              <a:ext uri="{FF2B5EF4-FFF2-40B4-BE49-F238E27FC236}">
                <a16:creationId xmlns:a16="http://schemas.microsoft.com/office/drawing/2014/main" id="{7BF543C5-4B8C-4632-A776-CE49715BC8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1180" y="5037913"/>
            <a:ext cx="168502" cy="147763"/>
          </a:xfrm>
          <a:prstGeom prst="rect">
            <a:avLst/>
          </a:prstGeom>
        </p:spPr>
      </p:pic>
      <p:pic>
        <p:nvPicPr>
          <p:cNvPr id="716" name="그림 715">
            <a:extLst>
              <a:ext uri="{FF2B5EF4-FFF2-40B4-BE49-F238E27FC236}">
                <a16:creationId xmlns:a16="http://schemas.microsoft.com/office/drawing/2014/main" id="{D35B68C4-3338-44ED-A531-9638095CA0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12" y="5102899"/>
            <a:ext cx="168502" cy="147763"/>
          </a:xfrm>
          <a:prstGeom prst="rect">
            <a:avLst/>
          </a:prstGeom>
        </p:spPr>
      </p:pic>
      <p:sp>
        <p:nvSpPr>
          <p:cNvPr id="718" name="사각형: 둥근 모서리 717">
            <a:extLst>
              <a:ext uri="{FF2B5EF4-FFF2-40B4-BE49-F238E27FC236}">
                <a16:creationId xmlns:a16="http://schemas.microsoft.com/office/drawing/2014/main" id="{B114FD36-2BCC-4619-BE5F-416F517A7EE0}"/>
              </a:ext>
            </a:extLst>
          </p:cNvPr>
          <p:cNvSpPr/>
          <p:nvPr/>
        </p:nvSpPr>
        <p:spPr>
          <a:xfrm>
            <a:off x="7514217" y="1990436"/>
            <a:ext cx="241355" cy="283216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719" name="사각형: 둥근 모서리 718">
            <a:extLst>
              <a:ext uri="{FF2B5EF4-FFF2-40B4-BE49-F238E27FC236}">
                <a16:creationId xmlns:a16="http://schemas.microsoft.com/office/drawing/2014/main" id="{97CB0D94-86B3-46F0-BDB3-4CFB1CC46964}"/>
              </a:ext>
            </a:extLst>
          </p:cNvPr>
          <p:cNvSpPr/>
          <p:nvPr/>
        </p:nvSpPr>
        <p:spPr>
          <a:xfrm>
            <a:off x="7511593" y="2302266"/>
            <a:ext cx="241355" cy="306573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720" name="사각형: 둥근 모서리 719">
            <a:extLst>
              <a:ext uri="{FF2B5EF4-FFF2-40B4-BE49-F238E27FC236}">
                <a16:creationId xmlns:a16="http://schemas.microsoft.com/office/drawing/2014/main" id="{10467F16-F010-4900-8690-06B05E843844}"/>
              </a:ext>
            </a:extLst>
          </p:cNvPr>
          <p:cNvSpPr/>
          <p:nvPr/>
        </p:nvSpPr>
        <p:spPr>
          <a:xfrm>
            <a:off x="8593658" y="1990436"/>
            <a:ext cx="241355" cy="126205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721" name="사각형: 둥근 모서리 720">
            <a:extLst>
              <a:ext uri="{FF2B5EF4-FFF2-40B4-BE49-F238E27FC236}">
                <a16:creationId xmlns:a16="http://schemas.microsoft.com/office/drawing/2014/main" id="{5F0446D4-CDEA-46F7-8BC4-C1788150C93B}"/>
              </a:ext>
            </a:extLst>
          </p:cNvPr>
          <p:cNvSpPr/>
          <p:nvPr/>
        </p:nvSpPr>
        <p:spPr>
          <a:xfrm>
            <a:off x="8053688" y="1990436"/>
            <a:ext cx="241355" cy="1262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pic>
        <p:nvPicPr>
          <p:cNvPr id="723" name="그림 722">
            <a:extLst>
              <a:ext uri="{FF2B5EF4-FFF2-40B4-BE49-F238E27FC236}">
                <a16:creationId xmlns:a16="http://schemas.microsoft.com/office/drawing/2014/main" id="{659C3C44-4B48-45DF-8686-92BE14FD7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836" y="1994921"/>
            <a:ext cx="167174" cy="200683"/>
          </a:xfrm>
          <a:prstGeom prst="rect">
            <a:avLst/>
          </a:prstGeom>
        </p:spPr>
      </p:pic>
      <p:pic>
        <p:nvPicPr>
          <p:cNvPr id="730" name="그림 729">
            <a:extLst>
              <a:ext uri="{FF2B5EF4-FFF2-40B4-BE49-F238E27FC236}">
                <a16:creationId xmlns:a16="http://schemas.microsoft.com/office/drawing/2014/main" id="{B4A62EEF-2757-4509-88AD-B148A81D2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076" y="3024563"/>
            <a:ext cx="215785" cy="259036"/>
          </a:xfrm>
          <a:prstGeom prst="rect">
            <a:avLst/>
          </a:prstGeom>
        </p:spPr>
      </p:pic>
      <p:grpSp>
        <p:nvGrpSpPr>
          <p:cNvPr id="736" name="그룹 735">
            <a:extLst>
              <a:ext uri="{FF2B5EF4-FFF2-40B4-BE49-F238E27FC236}">
                <a16:creationId xmlns:a16="http://schemas.microsoft.com/office/drawing/2014/main" id="{317799CF-B251-4627-AD12-8DF5AB69F782}"/>
              </a:ext>
            </a:extLst>
          </p:cNvPr>
          <p:cNvGrpSpPr/>
          <p:nvPr/>
        </p:nvGrpSpPr>
        <p:grpSpPr>
          <a:xfrm>
            <a:off x="7461293" y="1944714"/>
            <a:ext cx="1433355" cy="34125"/>
            <a:chOff x="5645144" y="3140870"/>
            <a:chExt cx="249768" cy="110534"/>
          </a:xfrm>
        </p:grpSpPr>
        <p:sp>
          <p:nvSpPr>
            <p:cNvPr id="740" name="사각형: 둥근 모서리 739">
              <a:extLst>
                <a:ext uri="{FF2B5EF4-FFF2-40B4-BE49-F238E27FC236}">
                  <a16:creationId xmlns:a16="http://schemas.microsoft.com/office/drawing/2014/main" id="{CDBA122A-19D9-466F-9891-C21B76A8580D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/>
            </a:p>
          </p:txBody>
        </p:sp>
        <p:sp>
          <p:nvSpPr>
            <p:cNvPr id="741" name="사각형: 둥근 모서리 740">
              <a:extLst>
                <a:ext uri="{FF2B5EF4-FFF2-40B4-BE49-F238E27FC236}">
                  <a16:creationId xmlns:a16="http://schemas.microsoft.com/office/drawing/2014/main" id="{5EE5BC21-C49F-40FC-98C6-0C99007B3343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/>
            </a:p>
          </p:txBody>
        </p:sp>
      </p:grpSp>
      <p:sp>
        <p:nvSpPr>
          <p:cNvPr id="737" name="TextBox 736">
            <a:extLst>
              <a:ext uri="{FF2B5EF4-FFF2-40B4-BE49-F238E27FC236}">
                <a16:creationId xmlns:a16="http://schemas.microsoft.com/office/drawing/2014/main" id="{C94A19C6-4504-4A1A-8A3D-8100C5986B9C}"/>
              </a:ext>
            </a:extLst>
          </p:cNvPr>
          <p:cNvSpPr txBox="1"/>
          <p:nvPr/>
        </p:nvSpPr>
        <p:spPr>
          <a:xfrm>
            <a:off x="7508538" y="2156257"/>
            <a:ext cx="291224" cy="14290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5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5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738" name="Picture 2" descr="돋보기 - 무료 도구 및기구개 아이콘">
            <a:extLst>
              <a:ext uri="{FF2B5EF4-FFF2-40B4-BE49-F238E27FC236}">
                <a16:creationId xmlns:a16="http://schemas.microsoft.com/office/drawing/2014/main" id="{9E311C9F-4BBA-4848-966B-5B7441E40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588" y="2171086"/>
            <a:ext cx="102169" cy="104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9" name="직사각형 738">
            <a:extLst>
              <a:ext uri="{FF2B5EF4-FFF2-40B4-BE49-F238E27FC236}">
                <a16:creationId xmlns:a16="http://schemas.microsoft.com/office/drawing/2014/main" id="{C96FD679-57DE-4B89-8B80-FD778EC99C42}"/>
              </a:ext>
            </a:extLst>
          </p:cNvPr>
          <p:cNvSpPr/>
          <p:nvPr/>
        </p:nvSpPr>
        <p:spPr>
          <a:xfrm>
            <a:off x="7461293" y="1922008"/>
            <a:ext cx="1433356" cy="263641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762" name="TextBox 761">
            <a:extLst>
              <a:ext uri="{FF2B5EF4-FFF2-40B4-BE49-F238E27FC236}">
                <a16:creationId xmlns:a16="http://schemas.microsoft.com/office/drawing/2014/main" id="{196DE864-9CC7-4B9F-BF78-97B7DCF1CEA7}"/>
              </a:ext>
            </a:extLst>
          </p:cNvPr>
          <p:cNvSpPr txBox="1"/>
          <p:nvPr/>
        </p:nvSpPr>
        <p:spPr>
          <a:xfrm>
            <a:off x="3456066" y="6001307"/>
            <a:ext cx="362206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트럭은 지정된 영역 내에서 자유롭게 이동 가능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algn="ct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 위치를 카메라가 따라다님</a:t>
            </a:r>
          </a:p>
        </p:txBody>
      </p:sp>
      <p:sp>
        <p:nvSpPr>
          <p:cNvPr id="763" name="TextBox 762">
            <a:extLst>
              <a:ext uri="{FF2B5EF4-FFF2-40B4-BE49-F238E27FC236}">
                <a16:creationId xmlns:a16="http://schemas.microsoft.com/office/drawing/2014/main" id="{F7A3AC6B-9D32-45D4-8D53-FFFBD2176638}"/>
              </a:ext>
            </a:extLst>
          </p:cNvPr>
          <p:cNvSpPr txBox="1"/>
          <p:nvPr/>
        </p:nvSpPr>
        <p:spPr>
          <a:xfrm>
            <a:off x="7406152" y="6001307"/>
            <a:ext cx="375326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트럭은 지정된 영역 끝을 넘어갈 수는 없음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algn="ctr"/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69E21782-2B4F-40F2-9289-47E10650635F}"/>
              </a:ext>
            </a:extLst>
          </p:cNvPr>
          <p:cNvGrpSpPr/>
          <p:nvPr/>
        </p:nvGrpSpPr>
        <p:grpSpPr>
          <a:xfrm>
            <a:off x="926235" y="4147740"/>
            <a:ext cx="1640444" cy="536510"/>
            <a:chOff x="4587404" y="4396748"/>
            <a:chExt cx="2498735" cy="817215"/>
          </a:xfrm>
        </p:grpSpPr>
        <p:sp>
          <p:nvSpPr>
            <p:cNvPr id="235" name="사각형: 둥근 모서리 234">
              <a:extLst>
                <a:ext uri="{FF2B5EF4-FFF2-40B4-BE49-F238E27FC236}">
                  <a16:creationId xmlns:a16="http://schemas.microsoft.com/office/drawing/2014/main" id="{9E77D452-CD40-475B-8075-768DF2F5B4D7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00" dirty="0"/>
            </a:p>
          </p:txBody>
        </p:sp>
        <p:sp>
          <p:nvSpPr>
            <p:cNvPr id="236" name="사각형: 둥근 모서리 235">
              <a:extLst>
                <a:ext uri="{FF2B5EF4-FFF2-40B4-BE49-F238E27FC236}">
                  <a16:creationId xmlns:a16="http://schemas.microsoft.com/office/drawing/2014/main" id="{9F0C9120-BE54-4871-BE95-C47175A795E1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00" dirty="0"/>
            </a:p>
          </p:txBody>
        </p:sp>
        <p:sp>
          <p:nvSpPr>
            <p:cNvPr id="237" name="직사각형 236">
              <a:extLst>
                <a:ext uri="{FF2B5EF4-FFF2-40B4-BE49-F238E27FC236}">
                  <a16:creationId xmlns:a16="http://schemas.microsoft.com/office/drawing/2014/main" id="{7AC1090F-2D42-403E-91F3-FD1E21E7D044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/>
            </a:p>
          </p:txBody>
        </p:sp>
        <p:grpSp>
          <p:nvGrpSpPr>
            <p:cNvPr id="238" name="그룹 237">
              <a:extLst>
                <a:ext uri="{FF2B5EF4-FFF2-40B4-BE49-F238E27FC236}">
                  <a16:creationId xmlns:a16="http://schemas.microsoft.com/office/drawing/2014/main" id="{DB1158C7-F7BD-47B6-9FC3-059464B7AEF4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63" name="직사각형 262">
                <a:extLst>
                  <a:ext uri="{FF2B5EF4-FFF2-40B4-BE49-F238E27FC236}">
                    <a16:creationId xmlns:a16="http://schemas.microsoft.com/office/drawing/2014/main" id="{117302C9-212B-411A-AA74-961FA3658D9B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264" name="직사각형 263">
                <a:extLst>
                  <a:ext uri="{FF2B5EF4-FFF2-40B4-BE49-F238E27FC236}">
                    <a16:creationId xmlns:a16="http://schemas.microsoft.com/office/drawing/2014/main" id="{506DAC27-CA91-4A9F-B7C1-6BEA79AA505F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265" name="직사각형 264">
                <a:extLst>
                  <a:ext uri="{FF2B5EF4-FFF2-40B4-BE49-F238E27FC236}">
                    <a16:creationId xmlns:a16="http://schemas.microsoft.com/office/drawing/2014/main" id="{B4E9638C-54C6-4832-B061-A3BB71E3ADB5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266" name="직사각형 265">
                <a:extLst>
                  <a:ext uri="{FF2B5EF4-FFF2-40B4-BE49-F238E27FC236}">
                    <a16:creationId xmlns:a16="http://schemas.microsoft.com/office/drawing/2014/main" id="{4F0F6E3E-A5EC-4A2F-8A9C-4B75AC7169CB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</p:grpSp>
        <p:pic>
          <p:nvPicPr>
            <p:cNvPr id="239" name="그림 238">
              <a:extLst>
                <a:ext uri="{FF2B5EF4-FFF2-40B4-BE49-F238E27FC236}">
                  <a16:creationId xmlns:a16="http://schemas.microsoft.com/office/drawing/2014/main" id="{0F388331-202A-44A2-8F8D-A057E17E7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240" name="직사각형 239">
              <a:extLst>
                <a:ext uri="{FF2B5EF4-FFF2-40B4-BE49-F238E27FC236}">
                  <a16:creationId xmlns:a16="http://schemas.microsoft.com/office/drawing/2014/main" id="{2B4271F1-EB91-48DD-A7EF-376733FB7B22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/>
            </a:p>
          </p:txBody>
        </p:sp>
        <p:grpSp>
          <p:nvGrpSpPr>
            <p:cNvPr id="241" name="그룹 240">
              <a:extLst>
                <a:ext uri="{FF2B5EF4-FFF2-40B4-BE49-F238E27FC236}">
                  <a16:creationId xmlns:a16="http://schemas.microsoft.com/office/drawing/2014/main" id="{8DC95D49-F022-4153-94FA-11B06E5214F8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57" name="직사각형 256">
                <a:extLst>
                  <a:ext uri="{FF2B5EF4-FFF2-40B4-BE49-F238E27FC236}">
                    <a16:creationId xmlns:a16="http://schemas.microsoft.com/office/drawing/2014/main" id="{C54488FE-E8AB-4DFA-9730-C1971AD2F40F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258" name="직사각형 257">
                <a:extLst>
                  <a:ext uri="{FF2B5EF4-FFF2-40B4-BE49-F238E27FC236}">
                    <a16:creationId xmlns:a16="http://schemas.microsoft.com/office/drawing/2014/main" id="{FFCA643A-E8AD-45FE-A51D-49D8C8AA702B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259" name="직사각형 258">
                <a:extLst>
                  <a:ext uri="{FF2B5EF4-FFF2-40B4-BE49-F238E27FC236}">
                    <a16:creationId xmlns:a16="http://schemas.microsoft.com/office/drawing/2014/main" id="{1030A816-2A7C-42F1-8737-54997CCD724D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260" name="직사각형 259">
                <a:extLst>
                  <a:ext uri="{FF2B5EF4-FFF2-40B4-BE49-F238E27FC236}">
                    <a16:creationId xmlns:a16="http://schemas.microsoft.com/office/drawing/2014/main" id="{943B2D99-C25D-4897-A8BE-7E66321A54B7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261" name="직사각형 260">
                <a:extLst>
                  <a:ext uri="{FF2B5EF4-FFF2-40B4-BE49-F238E27FC236}">
                    <a16:creationId xmlns:a16="http://schemas.microsoft.com/office/drawing/2014/main" id="{60295387-1365-4BC4-A429-CC7F234812C4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262" name="직사각형 261">
                <a:extLst>
                  <a:ext uri="{FF2B5EF4-FFF2-40B4-BE49-F238E27FC236}">
                    <a16:creationId xmlns:a16="http://schemas.microsoft.com/office/drawing/2014/main" id="{FA93D6E0-E4A8-4B9F-80FA-F754E35C910F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</p:grpSp>
        <p:pic>
          <p:nvPicPr>
            <p:cNvPr id="242" name="그림 241">
              <a:extLst>
                <a:ext uri="{FF2B5EF4-FFF2-40B4-BE49-F238E27FC236}">
                  <a16:creationId xmlns:a16="http://schemas.microsoft.com/office/drawing/2014/main" id="{121AAF6D-D3C9-4436-8604-4CDF20B19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243" name="직사각형 242">
              <a:extLst>
                <a:ext uri="{FF2B5EF4-FFF2-40B4-BE49-F238E27FC236}">
                  <a16:creationId xmlns:a16="http://schemas.microsoft.com/office/drawing/2014/main" id="{306001EF-85B1-42E8-83C9-A64556FFE122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/>
            </a:p>
          </p:txBody>
        </p:sp>
        <p:grpSp>
          <p:nvGrpSpPr>
            <p:cNvPr id="244" name="그룹 243">
              <a:extLst>
                <a:ext uri="{FF2B5EF4-FFF2-40B4-BE49-F238E27FC236}">
                  <a16:creationId xmlns:a16="http://schemas.microsoft.com/office/drawing/2014/main" id="{5607CFB0-B5E6-4DAA-99CD-1B5C3D681F44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7223B2B1-9216-4529-9C5B-AB49044254C8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252" name="직사각형 251">
                <a:extLst>
                  <a:ext uri="{FF2B5EF4-FFF2-40B4-BE49-F238E27FC236}">
                    <a16:creationId xmlns:a16="http://schemas.microsoft.com/office/drawing/2014/main" id="{D4A23928-682D-4DCE-B8E0-616DA833B606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253" name="직사각형 252">
                <a:extLst>
                  <a:ext uri="{FF2B5EF4-FFF2-40B4-BE49-F238E27FC236}">
                    <a16:creationId xmlns:a16="http://schemas.microsoft.com/office/drawing/2014/main" id="{67A61CF3-9397-47EF-B026-060AF099C474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254" name="직사각형 253">
                <a:extLst>
                  <a:ext uri="{FF2B5EF4-FFF2-40B4-BE49-F238E27FC236}">
                    <a16:creationId xmlns:a16="http://schemas.microsoft.com/office/drawing/2014/main" id="{8F324CD4-40B5-4518-B8C8-32980D8BC11D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255" name="직사각형 254">
                <a:extLst>
                  <a:ext uri="{FF2B5EF4-FFF2-40B4-BE49-F238E27FC236}">
                    <a16:creationId xmlns:a16="http://schemas.microsoft.com/office/drawing/2014/main" id="{8A158A95-3829-4515-9E0E-ED224E74D510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256" name="직사각형 255">
                <a:extLst>
                  <a:ext uri="{FF2B5EF4-FFF2-40B4-BE49-F238E27FC236}">
                    <a16:creationId xmlns:a16="http://schemas.microsoft.com/office/drawing/2014/main" id="{B89F3C3E-589E-4B92-BFF7-21FC2D0B4EC0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</p:grpSp>
        <p:pic>
          <p:nvPicPr>
            <p:cNvPr id="245" name="그림 244">
              <a:extLst>
                <a:ext uri="{FF2B5EF4-FFF2-40B4-BE49-F238E27FC236}">
                  <a16:creationId xmlns:a16="http://schemas.microsoft.com/office/drawing/2014/main" id="{89264172-5674-4E74-96A5-E0DB60A86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246" name="사각형: 둥근 모서리 245">
              <a:extLst>
                <a:ext uri="{FF2B5EF4-FFF2-40B4-BE49-F238E27FC236}">
                  <a16:creationId xmlns:a16="http://schemas.microsoft.com/office/drawing/2014/main" id="{D9E98C87-01BE-4C1E-A7A4-4A48F412AB95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00" dirty="0"/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2D8B51A7-567F-4761-B4D9-4354C165B16C}"/>
                </a:ext>
              </a:extLst>
            </p:cNvPr>
            <p:cNvSpPr txBox="1"/>
            <p:nvPr/>
          </p:nvSpPr>
          <p:spPr>
            <a:xfrm>
              <a:off x="5510476" y="4431572"/>
              <a:ext cx="679282" cy="3516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9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9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248" name="그룹 247">
              <a:extLst>
                <a:ext uri="{FF2B5EF4-FFF2-40B4-BE49-F238E27FC236}">
                  <a16:creationId xmlns:a16="http://schemas.microsoft.com/office/drawing/2014/main" id="{89304D6F-9186-47FD-87C6-55F3DDB07150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249" name="사각형: 둥근 모서리 248">
                <a:extLst>
                  <a:ext uri="{FF2B5EF4-FFF2-40B4-BE49-F238E27FC236}">
                    <a16:creationId xmlns:a16="http://schemas.microsoft.com/office/drawing/2014/main" id="{BAEAED88-80F3-4EDD-BFBF-A4196BF6BEE5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pic>
            <p:nvPicPr>
              <p:cNvPr id="250" name="Picture 12">
                <a:extLst>
                  <a:ext uri="{FF2B5EF4-FFF2-40B4-BE49-F238E27FC236}">
                    <a16:creationId xmlns:a16="http://schemas.microsoft.com/office/drawing/2014/main" id="{A20F6AEC-3137-4EE3-B352-2A9D653A76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04" name="그룹 303">
            <a:extLst>
              <a:ext uri="{FF2B5EF4-FFF2-40B4-BE49-F238E27FC236}">
                <a16:creationId xmlns:a16="http://schemas.microsoft.com/office/drawing/2014/main" id="{B4077F40-713D-4FBE-84CF-143958856DF9}"/>
              </a:ext>
            </a:extLst>
          </p:cNvPr>
          <p:cNvGrpSpPr/>
          <p:nvPr/>
        </p:nvGrpSpPr>
        <p:grpSpPr>
          <a:xfrm>
            <a:off x="5004157" y="4969014"/>
            <a:ext cx="1384735" cy="452880"/>
            <a:chOff x="4587404" y="4396748"/>
            <a:chExt cx="2498735" cy="817215"/>
          </a:xfrm>
        </p:grpSpPr>
        <p:sp>
          <p:nvSpPr>
            <p:cNvPr id="305" name="사각형: 둥근 모서리 304">
              <a:extLst>
                <a:ext uri="{FF2B5EF4-FFF2-40B4-BE49-F238E27FC236}">
                  <a16:creationId xmlns:a16="http://schemas.microsoft.com/office/drawing/2014/main" id="{AA90EFD5-523A-4D42-B649-E08D4B5B0C0D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00" dirty="0"/>
            </a:p>
          </p:txBody>
        </p:sp>
        <p:sp>
          <p:nvSpPr>
            <p:cNvPr id="306" name="사각형: 둥근 모서리 305">
              <a:extLst>
                <a:ext uri="{FF2B5EF4-FFF2-40B4-BE49-F238E27FC236}">
                  <a16:creationId xmlns:a16="http://schemas.microsoft.com/office/drawing/2014/main" id="{748EFD6E-0924-410B-B4D9-F242114AEF97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00" dirty="0"/>
            </a:p>
          </p:txBody>
        </p:sp>
        <p:sp>
          <p:nvSpPr>
            <p:cNvPr id="307" name="직사각형 306">
              <a:extLst>
                <a:ext uri="{FF2B5EF4-FFF2-40B4-BE49-F238E27FC236}">
                  <a16:creationId xmlns:a16="http://schemas.microsoft.com/office/drawing/2014/main" id="{9497875F-4570-4FEB-A5B8-F4647ABDD28A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grpSp>
          <p:nvGrpSpPr>
            <p:cNvPr id="308" name="그룹 307">
              <a:extLst>
                <a:ext uri="{FF2B5EF4-FFF2-40B4-BE49-F238E27FC236}">
                  <a16:creationId xmlns:a16="http://schemas.microsoft.com/office/drawing/2014/main" id="{BA4B9352-7E6A-4B8A-A158-D588B1BA681E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33" name="직사각형 332">
                <a:extLst>
                  <a:ext uri="{FF2B5EF4-FFF2-40B4-BE49-F238E27FC236}">
                    <a16:creationId xmlns:a16="http://schemas.microsoft.com/office/drawing/2014/main" id="{D6D9C89A-7D3E-4CB9-868D-7E71AB002811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669062A9-B472-4BD8-9D93-4B085FEECD80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35" name="직사각형 334">
                <a:extLst>
                  <a:ext uri="{FF2B5EF4-FFF2-40B4-BE49-F238E27FC236}">
                    <a16:creationId xmlns:a16="http://schemas.microsoft.com/office/drawing/2014/main" id="{08D5153C-9DF0-4594-ABF8-63EDA75B8776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36" name="직사각형 335">
                <a:extLst>
                  <a:ext uri="{FF2B5EF4-FFF2-40B4-BE49-F238E27FC236}">
                    <a16:creationId xmlns:a16="http://schemas.microsoft.com/office/drawing/2014/main" id="{885FFC78-6026-45DF-8E1E-576A65186B11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  <p:pic>
          <p:nvPicPr>
            <p:cNvPr id="309" name="그림 308">
              <a:extLst>
                <a:ext uri="{FF2B5EF4-FFF2-40B4-BE49-F238E27FC236}">
                  <a16:creationId xmlns:a16="http://schemas.microsoft.com/office/drawing/2014/main" id="{643E2CF3-DAF2-4021-BFE9-B817FF74F4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310" name="직사각형 309">
              <a:extLst>
                <a:ext uri="{FF2B5EF4-FFF2-40B4-BE49-F238E27FC236}">
                  <a16:creationId xmlns:a16="http://schemas.microsoft.com/office/drawing/2014/main" id="{E417D681-BFF9-4828-A650-3EA8FCFC613B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grpSp>
          <p:nvGrpSpPr>
            <p:cNvPr id="311" name="그룹 310">
              <a:extLst>
                <a:ext uri="{FF2B5EF4-FFF2-40B4-BE49-F238E27FC236}">
                  <a16:creationId xmlns:a16="http://schemas.microsoft.com/office/drawing/2014/main" id="{7B8EFF17-74B3-46BF-A2C0-DAA32606772C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27" name="직사각형 326">
                <a:extLst>
                  <a:ext uri="{FF2B5EF4-FFF2-40B4-BE49-F238E27FC236}">
                    <a16:creationId xmlns:a16="http://schemas.microsoft.com/office/drawing/2014/main" id="{FD75363C-C6C7-4395-B874-E4DBC770FD84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28" name="직사각형 327">
                <a:extLst>
                  <a:ext uri="{FF2B5EF4-FFF2-40B4-BE49-F238E27FC236}">
                    <a16:creationId xmlns:a16="http://schemas.microsoft.com/office/drawing/2014/main" id="{F7408EA4-5F93-47E6-8527-6A0F0C342259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29" name="직사각형 328">
                <a:extLst>
                  <a:ext uri="{FF2B5EF4-FFF2-40B4-BE49-F238E27FC236}">
                    <a16:creationId xmlns:a16="http://schemas.microsoft.com/office/drawing/2014/main" id="{38A417A4-5538-4096-8AA3-071E204F04B8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30" name="직사각형 329">
                <a:extLst>
                  <a:ext uri="{FF2B5EF4-FFF2-40B4-BE49-F238E27FC236}">
                    <a16:creationId xmlns:a16="http://schemas.microsoft.com/office/drawing/2014/main" id="{FC192D02-AFBA-47A0-879B-5CA6A51878F8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31" name="직사각형 330">
                <a:extLst>
                  <a:ext uri="{FF2B5EF4-FFF2-40B4-BE49-F238E27FC236}">
                    <a16:creationId xmlns:a16="http://schemas.microsoft.com/office/drawing/2014/main" id="{AED8D1D7-BAB9-45BC-8584-B00F00A2499F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32" name="직사각형 331">
                <a:extLst>
                  <a:ext uri="{FF2B5EF4-FFF2-40B4-BE49-F238E27FC236}">
                    <a16:creationId xmlns:a16="http://schemas.microsoft.com/office/drawing/2014/main" id="{842DCCBB-523E-467F-AA81-AE18771F4ED6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  <p:pic>
          <p:nvPicPr>
            <p:cNvPr id="312" name="그림 311">
              <a:extLst>
                <a:ext uri="{FF2B5EF4-FFF2-40B4-BE49-F238E27FC236}">
                  <a16:creationId xmlns:a16="http://schemas.microsoft.com/office/drawing/2014/main" id="{8FB9AA29-5D98-4C71-9665-986A0814D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313" name="직사각형 312">
              <a:extLst>
                <a:ext uri="{FF2B5EF4-FFF2-40B4-BE49-F238E27FC236}">
                  <a16:creationId xmlns:a16="http://schemas.microsoft.com/office/drawing/2014/main" id="{8810B4D5-F558-4FC3-A055-47013CB74BBF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grpSp>
          <p:nvGrpSpPr>
            <p:cNvPr id="314" name="그룹 313">
              <a:extLst>
                <a:ext uri="{FF2B5EF4-FFF2-40B4-BE49-F238E27FC236}">
                  <a16:creationId xmlns:a16="http://schemas.microsoft.com/office/drawing/2014/main" id="{FB65C502-4014-48EF-AAC9-BC4FEDFD34EA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077F6D11-D9AF-4E4E-9350-98C2DB992D17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610D1FAE-7832-4752-800A-D04F6282DB73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5D88753F-54B7-4743-99B0-212898DD90DD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C5FB5779-B05A-4377-B33D-BD465CD148A1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04545A5A-5DBA-4D35-A688-A8F8F5CF29AA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26" name="직사각형 325">
                <a:extLst>
                  <a:ext uri="{FF2B5EF4-FFF2-40B4-BE49-F238E27FC236}">
                    <a16:creationId xmlns:a16="http://schemas.microsoft.com/office/drawing/2014/main" id="{359C3B99-5CE7-48F4-980D-1EB84E8FE554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  <p:pic>
          <p:nvPicPr>
            <p:cNvPr id="315" name="그림 314">
              <a:extLst>
                <a:ext uri="{FF2B5EF4-FFF2-40B4-BE49-F238E27FC236}">
                  <a16:creationId xmlns:a16="http://schemas.microsoft.com/office/drawing/2014/main" id="{5216458E-7826-4093-854E-4E1D2D347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316" name="사각형: 둥근 모서리 315">
              <a:extLst>
                <a:ext uri="{FF2B5EF4-FFF2-40B4-BE49-F238E27FC236}">
                  <a16:creationId xmlns:a16="http://schemas.microsoft.com/office/drawing/2014/main" id="{74E39241-B4F1-4629-BAE2-D8DF85AB6E63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00" dirty="0"/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5F7446A2-EA3A-4131-A0EA-8CDF0376D70C}"/>
                </a:ext>
              </a:extLst>
            </p:cNvPr>
            <p:cNvSpPr txBox="1"/>
            <p:nvPr/>
          </p:nvSpPr>
          <p:spPr>
            <a:xfrm>
              <a:off x="5459509" y="4431572"/>
              <a:ext cx="730249" cy="3794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7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7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318" name="그룹 317">
              <a:extLst>
                <a:ext uri="{FF2B5EF4-FFF2-40B4-BE49-F238E27FC236}">
                  <a16:creationId xmlns:a16="http://schemas.microsoft.com/office/drawing/2014/main" id="{6BD28878-FF0B-4653-B95F-E5158AA306D5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319" name="사각형: 둥근 모서리 318">
                <a:extLst>
                  <a:ext uri="{FF2B5EF4-FFF2-40B4-BE49-F238E27FC236}">
                    <a16:creationId xmlns:a16="http://schemas.microsoft.com/office/drawing/2014/main" id="{89072472-660C-4335-AD04-C07AB3B486EA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pic>
            <p:nvPicPr>
              <p:cNvPr id="320" name="Picture 12">
                <a:extLst>
                  <a:ext uri="{FF2B5EF4-FFF2-40B4-BE49-F238E27FC236}">
                    <a16:creationId xmlns:a16="http://schemas.microsoft.com/office/drawing/2014/main" id="{EEBF17A3-081B-4C56-B3E6-5503A0F2EB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70" name="그룹 369">
            <a:extLst>
              <a:ext uri="{FF2B5EF4-FFF2-40B4-BE49-F238E27FC236}">
                <a16:creationId xmlns:a16="http://schemas.microsoft.com/office/drawing/2014/main" id="{37C56616-5227-4320-B783-EE05164A8AA8}"/>
              </a:ext>
            </a:extLst>
          </p:cNvPr>
          <p:cNvGrpSpPr/>
          <p:nvPr/>
        </p:nvGrpSpPr>
        <p:grpSpPr>
          <a:xfrm>
            <a:off x="7476493" y="4074914"/>
            <a:ext cx="1384735" cy="452880"/>
            <a:chOff x="4587404" y="4396748"/>
            <a:chExt cx="2498735" cy="817215"/>
          </a:xfrm>
        </p:grpSpPr>
        <p:sp>
          <p:nvSpPr>
            <p:cNvPr id="371" name="사각형: 둥근 모서리 370">
              <a:extLst>
                <a:ext uri="{FF2B5EF4-FFF2-40B4-BE49-F238E27FC236}">
                  <a16:creationId xmlns:a16="http://schemas.microsoft.com/office/drawing/2014/main" id="{4D486E5B-04E2-4E3F-8A14-C86E67986AE5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00" dirty="0"/>
            </a:p>
          </p:txBody>
        </p:sp>
        <p:sp>
          <p:nvSpPr>
            <p:cNvPr id="372" name="사각형: 둥근 모서리 371">
              <a:extLst>
                <a:ext uri="{FF2B5EF4-FFF2-40B4-BE49-F238E27FC236}">
                  <a16:creationId xmlns:a16="http://schemas.microsoft.com/office/drawing/2014/main" id="{D7ACE557-19A8-48C9-B869-4531A731037A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00" dirty="0"/>
            </a:p>
          </p:txBody>
        </p:sp>
        <p:sp>
          <p:nvSpPr>
            <p:cNvPr id="373" name="직사각형 372">
              <a:extLst>
                <a:ext uri="{FF2B5EF4-FFF2-40B4-BE49-F238E27FC236}">
                  <a16:creationId xmlns:a16="http://schemas.microsoft.com/office/drawing/2014/main" id="{5F949AC9-059F-44B7-8A10-947086D76797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grpSp>
          <p:nvGrpSpPr>
            <p:cNvPr id="374" name="그룹 373">
              <a:extLst>
                <a:ext uri="{FF2B5EF4-FFF2-40B4-BE49-F238E27FC236}">
                  <a16:creationId xmlns:a16="http://schemas.microsoft.com/office/drawing/2014/main" id="{AD7F8B74-9065-45B9-8B27-F30E7B173A3C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99" name="직사각형 398">
                <a:extLst>
                  <a:ext uri="{FF2B5EF4-FFF2-40B4-BE49-F238E27FC236}">
                    <a16:creationId xmlns:a16="http://schemas.microsoft.com/office/drawing/2014/main" id="{92F43F09-3B6F-4234-AFAE-AE8C328C1972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400" name="직사각형 399">
                <a:extLst>
                  <a:ext uri="{FF2B5EF4-FFF2-40B4-BE49-F238E27FC236}">
                    <a16:creationId xmlns:a16="http://schemas.microsoft.com/office/drawing/2014/main" id="{CA098B38-CD0A-47A2-9040-87197B86DE87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401" name="직사각형 400">
                <a:extLst>
                  <a:ext uri="{FF2B5EF4-FFF2-40B4-BE49-F238E27FC236}">
                    <a16:creationId xmlns:a16="http://schemas.microsoft.com/office/drawing/2014/main" id="{D07190B7-4CF3-4388-8A22-84A4F576BFF9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402" name="직사각형 401">
                <a:extLst>
                  <a:ext uri="{FF2B5EF4-FFF2-40B4-BE49-F238E27FC236}">
                    <a16:creationId xmlns:a16="http://schemas.microsoft.com/office/drawing/2014/main" id="{BCA0B839-E5B0-4DFE-8C79-B34B94DCCE80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  <p:pic>
          <p:nvPicPr>
            <p:cNvPr id="375" name="그림 374">
              <a:extLst>
                <a:ext uri="{FF2B5EF4-FFF2-40B4-BE49-F238E27FC236}">
                  <a16:creationId xmlns:a16="http://schemas.microsoft.com/office/drawing/2014/main" id="{73A5F7B1-BEAC-479A-9C67-5C3DC45EC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376" name="직사각형 375">
              <a:extLst>
                <a:ext uri="{FF2B5EF4-FFF2-40B4-BE49-F238E27FC236}">
                  <a16:creationId xmlns:a16="http://schemas.microsoft.com/office/drawing/2014/main" id="{7FC61F2F-2AC5-4F07-93D0-7CB213FC4B77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grpSp>
          <p:nvGrpSpPr>
            <p:cNvPr id="377" name="그룹 376">
              <a:extLst>
                <a:ext uri="{FF2B5EF4-FFF2-40B4-BE49-F238E27FC236}">
                  <a16:creationId xmlns:a16="http://schemas.microsoft.com/office/drawing/2014/main" id="{BF76ACAF-876D-4B7B-8BEF-BBB308497E53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93" name="직사각형 392">
                <a:extLst>
                  <a:ext uri="{FF2B5EF4-FFF2-40B4-BE49-F238E27FC236}">
                    <a16:creationId xmlns:a16="http://schemas.microsoft.com/office/drawing/2014/main" id="{685992EC-E2C2-4B12-93AB-49A6FF10DDC8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94" name="직사각형 393">
                <a:extLst>
                  <a:ext uri="{FF2B5EF4-FFF2-40B4-BE49-F238E27FC236}">
                    <a16:creationId xmlns:a16="http://schemas.microsoft.com/office/drawing/2014/main" id="{8C0F1ED4-6621-4F54-9027-D0FC4724F8E5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95" name="직사각형 394">
                <a:extLst>
                  <a:ext uri="{FF2B5EF4-FFF2-40B4-BE49-F238E27FC236}">
                    <a16:creationId xmlns:a16="http://schemas.microsoft.com/office/drawing/2014/main" id="{6F1B2521-5713-4B62-94D3-3345AC821DBC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96" name="직사각형 395">
                <a:extLst>
                  <a:ext uri="{FF2B5EF4-FFF2-40B4-BE49-F238E27FC236}">
                    <a16:creationId xmlns:a16="http://schemas.microsoft.com/office/drawing/2014/main" id="{3793DE84-6BD2-4D90-A4A3-B5DC8ADFB266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97" name="직사각형 396">
                <a:extLst>
                  <a:ext uri="{FF2B5EF4-FFF2-40B4-BE49-F238E27FC236}">
                    <a16:creationId xmlns:a16="http://schemas.microsoft.com/office/drawing/2014/main" id="{FA5F1D08-8DF9-4C26-92AF-40F6E8611D25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98" name="직사각형 397">
                <a:extLst>
                  <a:ext uri="{FF2B5EF4-FFF2-40B4-BE49-F238E27FC236}">
                    <a16:creationId xmlns:a16="http://schemas.microsoft.com/office/drawing/2014/main" id="{68313722-CFFB-4609-AA54-DE733DE0F1AA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  <p:pic>
          <p:nvPicPr>
            <p:cNvPr id="378" name="그림 377">
              <a:extLst>
                <a:ext uri="{FF2B5EF4-FFF2-40B4-BE49-F238E27FC236}">
                  <a16:creationId xmlns:a16="http://schemas.microsoft.com/office/drawing/2014/main" id="{145179A9-E08A-4B21-B5AC-B2402CFB7C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379" name="직사각형 378">
              <a:extLst>
                <a:ext uri="{FF2B5EF4-FFF2-40B4-BE49-F238E27FC236}">
                  <a16:creationId xmlns:a16="http://schemas.microsoft.com/office/drawing/2014/main" id="{61E63DF7-6674-4585-B565-4220E1829136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grpSp>
          <p:nvGrpSpPr>
            <p:cNvPr id="380" name="그룹 379">
              <a:extLst>
                <a:ext uri="{FF2B5EF4-FFF2-40B4-BE49-F238E27FC236}">
                  <a16:creationId xmlns:a16="http://schemas.microsoft.com/office/drawing/2014/main" id="{0D294397-8F0A-4757-92E1-BEBEC0176410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87" name="직사각형 386">
                <a:extLst>
                  <a:ext uri="{FF2B5EF4-FFF2-40B4-BE49-F238E27FC236}">
                    <a16:creationId xmlns:a16="http://schemas.microsoft.com/office/drawing/2014/main" id="{85FCB0D1-3DE8-4B08-9A2F-89F81D9B599B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88" name="직사각형 387">
                <a:extLst>
                  <a:ext uri="{FF2B5EF4-FFF2-40B4-BE49-F238E27FC236}">
                    <a16:creationId xmlns:a16="http://schemas.microsoft.com/office/drawing/2014/main" id="{1490FE18-5D28-4411-A50F-E32B9F574594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89" name="직사각형 388">
                <a:extLst>
                  <a:ext uri="{FF2B5EF4-FFF2-40B4-BE49-F238E27FC236}">
                    <a16:creationId xmlns:a16="http://schemas.microsoft.com/office/drawing/2014/main" id="{7EB9C30A-F562-4364-AECA-758CF19F9EDD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90" name="직사각형 389">
                <a:extLst>
                  <a:ext uri="{FF2B5EF4-FFF2-40B4-BE49-F238E27FC236}">
                    <a16:creationId xmlns:a16="http://schemas.microsoft.com/office/drawing/2014/main" id="{CAAB7009-8FC4-48F7-9198-7A3F8F774B67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91" name="직사각형 390">
                <a:extLst>
                  <a:ext uri="{FF2B5EF4-FFF2-40B4-BE49-F238E27FC236}">
                    <a16:creationId xmlns:a16="http://schemas.microsoft.com/office/drawing/2014/main" id="{55E217E5-8BC4-4F2C-BCDE-F064858105AC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392" name="직사각형 391">
                <a:extLst>
                  <a:ext uri="{FF2B5EF4-FFF2-40B4-BE49-F238E27FC236}">
                    <a16:creationId xmlns:a16="http://schemas.microsoft.com/office/drawing/2014/main" id="{B8AFCEA2-BBA3-4A54-968E-E03251508F86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  <p:pic>
          <p:nvPicPr>
            <p:cNvPr id="381" name="그림 380">
              <a:extLst>
                <a:ext uri="{FF2B5EF4-FFF2-40B4-BE49-F238E27FC236}">
                  <a16:creationId xmlns:a16="http://schemas.microsoft.com/office/drawing/2014/main" id="{48FC134C-168B-4D54-A007-A341E865A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382" name="사각형: 둥근 모서리 381">
              <a:extLst>
                <a:ext uri="{FF2B5EF4-FFF2-40B4-BE49-F238E27FC236}">
                  <a16:creationId xmlns:a16="http://schemas.microsoft.com/office/drawing/2014/main" id="{1E6C4DF1-EF24-4E0E-B22C-4B2D431AE44A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00" dirty="0"/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3CE2667D-5693-4C4C-9843-66E2CFF0DB97}"/>
                </a:ext>
              </a:extLst>
            </p:cNvPr>
            <p:cNvSpPr txBox="1"/>
            <p:nvPr/>
          </p:nvSpPr>
          <p:spPr>
            <a:xfrm>
              <a:off x="5459509" y="4431572"/>
              <a:ext cx="730249" cy="3794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7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7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384" name="그룹 383">
              <a:extLst>
                <a:ext uri="{FF2B5EF4-FFF2-40B4-BE49-F238E27FC236}">
                  <a16:creationId xmlns:a16="http://schemas.microsoft.com/office/drawing/2014/main" id="{906E57F7-F7BC-4E6B-B027-9F22595F612C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385" name="사각형: 둥근 모서리 384">
                <a:extLst>
                  <a:ext uri="{FF2B5EF4-FFF2-40B4-BE49-F238E27FC236}">
                    <a16:creationId xmlns:a16="http://schemas.microsoft.com/office/drawing/2014/main" id="{938D0511-B6BE-4D5B-93DF-24CE87E9DD10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pic>
            <p:nvPicPr>
              <p:cNvPr id="386" name="Picture 12">
                <a:extLst>
                  <a:ext uri="{FF2B5EF4-FFF2-40B4-BE49-F238E27FC236}">
                    <a16:creationId xmlns:a16="http://schemas.microsoft.com/office/drawing/2014/main" id="{772E8894-BEB6-41BE-A11D-27F66D16DE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934179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C9E6-2D47-1BEE-12A2-B742D0B2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8FAF1B28-0655-0853-5617-0E11EAE48EA6}"/>
              </a:ext>
            </a:extLst>
          </p:cNvPr>
          <p:cNvSpPr/>
          <p:nvPr/>
        </p:nvSpPr>
        <p:spPr>
          <a:xfrm>
            <a:off x="901481" y="1543492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7930057A-48BE-D194-D85C-30F4D13B8193}"/>
              </a:ext>
            </a:extLst>
          </p:cNvPr>
          <p:cNvSpPr/>
          <p:nvPr/>
        </p:nvSpPr>
        <p:spPr>
          <a:xfrm>
            <a:off x="1002344" y="1619433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6F20E49F-AC39-F96E-93AE-3CEE442AECA8}"/>
              </a:ext>
            </a:extLst>
          </p:cNvPr>
          <p:cNvSpPr/>
          <p:nvPr/>
        </p:nvSpPr>
        <p:spPr>
          <a:xfrm>
            <a:off x="997662" y="2162330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5" name="사각형: 둥근 모서리 584">
            <a:extLst>
              <a:ext uri="{FF2B5EF4-FFF2-40B4-BE49-F238E27FC236}">
                <a16:creationId xmlns:a16="http://schemas.microsoft.com/office/drawing/2014/main" id="{D155EF04-DDF9-AAED-9069-086CF50E0219}"/>
              </a:ext>
            </a:extLst>
          </p:cNvPr>
          <p:cNvSpPr/>
          <p:nvPr/>
        </p:nvSpPr>
        <p:spPr>
          <a:xfrm>
            <a:off x="2928420" y="1619433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6" name="사각형: 둥근 모서리 585">
            <a:extLst>
              <a:ext uri="{FF2B5EF4-FFF2-40B4-BE49-F238E27FC236}">
                <a16:creationId xmlns:a16="http://schemas.microsoft.com/office/drawing/2014/main" id="{4B515609-732D-A3B3-1460-03688B93EE71}"/>
              </a:ext>
            </a:extLst>
          </p:cNvPr>
          <p:cNvSpPr/>
          <p:nvPr/>
        </p:nvSpPr>
        <p:spPr>
          <a:xfrm>
            <a:off x="1964938" y="1619433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88" name="그림 587">
            <a:extLst>
              <a:ext uri="{FF2B5EF4-FFF2-40B4-BE49-F238E27FC236}">
                <a16:creationId xmlns:a16="http://schemas.microsoft.com/office/drawing/2014/main" id="{61293497-4E12-A7F6-10CE-43AE8729F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89340" y="4804595"/>
            <a:ext cx="223412" cy="195916"/>
          </a:xfrm>
          <a:prstGeom prst="rect">
            <a:avLst/>
          </a:prstGeom>
        </p:spPr>
      </p:pic>
      <p:pic>
        <p:nvPicPr>
          <p:cNvPr id="589" name="그림 588">
            <a:extLst>
              <a:ext uri="{FF2B5EF4-FFF2-40B4-BE49-F238E27FC236}">
                <a16:creationId xmlns:a16="http://schemas.microsoft.com/office/drawing/2014/main" id="{6E40E48E-B4E3-F34C-E0B7-D35A94FDB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950" y="3071404"/>
            <a:ext cx="223412" cy="195916"/>
          </a:xfrm>
          <a:prstGeom prst="rect">
            <a:avLst/>
          </a:prstGeom>
        </p:spPr>
      </p:pic>
      <p:pic>
        <p:nvPicPr>
          <p:cNvPr id="590" name="그림 589">
            <a:extLst>
              <a:ext uri="{FF2B5EF4-FFF2-40B4-BE49-F238E27FC236}">
                <a16:creationId xmlns:a16="http://schemas.microsoft.com/office/drawing/2014/main" id="{FD128118-4850-0402-1C54-C02ABE7E8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97" y="4131449"/>
            <a:ext cx="247730" cy="217240"/>
          </a:xfrm>
          <a:prstGeom prst="rect">
            <a:avLst/>
          </a:prstGeom>
        </p:spPr>
      </p:pic>
      <p:pic>
        <p:nvPicPr>
          <p:cNvPr id="591" name="그림 590">
            <a:extLst>
              <a:ext uri="{FF2B5EF4-FFF2-40B4-BE49-F238E27FC236}">
                <a16:creationId xmlns:a16="http://schemas.microsoft.com/office/drawing/2014/main" id="{8305339C-9C72-A4E8-DE48-915D7C59E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7" y="1627241"/>
            <a:ext cx="298293" cy="349388"/>
          </a:xfrm>
          <a:prstGeom prst="rect">
            <a:avLst/>
          </a:prstGeom>
        </p:spPr>
      </p:pic>
      <p:pic>
        <p:nvPicPr>
          <p:cNvPr id="593" name="그림 592">
            <a:extLst>
              <a:ext uri="{FF2B5EF4-FFF2-40B4-BE49-F238E27FC236}">
                <a16:creationId xmlns:a16="http://schemas.microsoft.com/office/drawing/2014/main" id="{4794037C-47E7-D62B-F814-8E7BD6877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23" y="3549696"/>
            <a:ext cx="247730" cy="217240"/>
          </a:xfrm>
          <a:prstGeom prst="rect">
            <a:avLst/>
          </a:prstGeom>
        </p:spPr>
      </p:pic>
      <p:pic>
        <p:nvPicPr>
          <p:cNvPr id="594" name="그림 593">
            <a:extLst>
              <a:ext uri="{FF2B5EF4-FFF2-40B4-BE49-F238E27FC236}">
                <a16:creationId xmlns:a16="http://schemas.microsoft.com/office/drawing/2014/main" id="{5E9507FB-C605-9643-1904-0174E4F83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961" y="3789415"/>
            <a:ext cx="247730" cy="217240"/>
          </a:xfrm>
          <a:prstGeom prst="rect">
            <a:avLst/>
          </a:prstGeom>
        </p:spPr>
      </p:pic>
      <p:pic>
        <p:nvPicPr>
          <p:cNvPr id="595" name="그림 594">
            <a:extLst>
              <a:ext uri="{FF2B5EF4-FFF2-40B4-BE49-F238E27FC236}">
                <a16:creationId xmlns:a16="http://schemas.microsoft.com/office/drawing/2014/main" id="{25995823-2ECF-A751-49A2-E9F207F17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33917" y="4416822"/>
            <a:ext cx="274025" cy="240298"/>
          </a:xfrm>
          <a:prstGeom prst="rect">
            <a:avLst/>
          </a:prstGeom>
        </p:spPr>
      </p:pic>
      <p:pic>
        <p:nvPicPr>
          <p:cNvPr id="596" name="그림 595">
            <a:extLst>
              <a:ext uri="{FF2B5EF4-FFF2-40B4-BE49-F238E27FC236}">
                <a16:creationId xmlns:a16="http://schemas.microsoft.com/office/drawing/2014/main" id="{9CCEA169-3EBF-2255-9C56-97EA995EA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42" y="2281964"/>
            <a:ext cx="247730" cy="217240"/>
          </a:xfrm>
          <a:prstGeom prst="rect">
            <a:avLst/>
          </a:prstGeom>
        </p:spPr>
      </p:pic>
      <p:pic>
        <p:nvPicPr>
          <p:cNvPr id="597" name="그림 596">
            <a:extLst>
              <a:ext uri="{FF2B5EF4-FFF2-40B4-BE49-F238E27FC236}">
                <a16:creationId xmlns:a16="http://schemas.microsoft.com/office/drawing/2014/main" id="{C6A7F366-23C1-E570-C348-FB1623C93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164" y="4894923"/>
            <a:ext cx="247730" cy="217240"/>
          </a:xfrm>
          <a:prstGeom prst="rect">
            <a:avLst/>
          </a:prstGeom>
        </p:spPr>
      </p:pic>
      <p:pic>
        <p:nvPicPr>
          <p:cNvPr id="598" name="그림 597">
            <a:extLst>
              <a:ext uri="{FF2B5EF4-FFF2-40B4-BE49-F238E27FC236}">
                <a16:creationId xmlns:a16="http://schemas.microsoft.com/office/drawing/2014/main" id="{BF671C1F-1B1C-0A2C-16AD-990FA0963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97" y="2678388"/>
            <a:ext cx="247730" cy="217240"/>
          </a:xfrm>
          <a:prstGeom prst="rect">
            <a:avLst/>
          </a:prstGeom>
        </p:spPr>
      </p:pic>
      <p:pic>
        <p:nvPicPr>
          <p:cNvPr id="605" name="그림 604">
            <a:extLst>
              <a:ext uri="{FF2B5EF4-FFF2-40B4-BE49-F238E27FC236}">
                <a16:creationId xmlns:a16="http://schemas.microsoft.com/office/drawing/2014/main" id="{9C25B1D7-EF9B-EC1D-D1C0-BE32CE359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82" y="3419848"/>
            <a:ext cx="385031" cy="450981"/>
          </a:xfrm>
          <a:prstGeom prst="rect">
            <a:avLst/>
          </a:prstGeom>
        </p:spPr>
      </p:pic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2539D10B-97A9-E57C-36D3-D9899D3A6896}"/>
              </a:ext>
            </a:extLst>
          </p:cNvPr>
          <p:cNvSpPr/>
          <p:nvPr/>
        </p:nvSpPr>
        <p:spPr>
          <a:xfrm>
            <a:off x="2349538" y="6175085"/>
            <a:ext cx="148465" cy="1484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74E2AE15-EB4D-3E25-5014-628916FC4450}"/>
              </a:ext>
            </a:extLst>
          </p:cNvPr>
          <p:cNvSpPr txBox="1"/>
          <p:nvPr/>
        </p:nvSpPr>
        <p:spPr>
          <a:xfrm>
            <a:off x="2361565" y="6124867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910DF87-A06D-4E72-94E1-F8EECAD5EEC3}"/>
              </a:ext>
            </a:extLst>
          </p:cNvPr>
          <p:cNvGrpSpPr/>
          <p:nvPr/>
        </p:nvGrpSpPr>
        <p:grpSpPr>
          <a:xfrm>
            <a:off x="907911" y="1539831"/>
            <a:ext cx="2557573" cy="59411"/>
            <a:chOff x="5645144" y="3140870"/>
            <a:chExt cx="249768" cy="110534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8D0F919E-5D8E-4314-BF92-F6DF5C37D9E6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3DE494D1-A902-4F77-B413-6A40F3D89DCF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25A2A644-2890-4253-BE06-EAADE00C8E18}"/>
              </a:ext>
            </a:extLst>
          </p:cNvPr>
          <p:cNvSpPr txBox="1"/>
          <p:nvPr/>
        </p:nvSpPr>
        <p:spPr>
          <a:xfrm>
            <a:off x="107070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42" name="Picture 2" descr="돋보기 - 무료 도구 및기구개 아이콘">
            <a:extLst>
              <a:ext uri="{FF2B5EF4-FFF2-40B4-BE49-F238E27FC236}">
                <a16:creationId xmlns:a16="http://schemas.microsoft.com/office/drawing/2014/main" id="{5246130F-CB67-4A2A-A80A-628DE89C6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FBCD24EB-4A1D-4CAE-83C3-BFB6EA09EE01}"/>
              </a:ext>
            </a:extLst>
          </p:cNvPr>
          <p:cNvSpPr/>
          <p:nvPr/>
        </p:nvSpPr>
        <p:spPr>
          <a:xfrm>
            <a:off x="899378" y="6168507"/>
            <a:ext cx="148465" cy="148465"/>
          </a:xfrm>
          <a:prstGeom prst="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E7AF7A5-9634-4B7D-88A1-2B5571BB132A}"/>
              </a:ext>
            </a:extLst>
          </p:cNvPr>
          <p:cNvSpPr txBox="1"/>
          <p:nvPr/>
        </p:nvSpPr>
        <p:spPr>
          <a:xfrm>
            <a:off x="1007733" y="6118289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 현황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576E81C1-1099-45B2-A8A4-56056B24F16B}"/>
              </a:ext>
            </a:extLst>
          </p:cNvPr>
          <p:cNvSpPr/>
          <p:nvPr/>
        </p:nvSpPr>
        <p:spPr>
          <a:xfrm>
            <a:off x="899378" y="6359985"/>
            <a:ext cx="148465" cy="1484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263DB26-156C-49DA-BABF-50F106C37D7F}"/>
              </a:ext>
            </a:extLst>
          </p:cNvPr>
          <p:cNvSpPr txBox="1"/>
          <p:nvPr/>
        </p:nvSpPr>
        <p:spPr>
          <a:xfrm>
            <a:off x="1007733" y="6309768"/>
            <a:ext cx="19814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진행도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620F4479-AE91-48D1-9161-62216903BA1E}"/>
              </a:ext>
            </a:extLst>
          </p:cNvPr>
          <p:cNvSpPr/>
          <p:nvPr/>
        </p:nvSpPr>
        <p:spPr>
          <a:xfrm>
            <a:off x="899378" y="6551464"/>
            <a:ext cx="148465" cy="1484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28CF8E5-A378-4A3F-8F6A-96063B779549}"/>
              </a:ext>
            </a:extLst>
          </p:cNvPr>
          <p:cNvSpPr txBox="1"/>
          <p:nvPr/>
        </p:nvSpPr>
        <p:spPr>
          <a:xfrm>
            <a:off x="1007733" y="6501247"/>
            <a:ext cx="158914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배속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버튼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DD49354-72A2-4D5F-BF7A-D53F615EEC47}"/>
              </a:ext>
            </a:extLst>
          </p:cNvPr>
          <p:cNvSpPr txBox="1"/>
          <p:nvPr/>
        </p:nvSpPr>
        <p:spPr>
          <a:xfrm>
            <a:off x="4299790" y="1542838"/>
            <a:ext cx="2733441" cy="8878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80000"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문서화 갱신 필요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내용은 정리되었으나 문서화가 덜 됨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추후 정리 시 공유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CF7DADA6-6B67-4331-9602-B2A791FAA40E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EEEF00E-26D8-4E33-BD7F-E12A50B714B1}"/>
              </a:ext>
            </a:extLst>
          </p:cNvPr>
          <p:cNvSpPr txBox="1"/>
          <p:nvPr/>
        </p:nvSpPr>
        <p:spPr>
          <a:xfrm>
            <a:off x="840746" y="513168"/>
            <a:ext cx="1188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기능 점검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C04F0F9-9ACE-4CF6-B249-569FE8FE3D05}"/>
              </a:ext>
            </a:extLst>
          </p:cNvPr>
          <p:cNvSpPr txBox="1"/>
          <p:nvPr/>
        </p:nvSpPr>
        <p:spPr>
          <a:xfrm>
            <a:off x="745699" y="755794"/>
            <a:ext cx="3643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필요한 기능</a:t>
            </a:r>
            <a:r>
              <a:rPr lang="en-US" altLang="ko-KR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- </a:t>
            </a:r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전투 웨이브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044A6DE3-D2F0-4573-8FD4-54BA42B62580}"/>
              </a:ext>
            </a:extLst>
          </p:cNvPr>
          <p:cNvGrpSpPr/>
          <p:nvPr/>
        </p:nvGrpSpPr>
        <p:grpSpPr>
          <a:xfrm>
            <a:off x="911557" y="5223651"/>
            <a:ext cx="2498735" cy="817215"/>
            <a:chOff x="4587404" y="4396748"/>
            <a:chExt cx="2498735" cy="817215"/>
          </a:xfrm>
        </p:grpSpPr>
        <p:sp>
          <p:nvSpPr>
            <p:cNvPr id="114" name="사각형: 둥근 모서리 113">
              <a:extLst>
                <a:ext uri="{FF2B5EF4-FFF2-40B4-BE49-F238E27FC236}">
                  <a16:creationId xmlns:a16="http://schemas.microsoft.com/office/drawing/2014/main" id="{38627CA1-8AA1-41B1-8D25-CFADB98BCAE5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15" name="사각형: 둥근 모서리 114">
              <a:extLst>
                <a:ext uri="{FF2B5EF4-FFF2-40B4-BE49-F238E27FC236}">
                  <a16:creationId xmlns:a16="http://schemas.microsoft.com/office/drawing/2014/main" id="{26412FB5-5E74-46CD-B5FF-55C062B1CD2B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4049DBE9-828F-4426-A151-8D306CF430CB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661312D0-5EC8-4672-A97A-E70D7E3AEAB6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89BB1521-73B3-495B-9C6F-431F5028ABD8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A3054111-44FE-4BB0-97CC-64AE6FCFC9A2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2" name="직사각형 151">
                <a:extLst>
                  <a:ext uri="{FF2B5EF4-FFF2-40B4-BE49-F238E27FC236}">
                    <a16:creationId xmlns:a16="http://schemas.microsoft.com/office/drawing/2014/main" id="{03878925-5493-4AB3-B80B-DBF22D9565E1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250405F9-7F6F-4661-8F2D-07C9DD28D153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18" name="그림 117">
              <a:extLst>
                <a:ext uri="{FF2B5EF4-FFF2-40B4-BE49-F238E27FC236}">
                  <a16:creationId xmlns:a16="http://schemas.microsoft.com/office/drawing/2014/main" id="{53674932-DA1D-412A-9585-58FB65F7F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23A0BB7D-A452-4354-B200-501AC95D6970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EE6B2010-E44D-45B7-831F-FE53A5A0B467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F2D623BE-2C57-4676-82E5-DA82EAEAB31E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939A261F-C9F7-4C16-95C7-5CC29F52E7C6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6" name="직사각형 145">
                <a:extLst>
                  <a:ext uri="{FF2B5EF4-FFF2-40B4-BE49-F238E27FC236}">
                    <a16:creationId xmlns:a16="http://schemas.microsoft.com/office/drawing/2014/main" id="{070202E6-061F-4029-9736-6B3559C3620E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6B0C6F43-B006-449C-88D9-77F89500B13B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4D4D9409-16DA-4A47-B6C1-A5242C608D17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9" name="직사각형 148">
                <a:extLst>
                  <a:ext uri="{FF2B5EF4-FFF2-40B4-BE49-F238E27FC236}">
                    <a16:creationId xmlns:a16="http://schemas.microsoft.com/office/drawing/2014/main" id="{AC853CFA-F590-4297-AEE1-5EA691C9E7EA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21" name="그림 120">
              <a:extLst>
                <a:ext uri="{FF2B5EF4-FFF2-40B4-BE49-F238E27FC236}">
                  <a16:creationId xmlns:a16="http://schemas.microsoft.com/office/drawing/2014/main" id="{065F5879-29EB-4052-8005-2E4102DB6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9933E26A-3A54-4973-A533-37C634AC780B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BB0A6F9C-65B2-4D44-BCE7-FC54FC725CBB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30" name="직사각형 129">
                <a:extLst>
                  <a:ext uri="{FF2B5EF4-FFF2-40B4-BE49-F238E27FC236}">
                    <a16:creationId xmlns:a16="http://schemas.microsoft.com/office/drawing/2014/main" id="{9FDB17FE-1EED-4656-BBD9-36D23775DE28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1" name="직사각형 130">
                <a:extLst>
                  <a:ext uri="{FF2B5EF4-FFF2-40B4-BE49-F238E27FC236}">
                    <a16:creationId xmlns:a16="http://schemas.microsoft.com/office/drawing/2014/main" id="{B5A86638-92E9-4099-9C42-6138D0E8E3A4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26416986-E05D-462F-8E07-2E820EC633B7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75BAD2BD-9E30-4CCC-BC69-E28142A0D3F2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9" name="직사각형 138">
                <a:extLst>
                  <a:ext uri="{FF2B5EF4-FFF2-40B4-BE49-F238E27FC236}">
                    <a16:creationId xmlns:a16="http://schemas.microsoft.com/office/drawing/2014/main" id="{0DF4B379-FDB3-4473-BCDF-79E5A94EF72C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987AE083-7B9D-4E39-BFC0-8DCA746FFC03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24" name="그림 123">
              <a:extLst>
                <a:ext uri="{FF2B5EF4-FFF2-40B4-BE49-F238E27FC236}">
                  <a16:creationId xmlns:a16="http://schemas.microsoft.com/office/drawing/2014/main" id="{794E384D-DC9D-4BBC-BDEF-97FB7C832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4427BE2A-A3EF-4D4C-AACF-C96460E7B56F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4039856-937A-446D-ADEB-FA4044437538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A79A890E-D898-4FF2-BAE0-A94CAFBA0349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128" name="사각형: 둥근 모서리 127">
                <a:extLst>
                  <a:ext uri="{FF2B5EF4-FFF2-40B4-BE49-F238E27FC236}">
                    <a16:creationId xmlns:a16="http://schemas.microsoft.com/office/drawing/2014/main" id="{4A4075FA-B5E3-443C-9433-2E84E1FA5438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9" name="Picture 12">
                <a:extLst>
                  <a:ext uri="{FF2B5EF4-FFF2-40B4-BE49-F238E27FC236}">
                    <a16:creationId xmlns:a16="http://schemas.microsoft.com/office/drawing/2014/main" id="{427CF20F-3305-4A5B-B233-DE4F4CB1D9B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791474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C9E6-2D47-1BEE-12A2-B742D0B2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3DD1FF31-2180-65C7-762D-2E6F3C051F02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8FAF1B28-0655-0853-5617-0E11EAE48EA6}"/>
              </a:ext>
            </a:extLst>
          </p:cNvPr>
          <p:cNvSpPr/>
          <p:nvPr/>
        </p:nvSpPr>
        <p:spPr>
          <a:xfrm>
            <a:off x="901481" y="1543492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7930057A-48BE-D194-D85C-30F4D13B8193}"/>
              </a:ext>
            </a:extLst>
          </p:cNvPr>
          <p:cNvSpPr/>
          <p:nvPr/>
        </p:nvSpPr>
        <p:spPr>
          <a:xfrm>
            <a:off x="1002344" y="1619433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6F20E49F-AC39-F96E-93AE-3CEE442AECA8}"/>
              </a:ext>
            </a:extLst>
          </p:cNvPr>
          <p:cNvSpPr/>
          <p:nvPr/>
        </p:nvSpPr>
        <p:spPr>
          <a:xfrm>
            <a:off x="997662" y="2162330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5" name="사각형: 둥근 모서리 584">
            <a:extLst>
              <a:ext uri="{FF2B5EF4-FFF2-40B4-BE49-F238E27FC236}">
                <a16:creationId xmlns:a16="http://schemas.microsoft.com/office/drawing/2014/main" id="{D155EF04-DDF9-AAED-9069-086CF50E0219}"/>
              </a:ext>
            </a:extLst>
          </p:cNvPr>
          <p:cNvSpPr/>
          <p:nvPr/>
        </p:nvSpPr>
        <p:spPr>
          <a:xfrm>
            <a:off x="2928420" y="1619433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6" name="사각형: 둥근 모서리 585">
            <a:extLst>
              <a:ext uri="{FF2B5EF4-FFF2-40B4-BE49-F238E27FC236}">
                <a16:creationId xmlns:a16="http://schemas.microsoft.com/office/drawing/2014/main" id="{4B515609-732D-A3B3-1460-03688B93EE71}"/>
              </a:ext>
            </a:extLst>
          </p:cNvPr>
          <p:cNvSpPr/>
          <p:nvPr/>
        </p:nvSpPr>
        <p:spPr>
          <a:xfrm>
            <a:off x="1964938" y="1619433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88" name="그림 587">
            <a:extLst>
              <a:ext uri="{FF2B5EF4-FFF2-40B4-BE49-F238E27FC236}">
                <a16:creationId xmlns:a16="http://schemas.microsoft.com/office/drawing/2014/main" id="{61293497-4E12-A7F6-10CE-43AE8729F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89340" y="4804595"/>
            <a:ext cx="223412" cy="195916"/>
          </a:xfrm>
          <a:prstGeom prst="rect">
            <a:avLst/>
          </a:prstGeom>
        </p:spPr>
      </p:pic>
      <p:pic>
        <p:nvPicPr>
          <p:cNvPr id="589" name="그림 588">
            <a:extLst>
              <a:ext uri="{FF2B5EF4-FFF2-40B4-BE49-F238E27FC236}">
                <a16:creationId xmlns:a16="http://schemas.microsoft.com/office/drawing/2014/main" id="{6E40E48E-B4E3-F34C-E0B7-D35A94FDB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950" y="3071404"/>
            <a:ext cx="223412" cy="195916"/>
          </a:xfrm>
          <a:prstGeom prst="rect">
            <a:avLst/>
          </a:prstGeom>
        </p:spPr>
      </p:pic>
      <p:pic>
        <p:nvPicPr>
          <p:cNvPr id="590" name="그림 589">
            <a:extLst>
              <a:ext uri="{FF2B5EF4-FFF2-40B4-BE49-F238E27FC236}">
                <a16:creationId xmlns:a16="http://schemas.microsoft.com/office/drawing/2014/main" id="{FD128118-4850-0402-1C54-C02ABE7E8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97" y="4131449"/>
            <a:ext cx="247730" cy="217240"/>
          </a:xfrm>
          <a:prstGeom prst="rect">
            <a:avLst/>
          </a:prstGeom>
        </p:spPr>
      </p:pic>
      <p:pic>
        <p:nvPicPr>
          <p:cNvPr id="591" name="그림 590">
            <a:extLst>
              <a:ext uri="{FF2B5EF4-FFF2-40B4-BE49-F238E27FC236}">
                <a16:creationId xmlns:a16="http://schemas.microsoft.com/office/drawing/2014/main" id="{8305339C-9C72-A4E8-DE48-915D7C59E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7" y="1627241"/>
            <a:ext cx="298293" cy="349388"/>
          </a:xfrm>
          <a:prstGeom prst="rect">
            <a:avLst/>
          </a:prstGeom>
        </p:spPr>
      </p:pic>
      <p:pic>
        <p:nvPicPr>
          <p:cNvPr id="593" name="그림 592">
            <a:extLst>
              <a:ext uri="{FF2B5EF4-FFF2-40B4-BE49-F238E27FC236}">
                <a16:creationId xmlns:a16="http://schemas.microsoft.com/office/drawing/2014/main" id="{4794037C-47E7-D62B-F814-8E7BD6877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23" y="3549696"/>
            <a:ext cx="247730" cy="217240"/>
          </a:xfrm>
          <a:prstGeom prst="rect">
            <a:avLst/>
          </a:prstGeom>
        </p:spPr>
      </p:pic>
      <p:pic>
        <p:nvPicPr>
          <p:cNvPr id="594" name="그림 593">
            <a:extLst>
              <a:ext uri="{FF2B5EF4-FFF2-40B4-BE49-F238E27FC236}">
                <a16:creationId xmlns:a16="http://schemas.microsoft.com/office/drawing/2014/main" id="{5E9507FB-C605-9643-1904-0174E4F83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961" y="3789415"/>
            <a:ext cx="247730" cy="217240"/>
          </a:xfrm>
          <a:prstGeom prst="rect">
            <a:avLst/>
          </a:prstGeom>
        </p:spPr>
      </p:pic>
      <p:pic>
        <p:nvPicPr>
          <p:cNvPr id="595" name="그림 594">
            <a:extLst>
              <a:ext uri="{FF2B5EF4-FFF2-40B4-BE49-F238E27FC236}">
                <a16:creationId xmlns:a16="http://schemas.microsoft.com/office/drawing/2014/main" id="{25995823-2ECF-A751-49A2-E9F207F17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33917" y="4416822"/>
            <a:ext cx="274025" cy="240298"/>
          </a:xfrm>
          <a:prstGeom prst="rect">
            <a:avLst/>
          </a:prstGeom>
        </p:spPr>
      </p:pic>
      <p:pic>
        <p:nvPicPr>
          <p:cNvPr id="596" name="그림 595">
            <a:extLst>
              <a:ext uri="{FF2B5EF4-FFF2-40B4-BE49-F238E27FC236}">
                <a16:creationId xmlns:a16="http://schemas.microsoft.com/office/drawing/2014/main" id="{9CCEA169-3EBF-2255-9C56-97EA995EA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42" y="2281964"/>
            <a:ext cx="247730" cy="217240"/>
          </a:xfrm>
          <a:prstGeom prst="rect">
            <a:avLst/>
          </a:prstGeom>
        </p:spPr>
      </p:pic>
      <p:pic>
        <p:nvPicPr>
          <p:cNvPr id="597" name="그림 596">
            <a:extLst>
              <a:ext uri="{FF2B5EF4-FFF2-40B4-BE49-F238E27FC236}">
                <a16:creationId xmlns:a16="http://schemas.microsoft.com/office/drawing/2014/main" id="{C6A7F366-23C1-E570-C348-FB1623C93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164" y="4894923"/>
            <a:ext cx="247730" cy="217240"/>
          </a:xfrm>
          <a:prstGeom prst="rect">
            <a:avLst/>
          </a:prstGeom>
        </p:spPr>
      </p:pic>
      <p:pic>
        <p:nvPicPr>
          <p:cNvPr id="598" name="그림 597">
            <a:extLst>
              <a:ext uri="{FF2B5EF4-FFF2-40B4-BE49-F238E27FC236}">
                <a16:creationId xmlns:a16="http://schemas.microsoft.com/office/drawing/2014/main" id="{BF671C1F-1B1C-0A2C-16AD-990FA0963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97" y="2678388"/>
            <a:ext cx="247730" cy="217240"/>
          </a:xfrm>
          <a:prstGeom prst="rect">
            <a:avLst/>
          </a:prstGeom>
        </p:spPr>
      </p:pic>
      <p:pic>
        <p:nvPicPr>
          <p:cNvPr id="605" name="그림 604">
            <a:extLst>
              <a:ext uri="{FF2B5EF4-FFF2-40B4-BE49-F238E27FC236}">
                <a16:creationId xmlns:a16="http://schemas.microsoft.com/office/drawing/2014/main" id="{9C25B1D7-EF9B-EC1D-D1C0-BE32CE359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82" y="3419848"/>
            <a:ext cx="385031" cy="450981"/>
          </a:xfrm>
          <a:prstGeom prst="rect">
            <a:avLst/>
          </a:prstGeom>
        </p:spPr>
      </p:pic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2539D10B-97A9-E57C-36D3-D9899D3A6896}"/>
              </a:ext>
            </a:extLst>
          </p:cNvPr>
          <p:cNvSpPr/>
          <p:nvPr/>
        </p:nvSpPr>
        <p:spPr>
          <a:xfrm>
            <a:off x="2349538" y="6175085"/>
            <a:ext cx="148465" cy="1484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74E2AE15-EB4D-3E25-5014-628916FC4450}"/>
              </a:ext>
            </a:extLst>
          </p:cNvPr>
          <p:cNvSpPr txBox="1"/>
          <p:nvPr/>
        </p:nvSpPr>
        <p:spPr>
          <a:xfrm>
            <a:off x="2361565" y="6124867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910DF87-A06D-4E72-94E1-F8EECAD5EEC3}"/>
              </a:ext>
            </a:extLst>
          </p:cNvPr>
          <p:cNvGrpSpPr/>
          <p:nvPr/>
        </p:nvGrpSpPr>
        <p:grpSpPr>
          <a:xfrm>
            <a:off x="907911" y="1539831"/>
            <a:ext cx="2557573" cy="59411"/>
            <a:chOff x="5645144" y="3140870"/>
            <a:chExt cx="249768" cy="110534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8D0F919E-5D8E-4314-BF92-F6DF5C37D9E6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3DE494D1-A902-4F77-B413-6A40F3D89DCF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25A2A644-2890-4253-BE06-EAADE00C8E18}"/>
              </a:ext>
            </a:extLst>
          </p:cNvPr>
          <p:cNvSpPr txBox="1"/>
          <p:nvPr/>
        </p:nvSpPr>
        <p:spPr>
          <a:xfrm>
            <a:off x="107070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42" name="Picture 2" descr="돋보기 - 무료 도구 및기구개 아이콘">
            <a:extLst>
              <a:ext uri="{FF2B5EF4-FFF2-40B4-BE49-F238E27FC236}">
                <a16:creationId xmlns:a16="http://schemas.microsoft.com/office/drawing/2014/main" id="{5246130F-CB67-4A2A-A80A-628DE89C6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FBCD24EB-4A1D-4CAE-83C3-BFB6EA09EE01}"/>
              </a:ext>
            </a:extLst>
          </p:cNvPr>
          <p:cNvSpPr/>
          <p:nvPr/>
        </p:nvSpPr>
        <p:spPr>
          <a:xfrm>
            <a:off x="899378" y="6168507"/>
            <a:ext cx="148465" cy="148465"/>
          </a:xfrm>
          <a:prstGeom prst="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E7AF7A5-9634-4B7D-88A1-2B5571BB132A}"/>
              </a:ext>
            </a:extLst>
          </p:cNvPr>
          <p:cNvSpPr txBox="1"/>
          <p:nvPr/>
        </p:nvSpPr>
        <p:spPr>
          <a:xfrm>
            <a:off x="1007733" y="6118289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 현황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576E81C1-1099-45B2-A8A4-56056B24F16B}"/>
              </a:ext>
            </a:extLst>
          </p:cNvPr>
          <p:cNvSpPr/>
          <p:nvPr/>
        </p:nvSpPr>
        <p:spPr>
          <a:xfrm>
            <a:off x="899378" y="6359985"/>
            <a:ext cx="148465" cy="1484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263DB26-156C-49DA-BABF-50F106C37D7F}"/>
              </a:ext>
            </a:extLst>
          </p:cNvPr>
          <p:cNvSpPr txBox="1"/>
          <p:nvPr/>
        </p:nvSpPr>
        <p:spPr>
          <a:xfrm>
            <a:off x="1007733" y="6309768"/>
            <a:ext cx="19814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진행도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620F4479-AE91-48D1-9161-62216903BA1E}"/>
              </a:ext>
            </a:extLst>
          </p:cNvPr>
          <p:cNvSpPr/>
          <p:nvPr/>
        </p:nvSpPr>
        <p:spPr>
          <a:xfrm>
            <a:off x="899378" y="6551464"/>
            <a:ext cx="148465" cy="1484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28CF8E5-A378-4A3F-8F6A-96063B779549}"/>
              </a:ext>
            </a:extLst>
          </p:cNvPr>
          <p:cNvSpPr txBox="1"/>
          <p:nvPr/>
        </p:nvSpPr>
        <p:spPr>
          <a:xfrm>
            <a:off x="1007733" y="6501247"/>
            <a:ext cx="158914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배속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버튼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0AA640F-A62F-4FFE-9578-ACDCCA60C2E3}"/>
              </a:ext>
            </a:extLst>
          </p:cNvPr>
          <p:cNvSpPr/>
          <p:nvPr/>
        </p:nvSpPr>
        <p:spPr>
          <a:xfrm>
            <a:off x="815908" y="3350335"/>
            <a:ext cx="719795" cy="615963"/>
          </a:xfrm>
          <a:prstGeom prst="rect">
            <a:avLst/>
          </a:prstGeom>
          <a:noFill/>
          <a:ln w="25400">
            <a:solidFill>
              <a:srgbClr val="FFFF00"/>
            </a:solidFill>
          </a:ln>
          <a:effectLst>
            <a:glow rad="50800">
              <a:srgbClr val="EE7700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5910606A-E981-4D38-8CA4-5402E5107786}"/>
              </a:ext>
            </a:extLst>
          </p:cNvPr>
          <p:cNvSpPr/>
          <p:nvPr/>
        </p:nvSpPr>
        <p:spPr>
          <a:xfrm>
            <a:off x="699452" y="3237272"/>
            <a:ext cx="220980" cy="220980"/>
          </a:xfrm>
          <a:prstGeom prst="ellipse">
            <a:avLst/>
          </a:prstGeom>
          <a:solidFill>
            <a:srgbClr val="EE7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1</a:t>
            </a:r>
            <a:endParaRPr lang="ko-KR" altLang="en-US" sz="1200" dirty="0">
              <a:solidFill>
                <a:schemeClr val="bg1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29AA62C-22FF-4F84-8047-B876E2CB733B}"/>
              </a:ext>
            </a:extLst>
          </p:cNvPr>
          <p:cNvSpPr txBox="1"/>
          <p:nvPr/>
        </p:nvSpPr>
        <p:spPr>
          <a:xfrm>
            <a:off x="840746" y="513168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4.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리소스 점검</a:t>
            </a: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A3058B36-E48D-4697-A7D7-A902177DB4F2}"/>
              </a:ext>
            </a:extLst>
          </p:cNvPr>
          <p:cNvSpPr/>
          <p:nvPr/>
        </p:nvSpPr>
        <p:spPr>
          <a:xfrm>
            <a:off x="4118713" y="1617195"/>
            <a:ext cx="220980" cy="220980"/>
          </a:xfrm>
          <a:prstGeom prst="ellipse">
            <a:avLst/>
          </a:prstGeom>
          <a:solidFill>
            <a:srgbClr val="EE7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1</a:t>
            </a:r>
            <a:endParaRPr lang="ko-KR" altLang="en-US" sz="1200" dirty="0">
              <a:solidFill>
                <a:schemeClr val="bg1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DD49354-72A2-4D5F-BF7A-D53F615EEC47}"/>
              </a:ext>
            </a:extLst>
          </p:cNvPr>
          <p:cNvSpPr txBox="1"/>
          <p:nvPr/>
        </p:nvSpPr>
        <p:spPr>
          <a:xfrm>
            <a:off x="4299790" y="1542838"/>
            <a:ext cx="5391541" cy="4618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80000"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영웅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모든 영웅은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2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개의 상태를 보유함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[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범부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]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[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범부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]: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빌드업 웨이브에서 도망 다니는 역할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[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]: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전투 웨이브에서 싸우는 역할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범부 상태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해당 영웅의 시민 모습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이동 시 좌우 반전 적용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이동 애니메이션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간단한건 준준이 가능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트럭과 충돌 시 출력할 이펙트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사망 애니메이션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상태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해당 영웅의 타워 모습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적의 방향에 따라 영웅만 좌우 반전 적용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영웅이 서 있는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2x2 ~ 3x3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사이즈의 발판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영웅은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1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등급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~5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등급까지 존재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각 등급별 영웅 이미지 리소스 필요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등급 상승에 따라 일부 장신구 추가 등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각 영웅의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idle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애니메이션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각 영웅의 공격 애니메이션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각 영웅의 공격 투사체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이펙트 등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9C35225-45CC-4391-9574-BFDCA283D6E2}"/>
              </a:ext>
            </a:extLst>
          </p:cNvPr>
          <p:cNvSpPr txBox="1"/>
          <p:nvPr/>
        </p:nvSpPr>
        <p:spPr>
          <a:xfrm>
            <a:off x="745699" y="755794"/>
            <a:ext cx="3257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필요한 리소스 </a:t>
            </a:r>
            <a:r>
              <a:rPr lang="en-US" altLang="ko-KR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- </a:t>
            </a:r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엔티티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CE49C5C-4831-4BF2-A382-1C3E7108F26A}"/>
              </a:ext>
            </a:extLst>
          </p:cNvPr>
          <p:cNvSpPr txBox="1"/>
          <p:nvPr/>
        </p:nvSpPr>
        <p:spPr>
          <a:xfrm>
            <a:off x="7728934" y="2931444"/>
            <a:ext cx="4289957" cy="11662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defTabSz="180000">
              <a:lnSpc>
                <a:spcPct val="120000"/>
              </a:lnSpc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이동 애니메이션 아이디어 검토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3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머리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몸통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팔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다리 자르고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같은 애니메이션으로 여러 영웅에 적용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얼굴 표정도 자르고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 인식 여부에 따라 스프라이트 전환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시민이 트럭을 인식하기 전에는 평화로운 스프라이트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시민이 트럭을 인식하면 패닉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으앙 하는 스프라이트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6F403B6D-0DAF-4D0A-8479-CE4EEF34E0CD}"/>
              </a:ext>
            </a:extLst>
          </p:cNvPr>
          <p:cNvGrpSpPr/>
          <p:nvPr/>
        </p:nvGrpSpPr>
        <p:grpSpPr>
          <a:xfrm>
            <a:off x="911557" y="5223651"/>
            <a:ext cx="2498735" cy="817215"/>
            <a:chOff x="4587404" y="4396748"/>
            <a:chExt cx="2498735" cy="817215"/>
          </a:xfrm>
        </p:grpSpPr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93B0069F-6F2B-43D3-8BE0-0EC4157E0C6E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13" name="사각형: 둥근 모서리 112">
              <a:extLst>
                <a:ext uri="{FF2B5EF4-FFF2-40B4-BE49-F238E27FC236}">
                  <a16:creationId xmlns:a16="http://schemas.microsoft.com/office/drawing/2014/main" id="{B63C7E12-A831-42E8-B52C-C3EE7495D44E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7E34B54C-1F40-4598-AF97-BF2E468EE9EC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0F1900C3-FF0E-41BA-ABBF-E9FD499BE1C5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49500E93-E259-4F59-8F53-8DE93BAB1066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9" name="직사각형 148">
                <a:extLst>
                  <a:ext uri="{FF2B5EF4-FFF2-40B4-BE49-F238E27FC236}">
                    <a16:creationId xmlns:a16="http://schemas.microsoft.com/office/drawing/2014/main" id="{7921F2AE-42BF-4E66-B755-2528C886A300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86D7825E-835A-4EB1-BB0D-7F4DBC00F757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9DE0D337-D6B6-4E77-82E1-01C7A0BCEE4D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16" name="그림 115">
              <a:extLst>
                <a:ext uri="{FF2B5EF4-FFF2-40B4-BE49-F238E27FC236}">
                  <a16:creationId xmlns:a16="http://schemas.microsoft.com/office/drawing/2014/main" id="{BFAE56D6-3D60-4DFF-A296-98B470BFD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D4F57F45-5538-4B9B-BED1-4B8073542829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E5646C04-C23A-48F8-8A0D-808FAD7427C3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39" name="직사각형 138">
                <a:extLst>
                  <a:ext uri="{FF2B5EF4-FFF2-40B4-BE49-F238E27FC236}">
                    <a16:creationId xmlns:a16="http://schemas.microsoft.com/office/drawing/2014/main" id="{63057074-A349-4537-AF46-F188CAB60FE0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2F46BF54-14B1-4FE1-9F20-A0A9EA346A33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A57C5F66-2028-4616-A1E4-0E5DB701D660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7B19A07B-815B-4148-9CF3-F866E752DB31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6" name="직사각형 145">
                <a:extLst>
                  <a:ext uri="{FF2B5EF4-FFF2-40B4-BE49-F238E27FC236}">
                    <a16:creationId xmlns:a16="http://schemas.microsoft.com/office/drawing/2014/main" id="{0D846700-1954-4B9D-BC28-162D2646821A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681C3077-0417-4906-AB5E-92617B0E2B8E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19" name="그림 118">
              <a:extLst>
                <a:ext uri="{FF2B5EF4-FFF2-40B4-BE49-F238E27FC236}">
                  <a16:creationId xmlns:a16="http://schemas.microsoft.com/office/drawing/2014/main" id="{0147EE1D-053A-4BEB-A783-F040D9A78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B1FFCCFD-A25B-498F-BD20-A4A692A91062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21" name="그룹 120">
              <a:extLst>
                <a:ext uri="{FF2B5EF4-FFF2-40B4-BE49-F238E27FC236}">
                  <a16:creationId xmlns:a16="http://schemas.microsoft.com/office/drawing/2014/main" id="{AFE37758-0049-4FA7-98DB-217F30B7A89B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65DCBB7B-9992-4348-91FA-C603E7D20DD3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9" name="직사각형 128">
                <a:extLst>
                  <a:ext uri="{FF2B5EF4-FFF2-40B4-BE49-F238E27FC236}">
                    <a16:creationId xmlns:a16="http://schemas.microsoft.com/office/drawing/2014/main" id="{4AB41FC5-F47D-4C9F-B5A3-7A97B11D89B2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0" name="직사각형 129">
                <a:extLst>
                  <a:ext uri="{FF2B5EF4-FFF2-40B4-BE49-F238E27FC236}">
                    <a16:creationId xmlns:a16="http://schemas.microsoft.com/office/drawing/2014/main" id="{133480BD-4B11-4BA9-A824-AC1CFBDB4D30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1" name="직사각형 130">
                <a:extLst>
                  <a:ext uri="{FF2B5EF4-FFF2-40B4-BE49-F238E27FC236}">
                    <a16:creationId xmlns:a16="http://schemas.microsoft.com/office/drawing/2014/main" id="{776A45EB-A27B-4A6A-9085-2EEC5DC51665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AC9873E6-AED4-4A88-87C8-2CB829651578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2D500437-FA01-4480-A7DA-9B76ADA45574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22" name="그림 121">
              <a:extLst>
                <a:ext uri="{FF2B5EF4-FFF2-40B4-BE49-F238E27FC236}">
                  <a16:creationId xmlns:a16="http://schemas.microsoft.com/office/drawing/2014/main" id="{751CE19E-4E14-43B5-8FC1-FE145A001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A2C12F30-DE74-4C9E-9C45-B869DEA7D01F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B748F72-4136-4FD4-8D1E-557A77513AEF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125" name="그룹 124">
              <a:extLst>
                <a:ext uri="{FF2B5EF4-FFF2-40B4-BE49-F238E27FC236}">
                  <a16:creationId xmlns:a16="http://schemas.microsoft.com/office/drawing/2014/main" id="{FE822FB5-11E1-484F-B266-88FF51DB88C2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126" name="사각형: 둥근 모서리 125">
                <a:extLst>
                  <a:ext uri="{FF2B5EF4-FFF2-40B4-BE49-F238E27FC236}">
                    <a16:creationId xmlns:a16="http://schemas.microsoft.com/office/drawing/2014/main" id="{3F3318A9-F4C1-4E04-94C8-93C48352498F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7" name="Picture 12">
                <a:extLst>
                  <a:ext uri="{FF2B5EF4-FFF2-40B4-BE49-F238E27FC236}">
                    <a16:creationId xmlns:a16="http://schemas.microsoft.com/office/drawing/2014/main" id="{3F213055-39D9-4D01-A0DB-3FAFF4FB54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417869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C9E6-2D47-1BEE-12A2-B742D0B2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3DD1FF31-2180-65C7-762D-2E6F3C051F02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8FAF1B28-0655-0853-5617-0E11EAE48EA6}"/>
              </a:ext>
            </a:extLst>
          </p:cNvPr>
          <p:cNvSpPr/>
          <p:nvPr/>
        </p:nvSpPr>
        <p:spPr>
          <a:xfrm>
            <a:off x="901481" y="1543492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7930057A-48BE-D194-D85C-30F4D13B8193}"/>
              </a:ext>
            </a:extLst>
          </p:cNvPr>
          <p:cNvSpPr/>
          <p:nvPr/>
        </p:nvSpPr>
        <p:spPr>
          <a:xfrm>
            <a:off x="1002344" y="1619433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6F20E49F-AC39-F96E-93AE-3CEE442AECA8}"/>
              </a:ext>
            </a:extLst>
          </p:cNvPr>
          <p:cNvSpPr/>
          <p:nvPr/>
        </p:nvSpPr>
        <p:spPr>
          <a:xfrm>
            <a:off x="997662" y="2162330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5" name="사각형: 둥근 모서리 584">
            <a:extLst>
              <a:ext uri="{FF2B5EF4-FFF2-40B4-BE49-F238E27FC236}">
                <a16:creationId xmlns:a16="http://schemas.microsoft.com/office/drawing/2014/main" id="{D155EF04-DDF9-AAED-9069-086CF50E0219}"/>
              </a:ext>
            </a:extLst>
          </p:cNvPr>
          <p:cNvSpPr/>
          <p:nvPr/>
        </p:nvSpPr>
        <p:spPr>
          <a:xfrm>
            <a:off x="2928420" y="1619433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6" name="사각형: 둥근 모서리 585">
            <a:extLst>
              <a:ext uri="{FF2B5EF4-FFF2-40B4-BE49-F238E27FC236}">
                <a16:creationId xmlns:a16="http://schemas.microsoft.com/office/drawing/2014/main" id="{4B515609-732D-A3B3-1460-03688B93EE71}"/>
              </a:ext>
            </a:extLst>
          </p:cNvPr>
          <p:cNvSpPr/>
          <p:nvPr/>
        </p:nvSpPr>
        <p:spPr>
          <a:xfrm>
            <a:off x="1964938" y="1619433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88" name="그림 587">
            <a:extLst>
              <a:ext uri="{FF2B5EF4-FFF2-40B4-BE49-F238E27FC236}">
                <a16:creationId xmlns:a16="http://schemas.microsoft.com/office/drawing/2014/main" id="{61293497-4E12-A7F6-10CE-43AE8729F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89340" y="4804595"/>
            <a:ext cx="223412" cy="195916"/>
          </a:xfrm>
          <a:prstGeom prst="rect">
            <a:avLst/>
          </a:prstGeom>
        </p:spPr>
      </p:pic>
      <p:pic>
        <p:nvPicPr>
          <p:cNvPr id="589" name="그림 588">
            <a:extLst>
              <a:ext uri="{FF2B5EF4-FFF2-40B4-BE49-F238E27FC236}">
                <a16:creationId xmlns:a16="http://schemas.microsoft.com/office/drawing/2014/main" id="{6E40E48E-B4E3-F34C-E0B7-D35A94FDB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950" y="3071404"/>
            <a:ext cx="223412" cy="195916"/>
          </a:xfrm>
          <a:prstGeom prst="rect">
            <a:avLst/>
          </a:prstGeom>
        </p:spPr>
      </p:pic>
      <p:pic>
        <p:nvPicPr>
          <p:cNvPr id="590" name="그림 589">
            <a:extLst>
              <a:ext uri="{FF2B5EF4-FFF2-40B4-BE49-F238E27FC236}">
                <a16:creationId xmlns:a16="http://schemas.microsoft.com/office/drawing/2014/main" id="{FD128118-4850-0402-1C54-C02ABE7E8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97" y="4131449"/>
            <a:ext cx="247730" cy="217240"/>
          </a:xfrm>
          <a:prstGeom prst="rect">
            <a:avLst/>
          </a:prstGeom>
        </p:spPr>
      </p:pic>
      <p:pic>
        <p:nvPicPr>
          <p:cNvPr id="591" name="그림 590">
            <a:extLst>
              <a:ext uri="{FF2B5EF4-FFF2-40B4-BE49-F238E27FC236}">
                <a16:creationId xmlns:a16="http://schemas.microsoft.com/office/drawing/2014/main" id="{8305339C-9C72-A4E8-DE48-915D7C59E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7" y="1627241"/>
            <a:ext cx="298293" cy="349388"/>
          </a:xfrm>
          <a:prstGeom prst="rect">
            <a:avLst/>
          </a:prstGeom>
        </p:spPr>
      </p:pic>
      <p:pic>
        <p:nvPicPr>
          <p:cNvPr id="593" name="그림 592">
            <a:extLst>
              <a:ext uri="{FF2B5EF4-FFF2-40B4-BE49-F238E27FC236}">
                <a16:creationId xmlns:a16="http://schemas.microsoft.com/office/drawing/2014/main" id="{4794037C-47E7-D62B-F814-8E7BD6877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23" y="3549696"/>
            <a:ext cx="247730" cy="217240"/>
          </a:xfrm>
          <a:prstGeom prst="rect">
            <a:avLst/>
          </a:prstGeom>
        </p:spPr>
      </p:pic>
      <p:pic>
        <p:nvPicPr>
          <p:cNvPr id="594" name="그림 593">
            <a:extLst>
              <a:ext uri="{FF2B5EF4-FFF2-40B4-BE49-F238E27FC236}">
                <a16:creationId xmlns:a16="http://schemas.microsoft.com/office/drawing/2014/main" id="{5E9507FB-C605-9643-1904-0174E4F83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961" y="3789415"/>
            <a:ext cx="247730" cy="217240"/>
          </a:xfrm>
          <a:prstGeom prst="rect">
            <a:avLst/>
          </a:prstGeom>
        </p:spPr>
      </p:pic>
      <p:pic>
        <p:nvPicPr>
          <p:cNvPr id="595" name="그림 594">
            <a:extLst>
              <a:ext uri="{FF2B5EF4-FFF2-40B4-BE49-F238E27FC236}">
                <a16:creationId xmlns:a16="http://schemas.microsoft.com/office/drawing/2014/main" id="{25995823-2ECF-A751-49A2-E9F207F17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33917" y="4416822"/>
            <a:ext cx="274025" cy="240298"/>
          </a:xfrm>
          <a:prstGeom prst="rect">
            <a:avLst/>
          </a:prstGeom>
        </p:spPr>
      </p:pic>
      <p:pic>
        <p:nvPicPr>
          <p:cNvPr id="596" name="그림 595">
            <a:extLst>
              <a:ext uri="{FF2B5EF4-FFF2-40B4-BE49-F238E27FC236}">
                <a16:creationId xmlns:a16="http://schemas.microsoft.com/office/drawing/2014/main" id="{9CCEA169-3EBF-2255-9C56-97EA995EA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42" y="2281964"/>
            <a:ext cx="247730" cy="217240"/>
          </a:xfrm>
          <a:prstGeom prst="rect">
            <a:avLst/>
          </a:prstGeom>
        </p:spPr>
      </p:pic>
      <p:pic>
        <p:nvPicPr>
          <p:cNvPr id="597" name="그림 596">
            <a:extLst>
              <a:ext uri="{FF2B5EF4-FFF2-40B4-BE49-F238E27FC236}">
                <a16:creationId xmlns:a16="http://schemas.microsoft.com/office/drawing/2014/main" id="{C6A7F366-23C1-E570-C348-FB1623C93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164" y="4894923"/>
            <a:ext cx="247730" cy="217240"/>
          </a:xfrm>
          <a:prstGeom prst="rect">
            <a:avLst/>
          </a:prstGeom>
        </p:spPr>
      </p:pic>
      <p:pic>
        <p:nvPicPr>
          <p:cNvPr id="598" name="그림 597">
            <a:extLst>
              <a:ext uri="{FF2B5EF4-FFF2-40B4-BE49-F238E27FC236}">
                <a16:creationId xmlns:a16="http://schemas.microsoft.com/office/drawing/2014/main" id="{BF671C1F-1B1C-0A2C-16AD-990FA0963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97" y="2678388"/>
            <a:ext cx="247730" cy="217240"/>
          </a:xfrm>
          <a:prstGeom prst="rect">
            <a:avLst/>
          </a:prstGeom>
        </p:spPr>
      </p:pic>
      <p:pic>
        <p:nvPicPr>
          <p:cNvPr id="605" name="그림 604">
            <a:extLst>
              <a:ext uri="{FF2B5EF4-FFF2-40B4-BE49-F238E27FC236}">
                <a16:creationId xmlns:a16="http://schemas.microsoft.com/office/drawing/2014/main" id="{9C25B1D7-EF9B-EC1D-D1C0-BE32CE359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82" y="3419848"/>
            <a:ext cx="385031" cy="450981"/>
          </a:xfrm>
          <a:prstGeom prst="rect">
            <a:avLst/>
          </a:prstGeom>
        </p:spPr>
      </p:pic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2539D10B-97A9-E57C-36D3-D9899D3A6896}"/>
              </a:ext>
            </a:extLst>
          </p:cNvPr>
          <p:cNvSpPr/>
          <p:nvPr/>
        </p:nvSpPr>
        <p:spPr>
          <a:xfrm>
            <a:off x="2349538" y="6175085"/>
            <a:ext cx="148465" cy="1484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74E2AE15-EB4D-3E25-5014-628916FC4450}"/>
              </a:ext>
            </a:extLst>
          </p:cNvPr>
          <p:cNvSpPr txBox="1"/>
          <p:nvPr/>
        </p:nvSpPr>
        <p:spPr>
          <a:xfrm>
            <a:off x="2361565" y="6124867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910DF87-A06D-4E72-94E1-F8EECAD5EEC3}"/>
              </a:ext>
            </a:extLst>
          </p:cNvPr>
          <p:cNvGrpSpPr/>
          <p:nvPr/>
        </p:nvGrpSpPr>
        <p:grpSpPr>
          <a:xfrm>
            <a:off x="907911" y="1539831"/>
            <a:ext cx="2557573" cy="59411"/>
            <a:chOff x="5645144" y="3140870"/>
            <a:chExt cx="249768" cy="110534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8D0F919E-5D8E-4314-BF92-F6DF5C37D9E6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3DE494D1-A902-4F77-B413-6A40F3D89DCF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25A2A644-2890-4253-BE06-EAADE00C8E18}"/>
              </a:ext>
            </a:extLst>
          </p:cNvPr>
          <p:cNvSpPr txBox="1"/>
          <p:nvPr/>
        </p:nvSpPr>
        <p:spPr>
          <a:xfrm>
            <a:off x="107070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42" name="Picture 2" descr="돋보기 - 무료 도구 및기구개 아이콘">
            <a:extLst>
              <a:ext uri="{FF2B5EF4-FFF2-40B4-BE49-F238E27FC236}">
                <a16:creationId xmlns:a16="http://schemas.microsoft.com/office/drawing/2014/main" id="{5246130F-CB67-4A2A-A80A-628DE89C6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FBCD24EB-4A1D-4CAE-83C3-BFB6EA09EE01}"/>
              </a:ext>
            </a:extLst>
          </p:cNvPr>
          <p:cNvSpPr/>
          <p:nvPr/>
        </p:nvSpPr>
        <p:spPr>
          <a:xfrm>
            <a:off x="899378" y="6168507"/>
            <a:ext cx="148465" cy="148465"/>
          </a:xfrm>
          <a:prstGeom prst="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E7AF7A5-9634-4B7D-88A1-2B5571BB132A}"/>
              </a:ext>
            </a:extLst>
          </p:cNvPr>
          <p:cNvSpPr txBox="1"/>
          <p:nvPr/>
        </p:nvSpPr>
        <p:spPr>
          <a:xfrm>
            <a:off x="1007733" y="6118289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 현황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576E81C1-1099-45B2-A8A4-56056B24F16B}"/>
              </a:ext>
            </a:extLst>
          </p:cNvPr>
          <p:cNvSpPr/>
          <p:nvPr/>
        </p:nvSpPr>
        <p:spPr>
          <a:xfrm>
            <a:off x="899378" y="6359985"/>
            <a:ext cx="148465" cy="1484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263DB26-156C-49DA-BABF-50F106C37D7F}"/>
              </a:ext>
            </a:extLst>
          </p:cNvPr>
          <p:cNvSpPr txBox="1"/>
          <p:nvPr/>
        </p:nvSpPr>
        <p:spPr>
          <a:xfrm>
            <a:off x="1007733" y="6309768"/>
            <a:ext cx="19814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진행도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620F4479-AE91-48D1-9161-62216903BA1E}"/>
              </a:ext>
            </a:extLst>
          </p:cNvPr>
          <p:cNvSpPr/>
          <p:nvPr/>
        </p:nvSpPr>
        <p:spPr>
          <a:xfrm>
            <a:off x="899378" y="6551464"/>
            <a:ext cx="148465" cy="1484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28CF8E5-A378-4A3F-8F6A-96063B779549}"/>
              </a:ext>
            </a:extLst>
          </p:cNvPr>
          <p:cNvSpPr txBox="1"/>
          <p:nvPr/>
        </p:nvSpPr>
        <p:spPr>
          <a:xfrm>
            <a:off x="1007733" y="6501247"/>
            <a:ext cx="158914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배속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버튼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BBB964A-BBAF-4342-816D-E19366B84E57}"/>
              </a:ext>
            </a:extLst>
          </p:cNvPr>
          <p:cNvSpPr/>
          <p:nvPr/>
        </p:nvSpPr>
        <p:spPr>
          <a:xfrm>
            <a:off x="1822486" y="3350335"/>
            <a:ext cx="719795" cy="615963"/>
          </a:xfrm>
          <a:prstGeom prst="rect">
            <a:avLst/>
          </a:prstGeom>
          <a:noFill/>
          <a:ln w="25400">
            <a:solidFill>
              <a:srgbClr val="FFFF00"/>
            </a:solidFill>
          </a:ln>
          <a:effectLst>
            <a:glow rad="50800">
              <a:srgbClr val="EE7700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068A8242-90F0-4896-A84F-6276734E3694}"/>
              </a:ext>
            </a:extLst>
          </p:cNvPr>
          <p:cNvSpPr/>
          <p:nvPr/>
        </p:nvSpPr>
        <p:spPr>
          <a:xfrm>
            <a:off x="1706030" y="3237272"/>
            <a:ext cx="220980" cy="220980"/>
          </a:xfrm>
          <a:prstGeom prst="ellipse">
            <a:avLst/>
          </a:prstGeom>
          <a:solidFill>
            <a:srgbClr val="EE7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2</a:t>
            </a:r>
            <a:endParaRPr lang="ko-KR" altLang="en-US" sz="1200" dirty="0">
              <a:solidFill>
                <a:schemeClr val="bg1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29AA62C-22FF-4F84-8047-B876E2CB733B}"/>
              </a:ext>
            </a:extLst>
          </p:cNvPr>
          <p:cNvSpPr txBox="1"/>
          <p:nvPr/>
        </p:nvSpPr>
        <p:spPr>
          <a:xfrm>
            <a:off x="840746" y="513168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4.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리소스 점검</a:t>
            </a: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A3058B36-E48D-4697-A7D7-A902177DB4F2}"/>
              </a:ext>
            </a:extLst>
          </p:cNvPr>
          <p:cNvSpPr/>
          <p:nvPr/>
        </p:nvSpPr>
        <p:spPr>
          <a:xfrm>
            <a:off x="4118713" y="1617195"/>
            <a:ext cx="220980" cy="220980"/>
          </a:xfrm>
          <a:prstGeom prst="ellipse">
            <a:avLst/>
          </a:prstGeom>
          <a:solidFill>
            <a:srgbClr val="EE7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2</a:t>
            </a:r>
            <a:endParaRPr lang="ko-KR" altLang="en-US" sz="1200" dirty="0">
              <a:solidFill>
                <a:schemeClr val="bg1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DD49354-72A2-4D5F-BF7A-D53F615EEC47}"/>
              </a:ext>
            </a:extLst>
          </p:cNvPr>
          <p:cNvSpPr txBox="1"/>
          <p:nvPr/>
        </p:nvSpPr>
        <p:spPr>
          <a:xfrm>
            <a:off x="4299790" y="1542838"/>
            <a:ext cx="2345514" cy="8878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80000"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영웅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트럭의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8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방향 스프라이트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트럭의 간단한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idle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애니메이션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9C35225-45CC-4391-9574-BFDCA283D6E2}"/>
              </a:ext>
            </a:extLst>
          </p:cNvPr>
          <p:cNvSpPr txBox="1"/>
          <p:nvPr/>
        </p:nvSpPr>
        <p:spPr>
          <a:xfrm>
            <a:off x="745699" y="755794"/>
            <a:ext cx="3257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필요한 리소스 </a:t>
            </a:r>
            <a:r>
              <a:rPr lang="en-US" altLang="ko-KR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- </a:t>
            </a:r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엔티티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13F675D7-37CA-46E4-B0F4-F5DDE3E06AA1}"/>
              </a:ext>
            </a:extLst>
          </p:cNvPr>
          <p:cNvGrpSpPr/>
          <p:nvPr/>
        </p:nvGrpSpPr>
        <p:grpSpPr>
          <a:xfrm>
            <a:off x="911557" y="5223651"/>
            <a:ext cx="2498735" cy="817215"/>
            <a:chOff x="4587404" y="4396748"/>
            <a:chExt cx="2498735" cy="817215"/>
          </a:xfrm>
        </p:grpSpPr>
        <p:sp>
          <p:nvSpPr>
            <p:cNvPr id="111" name="사각형: 둥근 모서리 110">
              <a:extLst>
                <a:ext uri="{FF2B5EF4-FFF2-40B4-BE49-F238E27FC236}">
                  <a16:creationId xmlns:a16="http://schemas.microsoft.com/office/drawing/2014/main" id="{E90D24A5-CC56-4BF7-87AE-586D1432F68B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E94AE69F-71D6-430F-9670-CFC9EF5CADAD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89B33AAE-7CA9-4B2C-BCC2-8B3F2C3B4143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89BA4808-6ADF-4EA4-B3A4-ECB1D1EE3E12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3CC46202-4091-4A55-8967-E788C1FB5118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26855C0C-7FF4-4ABB-A956-A4D45A25675F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9" name="직사각형 148">
                <a:extLst>
                  <a:ext uri="{FF2B5EF4-FFF2-40B4-BE49-F238E27FC236}">
                    <a16:creationId xmlns:a16="http://schemas.microsoft.com/office/drawing/2014/main" id="{C1010F77-20D8-4B67-B788-17AE9CA745B1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27FF2294-79BB-4266-9924-28C4CA727F67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15" name="그림 114">
              <a:extLst>
                <a:ext uri="{FF2B5EF4-FFF2-40B4-BE49-F238E27FC236}">
                  <a16:creationId xmlns:a16="http://schemas.microsoft.com/office/drawing/2014/main" id="{273BE264-9AD3-43B3-B8BA-EBF8F2E83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04153753-82FD-44CC-948A-56EB81EFE563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42A85168-8EB5-4A43-A926-B07862258FD4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CBA60D2B-C8D9-48F8-A3CF-CCDB64F95EBE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9" name="직사각형 138">
                <a:extLst>
                  <a:ext uri="{FF2B5EF4-FFF2-40B4-BE49-F238E27FC236}">
                    <a16:creationId xmlns:a16="http://schemas.microsoft.com/office/drawing/2014/main" id="{3CEFE9E7-90E9-4D54-A817-979103FE9FFF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CF06E543-8283-46F4-B820-BC2E0AEC6ABE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1CD5DF62-2018-4E2A-A39A-60A3E2389537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6A857296-CFAD-45B5-85AE-D7CBB8E26E67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6" name="직사각형 145">
                <a:extLst>
                  <a:ext uri="{FF2B5EF4-FFF2-40B4-BE49-F238E27FC236}">
                    <a16:creationId xmlns:a16="http://schemas.microsoft.com/office/drawing/2014/main" id="{8FDD1BFE-252E-4436-953D-654BACA54A4C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18" name="그림 117">
              <a:extLst>
                <a:ext uri="{FF2B5EF4-FFF2-40B4-BE49-F238E27FC236}">
                  <a16:creationId xmlns:a16="http://schemas.microsoft.com/office/drawing/2014/main" id="{2E0D6470-58CD-4CF9-AAC9-428AC2430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A4434CFB-527A-4FB0-932F-D6D259028680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88045ACC-CF09-4141-B702-0F1CFDA49139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73F5AD1F-24C1-4754-9234-CF7A6BD89E88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BB1BFA7A-7BD1-449C-808E-AC5C6AEDDE9E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9" name="직사각형 128">
                <a:extLst>
                  <a:ext uri="{FF2B5EF4-FFF2-40B4-BE49-F238E27FC236}">
                    <a16:creationId xmlns:a16="http://schemas.microsoft.com/office/drawing/2014/main" id="{31EFB59E-EA0F-4642-85E3-F91094F9F676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0" name="직사각형 129">
                <a:extLst>
                  <a:ext uri="{FF2B5EF4-FFF2-40B4-BE49-F238E27FC236}">
                    <a16:creationId xmlns:a16="http://schemas.microsoft.com/office/drawing/2014/main" id="{9D8134DA-7A1B-4B5F-AD61-9B271E0CA82F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1" name="직사각형 130">
                <a:extLst>
                  <a:ext uri="{FF2B5EF4-FFF2-40B4-BE49-F238E27FC236}">
                    <a16:creationId xmlns:a16="http://schemas.microsoft.com/office/drawing/2014/main" id="{09251FC9-5434-4DA0-BC43-FDAF855AA909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A6E9147F-C36D-493F-82F1-D9BC9A172C39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21" name="그림 120">
              <a:extLst>
                <a:ext uri="{FF2B5EF4-FFF2-40B4-BE49-F238E27FC236}">
                  <a16:creationId xmlns:a16="http://schemas.microsoft.com/office/drawing/2014/main" id="{AB463B40-DF91-4F3B-B3CB-3043401AA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A2EECFA6-99EA-44FA-ABB6-4C0C15C32615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282936A8-2507-46D0-BF96-BD6480CB3201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DDDF2B6F-37D0-4716-9966-6C0288A89555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F3BC8E38-A8C7-47F9-A25A-5DF5E69BAB35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6" name="Picture 12">
                <a:extLst>
                  <a:ext uri="{FF2B5EF4-FFF2-40B4-BE49-F238E27FC236}">
                    <a16:creationId xmlns:a16="http://schemas.microsoft.com/office/drawing/2014/main" id="{34699F36-E13F-469E-B7B1-1E7B629052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651192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C9E6-2D47-1BEE-12A2-B742D0B2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3DD1FF31-2180-65C7-762D-2E6F3C051F02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0B2122-17E3-CA47-3B51-C43077C3F2B4}"/>
              </a:ext>
            </a:extLst>
          </p:cNvPr>
          <p:cNvSpPr txBox="1"/>
          <p:nvPr/>
        </p:nvSpPr>
        <p:spPr>
          <a:xfrm>
            <a:off x="745699" y="755794"/>
            <a:ext cx="2694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필요한 리소스 </a:t>
            </a:r>
            <a:r>
              <a:rPr lang="en-US" altLang="ko-KR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- UI</a:t>
            </a:r>
            <a:endParaRPr lang="ko-KR" altLang="en-US" sz="2400" dirty="0">
              <a:solidFill>
                <a:srgbClr val="1A0C2F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8FAF1B28-0655-0853-5617-0E11EAE48EA6}"/>
              </a:ext>
            </a:extLst>
          </p:cNvPr>
          <p:cNvSpPr/>
          <p:nvPr/>
        </p:nvSpPr>
        <p:spPr>
          <a:xfrm>
            <a:off x="901481" y="1543492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7930057A-48BE-D194-D85C-30F4D13B8193}"/>
              </a:ext>
            </a:extLst>
          </p:cNvPr>
          <p:cNvSpPr/>
          <p:nvPr/>
        </p:nvSpPr>
        <p:spPr>
          <a:xfrm>
            <a:off x="1002344" y="1619433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6F20E49F-AC39-F96E-93AE-3CEE442AECA8}"/>
              </a:ext>
            </a:extLst>
          </p:cNvPr>
          <p:cNvSpPr/>
          <p:nvPr/>
        </p:nvSpPr>
        <p:spPr>
          <a:xfrm>
            <a:off x="997662" y="2162330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5" name="사각형: 둥근 모서리 584">
            <a:extLst>
              <a:ext uri="{FF2B5EF4-FFF2-40B4-BE49-F238E27FC236}">
                <a16:creationId xmlns:a16="http://schemas.microsoft.com/office/drawing/2014/main" id="{D155EF04-DDF9-AAED-9069-086CF50E0219}"/>
              </a:ext>
            </a:extLst>
          </p:cNvPr>
          <p:cNvSpPr/>
          <p:nvPr/>
        </p:nvSpPr>
        <p:spPr>
          <a:xfrm>
            <a:off x="2928420" y="1619433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6" name="사각형: 둥근 모서리 585">
            <a:extLst>
              <a:ext uri="{FF2B5EF4-FFF2-40B4-BE49-F238E27FC236}">
                <a16:creationId xmlns:a16="http://schemas.microsoft.com/office/drawing/2014/main" id="{4B515609-732D-A3B3-1460-03688B93EE71}"/>
              </a:ext>
            </a:extLst>
          </p:cNvPr>
          <p:cNvSpPr/>
          <p:nvPr/>
        </p:nvSpPr>
        <p:spPr>
          <a:xfrm>
            <a:off x="1964938" y="1619433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91" name="그림 590">
            <a:extLst>
              <a:ext uri="{FF2B5EF4-FFF2-40B4-BE49-F238E27FC236}">
                <a16:creationId xmlns:a16="http://schemas.microsoft.com/office/drawing/2014/main" id="{8305339C-9C72-A4E8-DE48-915D7C59E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7" y="1627241"/>
            <a:ext cx="298293" cy="349388"/>
          </a:xfrm>
          <a:prstGeom prst="rect">
            <a:avLst/>
          </a:prstGeom>
        </p:spPr>
      </p:pic>
      <p:pic>
        <p:nvPicPr>
          <p:cNvPr id="605" name="그림 604">
            <a:extLst>
              <a:ext uri="{FF2B5EF4-FFF2-40B4-BE49-F238E27FC236}">
                <a16:creationId xmlns:a16="http://schemas.microsoft.com/office/drawing/2014/main" id="{9C25B1D7-EF9B-EC1D-D1C0-BE32CE359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82" y="3419848"/>
            <a:ext cx="385031" cy="450981"/>
          </a:xfrm>
          <a:prstGeom prst="rect">
            <a:avLst/>
          </a:prstGeom>
        </p:spPr>
      </p:pic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2539D10B-97A9-E57C-36D3-D9899D3A6896}"/>
              </a:ext>
            </a:extLst>
          </p:cNvPr>
          <p:cNvSpPr/>
          <p:nvPr/>
        </p:nvSpPr>
        <p:spPr>
          <a:xfrm>
            <a:off x="2349538" y="6175085"/>
            <a:ext cx="148465" cy="1484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74E2AE15-EB4D-3E25-5014-628916FC4450}"/>
              </a:ext>
            </a:extLst>
          </p:cNvPr>
          <p:cNvSpPr txBox="1"/>
          <p:nvPr/>
        </p:nvSpPr>
        <p:spPr>
          <a:xfrm>
            <a:off x="2361565" y="6124867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910DF87-A06D-4E72-94E1-F8EECAD5EEC3}"/>
              </a:ext>
            </a:extLst>
          </p:cNvPr>
          <p:cNvGrpSpPr/>
          <p:nvPr/>
        </p:nvGrpSpPr>
        <p:grpSpPr>
          <a:xfrm>
            <a:off x="907911" y="1539831"/>
            <a:ext cx="2557573" cy="59411"/>
            <a:chOff x="5645144" y="3140870"/>
            <a:chExt cx="249768" cy="110534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8D0F919E-5D8E-4314-BF92-F6DF5C37D9E6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3DE494D1-A902-4F77-B413-6A40F3D89DCF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25A2A644-2890-4253-BE06-EAADE00C8E18}"/>
              </a:ext>
            </a:extLst>
          </p:cNvPr>
          <p:cNvSpPr txBox="1"/>
          <p:nvPr/>
        </p:nvSpPr>
        <p:spPr>
          <a:xfrm>
            <a:off x="107070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42" name="Picture 2" descr="돋보기 - 무료 도구 및기구개 아이콘">
            <a:extLst>
              <a:ext uri="{FF2B5EF4-FFF2-40B4-BE49-F238E27FC236}">
                <a16:creationId xmlns:a16="http://schemas.microsoft.com/office/drawing/2014/main" id="{5246130F-CB67-4A2A-A80A-628DE89C6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FBCD24EB-4A1D-4CAE-83C3-BFB6EA09EE01}"/>
              </a:ext>
            </a:extLst>
          </p:cNvPr>
          <p:cNvSpPr/>
          <p:nvPr/>
        </p:nvSpPr>
        <p:spPr>
          <a:xfrm>
            <a:off x="899378" y="6168507"/>
            <a:ext cx="148465" cy="148465"/>
          </a:xfrm>
          <a:prstGeom prst="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E7AF7A5-9634-4B7D-88A1-2B5571BB132A}"/>
              </a:ext>
            </a:extLst>
          </p:cNvPr>
          <p:cNvSpPr txBox="1"/>
          <p:nvPr/>
        </p:nvSpPr>
        <p:spPr>
          <a:xfrm>
            <a:off x="1007733" y="6118289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 현황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576E81C1-1099-45B2-A8A4-56056B24F16B}"/>
              </a:ext>
            </a:extLst>
          </p:cNvPr>
          <p:cNvSpPr/>
          <p:nvPr/>
        </p:nvSpPr>
        <p:spPr>
          <a:xfrm>
            <a:off x="899378" y="6359985"/>
            <a:ext cx="148465" cy="1484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263DB26-156C-49DA-BABF-50F106C37D7F}"/>
              </a:ext>
            </a:extLst>
          </p:cNvPr>
          <p:cNvSpPr txBox="1"/>
          <p:nvPr/>
        </p:nvSpPr>
        <p:spPr>
          <a:xfrm>
            <a:off x="1007733" y="6309768"/>
            <a:ext cx="19814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진행도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620F4479-AE91-48D1-9161-62216903BA1E}"/>
              </a:ext>
            </a:extLst>
          </p:cNvPr>
          <p:cNvSpPr/>
          <p:nvPr/>
        </p:nvSpPr>
        <p:spPr>
          <a:xfrm>
            <a:off x="899378" y="6551464"/>
            <a:ext cx="148465" cy="1484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28CF8E5-A378-4A3F-8F6A-96063B779549}"/>
              </a:ext>
            </a:extLst>
          </p:cNvPr>
          <p:cNvSpPr txBox="1"/>
          <p:nvPr/>
        </p:nvSpPr>
        <p:spPr>
          <a:xfrm>
            <a:off x="1007733" y="6501247"/>
            <a:ext cx="158914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배속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버튼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0F9FDB8-48D8-47AB-90E8-418E11EF9E54}"/>
              </a:ext>
            </a:extLst>
          </p:cNvPr>
          <p:cNvSpPr txBox="1"/>
          <p:nvPr/>
        </p:nvSpPr>
        <p:spPr>
          <a:xfrm>
            <a:off x="840746" y="513168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4.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리소스 점검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ABC339D4-848F-4C9D-BA68-FE644C8BEF67}"/>
              </a:ext>
            </a:extLst>
          </p:cNvPr>
          <p:cNvGrpSpPr/>
          <p:nvPr/>
        </p:nvGrpSpPr>
        <p:grpSpPr>
          <a:xfrm>
            <a:off x="4118713" y="1542838"/>
            <a:ext cx="4856075" cy="4137992"/>
            <a:chOff x="4423716" y="2019804"/>
            <a:chExt cx="4856075" cy="413799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45C5AB86-311F-4605-B1B4-FC2AD98070F2}"/>
                </a:ext>
              </a:extLst>
            </p:cNvPr>
            <p:cNvSpPr/>
            <p:nvPr/>
          </p:nvSpPr>
          <p:spPr>
            <a:xfrm>
              <a:off x="4423716" y="2094161"/>
              <a:ext cx="220980" cy="220980"/>
            </a:xfrm>
            <a:prstGeom prst="ellipse">
              <a:avLst/>
            </a:prstGeom>
            <a:solidFill>
              <a:srgbClr val="EE77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3</a:t>
              </a:r>
              <a:endParaRPr lang="ko-KR" altLang="en-US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72D9000-8625-4BEA-AA7D-366EB8DDC3FD}"/>
                </a:ext>
              </a:extLst>
            </p:cNvPr>
            <p:cNvSpPr txBox="1"/>
            <p:nvPr/>
          </p:nvSpPr>
          <p:spPr>
            <a:xfrm>
              <a:off x="4604793" y="2019804"/>
              <a:ext cx="4674998" cy="4137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80000">
                <a:lnSpc>
                  <a:spcPct val="120000"/>
                </a:lnSpc>
              </a:pP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Hud 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상단 </a:t>
              </a:r>
              <a:endPara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 </a:t>
              </a: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인게임 경험치바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	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경험치바 뒷면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/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앞면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</a:t>
              </a: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트럭 정보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UI</a:t>
              </a: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	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각 트럭의 아이콘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(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트럭 스프라이트의 정면 모습으로 대체 가능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)</a:t>
              </a: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	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현재 트럭 레벨 텍스트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</a:t>
              </a: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기름 현황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UI</a:t>
              </a: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	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기름통 아이콘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	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기름 게이지바 앞면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/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뒷면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	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잔여 기름을 백분율로 표시하는 화살표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UI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및 텍스트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	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남은 시간 텍스트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endParaRPr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웨이브 진행상황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	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웨이브 텍스트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</a:t>
              </a: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배속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일시정지 버튼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	 - 1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배속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/2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배속 버튼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(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버튼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1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개로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1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배속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/2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배속 상태 전환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)</a:t>
              </a:r>
            </a:p>
            <a:p>
              <a:pPr defTabSz="180000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	 -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일시정지 버튼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</p:grpSp>
      <p:pic>
        <p:nvPicPr>
          <p:cNvPr id="83" name="그림 82">
            <a:extLst>
              <a:ext uri="{FF2B5EF4-FFF2-40B4-BE49-F238E27FC236}">
                <a16:creationId xmlns:a16="http://schemas.microsoft.com/office/drawing/2014/main" id="{799D1455-3A03-4048-BA8E-21C04F69B4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89340" y="4804595"/>
            <a:ext cx="223412" cy="195916"/>
          </a:xfrm>
          <a:prstGeom prst="rect">
            <a:avLst/>
          </a:prstGeom>
        </p:spPr>
      </p:pic>
      <p:pic>
        <p:nvPicPr>
          <p:cNvPr id="84" name="그림 83">
            <a:extLst>
              <a:ext uri="{FF2B5EF4-FFF2-40B4-BE49-F238E27FC236}">
                <a16:creationId xmlns:a16="http://schemas.microsoft.com/office/drawing/2014/main" id="{BB64E46D-176A-4B81-B9CB-FD2CD6E046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950" y="3071404"/>
            <a:ext cx="223412" cy="195916"/>
          </a:xfrm>
          <a:prstGeom prst="rect">
            <a:avLst/>
          </a:prstGeom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905653B3-205E-4544-B716-373F6DF313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97" y="4131449"/>
            <a:ext cx="247730" cy="217240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F2761400-E8E8-406C-8FC0-04A0918D71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23" y="3549696"/>
            <a:ext cx="247730" cy="217240"/>
          </a:xfrm>
          <a:prstGeom prst="rect">
            <a:avLst/>
          </a:prstGeom>
        </p:spPr>
      </p:pic>
      <p:pic>
        <p:nvPicPr>
          <p:cNvPr id="88" name="그림 87">
            <a:extLst>
              <a:ext uri="{FF2B5EF4-FFF2-40B4-BE49-F238E27FC236}">
                <a16:creationId xmlns:a16="http://schemas.microsoft.com/office/drawing/2014/main" id="{F7F2491E-492F-45DB-B049-75011311A2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961" y="3789415"/>
            <a:ext cx="247730" cy="217240"/>
          </a:xfrm>
          <a:prstGeom prst="rect">
            <a:avLst/>
          </a:prstGeom>
        </p:spPr>
      </p:pic>
      <p:pic>
        <p:nvPicPr>
          <p:cNvPr id="89" name="그림 88">
            <a:extLst>
              <a:ext uri="{FF2B5EF4-FFF2-40B4-BE49-F238E27FC236}">
                <a16:creationId xmlns:a16="http://schemas.microsoft.com/office/drawing/2014/main" id="{8CA23F11-B1B7-4BD7-BC99-B535746199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33917" y="4416822"/>
            <a:ext cx="274025" cy="240298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F767AC48-C665-48AD-A08C-ED9B5B225E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42" y="2281964"/>
            <a:ext cx="247730" cy="217240"/>
          </a:xfrm>
          <a:prstGeom prst="rect">
            <a:avLst/>
          </a:prstGeom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DE50C7D3-F486-4CB7-9287-C4BC274436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164" y="4894923"/>
            <a:ext cx="247730" cy="217240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9E980EDF-588E-4F57-83D5-6A22EEE0C8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97" y="2678388"/>
            <a:ext cx="247730" cy="217240"/>
          </a:xfrm>
          <a:prstGeom prst="rect">
            <a:avLst/>
          </a:prstGeom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B029E454-31FF-4767-83FB-39D7989970ED}"/>
              </a:ext>
            </a:extLst>
          </p:cNvPr>
          <p:cNvSpPr/>
          <p:nvPr/>
        </p:nvSpPr>
        <p:spPr>
          <a:xfrm>
            <a:off x="815908" y="1460769"/>
            <a:ext cx="2775446" cy="1329083"/>
          </a:xfrm>
          <a:prstGeom prst="rect">
            <a:avLst/>
          </a:prstGeom>
          <a:noFill/>
          <a:ln w="25400">
            <a:solidFill>
              <a:srgbClr val="FFFF00"/>
            </a:solidFill>
          </a:ln>
          <a:effectLst>
            <a:glow rad="50800">
              <a:srgbClr val="EE7700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5BFC83DB-4DF7-44DA-A50E-5C45DD28B8AC}"/>
              </a:ext>
            </a:extLst>
          </p:cNvPr>
          <p:cNvSpPr/>
          <p:nvPr/>
        </p:nvSpPr>
        <p:spPr>
          <a:xfrm>
            <a:off x="699452" y="1347706"/>
            <a:ext cx="220980" cy="220980"/>
          </a:xfrm>
          <a:prstGeom prst="ellipse">
            <a:avLst/>
          </a:prstGeom>
          <a:solidFill>
            <a:srgbClr val="EE7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3</a:t>
            </a:r>
            <a:endParaRPr lang="ko-KR" altLang="en-US" sz="1200" dirty="0">
              <a:solidFill>
                <a:schemeClr val="bg1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45557D98-9C67-454D-A4F5-FD7D033EDBB9}"/>
              </a:ext>
            </a:extLst>
          </p:cNvPr>
          <p:cNvGrpSpPr/>
          <p:nvPr/>
        </p:nvGrpSpPr>
        <p:grpSpPr>
          <a:xfrm>
            <a:off x="911557" y="5223651"/>
            <a:ext cx="2498735" cy="817215"/>
            <a:chOff x="4587404" y="4396748"/>
            <a:chExt cx="2498735" cy="817215"/>
          </a:xfrm>
        </p:grpSpPr>
        <p:sp>
          <p:nvSpPr>
            <p:cNvPr id="121" name="사각형: 둥근 모서리 120">
              <a:extLst>
                <a:ext uri="{FF2B5EF4-FFF2-40B4-BE49-F238E27FC236}">
                  <a16:creationId xmlns:a16="http://schemas.microsoft.com/office/drawing/2014/main" id="{05955648-B154-4F3C-AFD4-84030C41A4BD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388E2779-C7A8-4EDA-88AB-85C2190531C3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7A9D8533-D46E-4EE9-9D37-0AAE8B28AF9D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6B850BCF-D7B4-428A-AE6F-175D6D20D1B6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57" name="직사각형 156">
                <a:extLst>
                  <a:ext uri="{FF2B5EF4-FFF2-40B4-BE49-F238E27FC236}">
                    <a16:creationId xmlns:a16="http://schemas.microsoft.com/office/drawing/2014/main" id="{2EDB0483-6F54-4A72-8C9E-CC69B3D4FD69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8" name="직사각형 157">
                <a:extLst>
                  <a:ext uri="{FF2B5EF4-FFF2-40B4-BE49-F238E27FC236}">
                    <a16:creationId xmlns:a16="http://schemas.microsoft.com/office/drawing/2014/main" id="{DE13BA57-13D6-40E4-98CD-1C8034230DE2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7D5BBBA4-8331-42D3-AE12-0855922F0079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1D2D0A13-89A4-42B7-8664-13F91A2D3181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25" name="그림 124">
              <a:extLst>
                <a:ext uri="{FF2B5EF4-FFF2-40B4-BE49-F238E27FC236}">
                  <a16:creationId xmlns:a16="http://schemas.microsoft.com/office/drawing/2014/main" id="{8232A7AB-4A0C-4636-817C-E23DB9A78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6B04908B-328B-48B0-8491-219970D4C278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C54EB46D-C502-49F5-A88C-F92FE96861B3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A4D3BFA2-A8A1-4C18-A8F0-C03C854009C9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2" name="직사각형 151">
                <a:extLst>
                  <a:ext uri="{FF2B5EF4-FFF2-40B4-BE49-F238E27FC236}">
                    <a16:creationId xmlns:a16="http://schemas.microsoft.com/office/drawing/2014/main" id="{ED03EC58-44F1-4C74-81EB-9FF1D82DA936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C9FBB506-5F4E-4669-B0B9-122D566D78A6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4" name="직사각형 153">
                <a:extLst>
                  <a:ext uri="{FF2B5EF4-FFF2-40B4-BE49-F238E27FC236}">
                    <a16:creationId xmlns:a16="http://schemas.microsoft.com/office/drawing/2014/main" id="{3FAAF193-4913-43C7-85EA-5BBD17060CD3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1E405862-F910-4296-9DEB-5BBA20CFD8BB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EB427039-ECFF-4C72-AB4B-2BCB676B58E2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28" name="그림 127">
              <a:extLst>
                <a:ext uri="{FF2B5EF4-FFF2-40B4-BE49-F238E27FC236}">
                  <a16:creationId xmlns:a16="http://schemas.microsoft.com/office/drawing/2014/main" id="{0C480934-BCD9-4496-ACB2-91777FCFD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A7AFADBD-0021-4B2D-A6F6-83047EE5A7CD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AE28E0C8-F5A6-4356-A0C8-448782E0CD0C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800C499C-F5F4-4997-A750-71D8CB07A129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6" name="직사각형 145">
                <a:extLst>
                  <a:ext uri="{FF2B5EF4-FFF2-40B4-BE49-F238E27FC236}">
                    <a16:creationId xmlns:a16="http://schemas.microsoft.com/office/drawing/2014/main" id="{9F751810-6D8A-4971-81F9-52330C72D7A5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0BB00A5C-AB18-4460-8BEA-C72ECF589AC7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7FF0EBC1-CF1F-42C8-8BCE-1CC1793D1DD4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9" name="직사각형 148">
                <a:extLst>
                  <a:ext uri="{FF2B5EF4-FFF2-40B4-BE49-F238E27FC236}">
                    <a16:creationId xmlns:a16="http://schemas.microsoft.com/office/drawing/2014/main" id="{697BFFEE-C9A2-4C17-B04A-78CFB76C8D8E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82BF60C1-C538-4B77-A7B1-9F226133DC93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31" name="그림 130">
              <a:extLst>
                <a:ext uri="{FF2B5EF4-FFF2-40B4-BE49-F238E27FC236}">
                  <a16:creationId xmlns:a16="http://schemas.microsoft.com/office/drawing/2014/main" id="{4D1FA313-3479-4D35-AEA7-F101864AB1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136" name="사각형: 둥근 모서리 135">
              <a:extLst>
                <a:ext uri="{FF2B5EF4-FFF2-40B4-BE49-F238E27FC236}">
                  <a16:creationId xmlns:a16="http://schemas.microsoft.com/office/drawing/2014/main" id="{539B57F4-979F-4D8F-A575-AD964DF3E57E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EB3B27A-192F-4CE8-B2D0-F6E09EDD89EE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3C82F451-3A35-48CC-A46D-3D1FE28B4464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143" name="사각형: 둥근 모서리 142">
                <a:extLst>
                  <a:ext uri="{FF2B5EF4-FFF2-40B4-BE49-F238E27FC236}">
                    <a16:creationId xmlns:a16="http://schemas.microsoft.com/office/drawing/2014/main" id="{7C3F3E29-4D15-4AE4-BF3B-C5BF08FC0058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44" name="Picture 12">
                <a:extLst>
                  <a:ext uri="{FF2B5EF4-FFF2-40B4-BE49-F238E27FC236}">
                    <a16:creationId xmlns:a16="http://schemas.microsoft.com/office/drawing/2014/main" id="{641205D1-DBF8-4BBA-A265-9D4A37B625F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4227435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C9E6-2D47-1BEE-12A2-B742D0B2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3DD1FF31-2180-65C7-762D-2E6F3C051F02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0B2122-17E3-CA47-3B51-C43077C3F2B4}"/>
              </a:ext>
            </a:extLst>
          </p:cNvPr>
          <p:cNvSpPr txBox="1"/>
          <p:nvPr/>
        </p:nvSpPr>
        <p:spPr>
          <a:xfrm>
            <a:off x="745699" y="755794"/>
            <a:ext cx="2694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필요한 리소스 </a:t>
            </a:r>
            <a:r>
              <a:rPr lang="en-US" altLang="ko-KR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- UI</a:t>
            </a:r>
            <a:endParaRPr lang="ko-KR" altLang="en-US" sz="2400" dirty="0">
              <a:solidFill>
                <a:srgbClr val="1A0C2F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8FAF1B28-0655-0853-5617-0E11EAE48EA6}"/>
              </a:ext>
            </a:extLst>
          </p:cNvPr>
          <p:cNvSpPr/>
          <p:nvPr/>
        </p:nvSpPr>
        <p:spPr>
          <a:xfrm>
            <a:off x="901481" y="1543492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7930057A-48BE-D194-D85C-30F4D13B8193}"/>
              </a:ext>
            </a:extLst>
          </p:cNvPr>
          <p:cNvSpPr/>
          <p:nvPr/>
        </p:nvSpPr>
        <p:spPr>
          <a:xfrm>
            <a:off x="1002344" y="1619433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6F20E49F-AC39-F96E-93AE-3CEE442AECA8}"/>
              </a:ext>
            </a:extLst>
          </p:cNvPr>
          <p:cNvSpPr/>
          <p:nvPr/>
        </p:nvSpPr>
        <p:spPr>
          <a:xfrm>
            <a:off x="997662" y="2162330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5" name="사각형: 둥근 모서리 584">
            <a:extLst>
              <a:ext uri="{FF2B5EF4-FFF2-40B4-BE49-F238E27FC236}">
                <a16:creationId xmlns:a16="http://schemas.microsoft.com/office/drawing/2014/main" id="{D155EF04-DDF9-AAED-9069-086CF50E0219}"/>
              </a:ext>
            </a:extLst>
          </p:cNvPr>
          <p:cNvSpPr/>
          <p:nvPr/>
        </p:nvSpPr>
        <p:spPr>
          <a:xfrm>
            <a:off x="2928420" y="1619433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6" name="사각형: 둥근 모서리 585">
            <a:extLst>
              <a:ext uri="{FF2B5EF4-FFF2-40B4-BE49-F238E27FC236}">
                <a16:creationId xmlns:a16="http://schemas.microsoft.com/office/drawing/2014/main" id="{4B515609-732D-A3B3-1460-03688B93EE71}"/>
              </a:ext>
            </a:extLst>
          </p:cNvPr>
          <p:cNvSpPr/>
          <p:nvPr/>
        </p:nvSpPr>
        <p:spPr>
          <a:xfrm>
            <a:off x="1964938" y="1619433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91" name="그림 590">
            <a:extLst>
              <a:ext uri="{FF2B5EF4-FFF2-40B4-BE49-F238E27FC236}">
                <a16:creationId xmlns:a16="http://schemas.microsoft.com/office/drawing/2014/main" id="{8305339C-9C72-A4E8-DE48-915D7C59E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7" y="1627241"/>
            <a:ext cx="298293" cy="349388"/>
          </a:xfrm>
          <a:prstGeom prst="rect">
            <a:avLst/>
          </a:prstGeom>
        </p:spPr>
      </p:pic>
      <p:pic>
        <p:nvPicPr>
          <p:cNvPr id="605" name="그림 604">
            <a:extLst>
              <a:ext uri="{FF2B5EF4-FFF2-40B4-BE49-F238E27FC236}">
                <a16:creationId xmlns:a16="http://schemas.microsoft.com/office/drawing/2014/main" id="{9C25B1D7-EF9B-EC1D-D1C0-BE32CE359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82" y="3419848"/>
            <a:ext cx="385031" cy="450981"/>
          </a:xfrm>
          <a:prstGeom prst="rect">
            <a:avLst/>
          </a:prstGeom>
        </p:spPr>
      </p:pic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2539D10B-97A9-E57C-36D3-D9899D3A6896}"/>
              </a:ext>
            </a:extLst>
          </p:cNvPr>
          <p:cNvSpPr/>
          <p:nvPr/>
        </p:nvSpPr>
        <p:spPr>
          <a:xfrm>
            <a:off x="2349538" y="6175085"/>
            <a:ext cx="148465" cy="1484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74E2AE15-EB4D-3E25-5014-628916FC4450}"/>
              </a:ext>
            </a:extLst>
          </p:cNvPr>
          <p:cNvSpPr txBox="1"/>
          <p:nvPr/>
        </p:nvSpPr>
        <p:spPr>
          <a:xfrm>
            <a:off x="2361565" y="6124867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910DF87-A06D-4E72-94E1-F8EECAD5EEC3}"/>
              </a:ext>
            </a:extLst>
          </p:cNvPr>
          <p:cNvGrpSpPr/>
          <p:nvPr/>
        </p:nvGrpSpPr>
        <p:grpSpPr>
          <a:xfrm>
            <a:off x="907911" y="1539831"/>
            <a:ext cx="2557573" cy="59411"/>
            <a:chOff x="5645144" y="3140870"/>
            <a:chExt cx="249768" cy="110534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8D0F919E-5D8E-4314-BF92-F6DF5C37D9E6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3DE494D1-A902-4F77-B413-6A40F3D89DCF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25A2A644-2890-4253-BE06-EAADE00C8E18}"/>
              </a:ext>
            </a:extLst>
          </p:cNvPr>
          <p:cNvSpPr txBox="1"/>
          <p:nvPr/>
        </p:nvSpPr>
        <p:spPr>
          <a:xfrm>
            <a:off x="107070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42" name="Picture 2" descr="돋보기 - 무료 도구 및기구개 아이콘">
            <a:extLst>
              <a:ext uri="{FF2B5EF4-FFF2-40B4-BE49-F238E27FC236}">
                <a16:creationId xmlns:a16="http://schemas.microsoft.com/office/drawing/2014/main" id="{5246130F-CB67-4A2A-A80A-628DE89C6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FBCD24EB-4A1D-4CAE-83C3-BFB6EA09EE01}"/>
              </a:ext>
            </a:extLst>
          </p:cNvPr>
          <p:cNvSpPr/>
          <p:nvPr/>
        </p:nvSpPr>
        <p:spPr>
          <a:xfrm>
            <a:off x="899378" y="6168507"/>
            <a:ext cx="148465" cy="148465"/>
          </a:xfrm>
          <a:prstGeom prst="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E7AF7A5-9634-4B7D-88A1-2B5571BB132A}"/>
              </a:ext>
            </a:extLst>
          </p:cNvPr>
          <p:cNvSpPr txBox="1"/>
          <p:nvPr/>
        </p:nvSpPr>
        <p:spPr>
          <a:xfrm>
            <a:off x="1007733" y="6118289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 현황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576E81C1-1099-45B2-A8A4-56056B24F16B}"/>
              </a:ext>
            </a:extLst>
          </p:cNvPr>
          <p:cNvSpPr/>
          <p:nvPr/>
        </p:nvSpPr>
        <p:spPr>
          <a:xfrm>
            <a:off x="899378" y="6359985"/>
            <a:ext cx="148465" cy="1484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263DB26-156C-49DA-BABF-50F106C37D7F}"/>
              </a:ext>
            </a:extLst>
          </p:cNvPr>
          <p:cNvSpPr txBox="1"/>
          <p:nvPr/>
        </p:nvSpPr>
        <p:spPr>
          <a:xfrm>
            <a:off x="1007733" y="6309768"/>
            <a:ext cx="19814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진행도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620F4479-AE91-48D1-9161-62216903BA1E}"/>
              </a:ext>
            </a:extLst>
          </p:cNvPr>
          <p:cNvSpPr/>
          <p:nvPr/>
        </p:nvSpPr>
        <p:spPr>
          <a:xfrm>
            <a:off x="899378" y="6551464"/>
            <a:ext cx="148465" cy="1484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28CF8E5-A378-4A3F-8F6A-96063B779549}"/>
              </a:ext>
            </a:extLst>
          </p:cNvPr>
          <p:cNvSpPr txBox="1"/>
          <p:nvPr/>
        </p:nvSpPr>
        <p:spPr>
          <a:xfrm>
            <a:off x="1007733" y="6501247"/>
            <a:ext cx="158914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배속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버튼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0F9FDB8-48D8-47AB-90E8-418E11EF9E54}"/>
              </a:ext>
            </a:extLst>
          </p:cNvPr>
          <p:cNvSpPr txBox="1"/>
          <p:nvPr/>
        </p:nvSpPr>
        <p:spPr>
          <a:xfrm>
            <a:off x="840746" y="513168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4.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리소스 점검</a:t>
            </a: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45C5AB86-311F-4605-B1B4-FC2AD98070F2}"/>
              </a:ext>
            </a:extLst>
          </p:cNvPr>
          <p:cNvSpPr/>
          <p:nvPr/>
        </p:nvSpPr>
        <p:spPr>
          <a:xfrm>
            <a:off x="4118713" y="1617195"/>
            <a:ext cx="220980" cy="220980"/>
          </a:xfrm>
          <a:prstGeom prst="ellipse">
            <a:avLst/>
          </a:prstGeom>
          <a:solidFill>
            <a:srgbClr val="EE7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4</a:t>
            </a:r>
            <a:endParaRPr lang="ko-KR" altLang="en-US" sz="1200" dirty="0">
              <a:solidFill>
                <a:schemeClr val="bg1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72D9000-8625-4BEA-AA7D-366EB8DDC3FD}"/>
              </a:ext>
            </a:extLst>
          </p:cNvPr>
          <p:cNvSpPr txBox="1"/>
          <p:nvPr/>
        </p:nvSpPr>
        <p:spPr>
          <a:xfrm>
            <a:off x="4299790" y="1542838"/>
            <a:ext cx="6075574" cy="3390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80000">
              <a:lnSpc>
                <a:spcPct val="12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Hud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하단 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영웅 게이지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각 영웅의 범부 상태의 작은 머리 아이콘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게이지바 앞면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뒷면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백분율 텍스트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 충돌로 게이지가 충전될 때 출력할 작은 이펙트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 백판 이미지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영웅 타워가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공용으로 쓸 격자 발판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(2x2 ~ 3x3)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각 영웅의 등급별 외형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검토 필요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영웅 게이지를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100%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단위로 채울 때마다 뿅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!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터지는 이펙트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등급의 표시는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Lv.1 ~ Lv.5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로 텍스트로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?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혹은 언더 다크처럼 레벨 표시용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UI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활성화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?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  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105" name="그림 104">
            <a:extLst>
              <a:ext uri="{FF2B5EF4-FFF2-40B4-BE49-F238E27FC236}">
                <a16:creationId xmlns:a16="http://schemas.microsoft.com/office/drawing/2014/main" id="{1193D3B9-E572-45F0-AF15-033E4108BB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89340" y="4804595"/>
            <a:ext cx="223412" cy="195916"/>
          </a:xfrm>
          <a:prstGeom prst="rect">
            <a:avLst/>
          </a:prstGeom>
        </p:spPr>
      </p:pic>
      <p:pic>
        <p:nvPicPr>
          <p:cNvPr id="106" name="그림 105">
            <a:extLst>
              <a:ext uri="{FF2B5EF4-FFF2-40B4-BE49-F238E27FC236}">
                <a16:creationId xmlns:a16="http://schemas.microsoft.com/office/drawing/2014/main" id="{C4908F66-23A3-4E60-86DC-9B733AB77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950" y="3071404"/>
            <a:ext cx="223412" cy="195916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B49DAD61-8980-4450-8EAF-3E0F1CF6A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97" y="4131449"/>
            <a:ext cx="247730" cy="217240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26470AA5-7AF9-4DFB-A729-6BD82583CE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23" y="3549696"/>
            <a:ext cx="247730" cy="217240"/>
          </a:xfrm>
          <a:prstGeom prst="rect">
            <a:avLst/>
          </a:prstGeom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B7AA904D-279F-4968-96DE-CA4503ED99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961" y="3789415"/>
            <a:ext cx="247730" cy="217240"/>
          </a:xfrm>
          <a:prstGeom prst="rect">
            <a:avLst/>
          </a:prstGeom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50BAAD41-F757-4880-A4D8-0E7602EAF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33917" y="4416822"/>
            <a:ext cx="274025" cy="240298"/>
          </a:xfrm>
          <a:prstGeom prst="rect">
            <a:avLst/>
          </a:prstGeom>
        </p:spPr>
      </p:pic>
      <p:pic>
        <p:nvPicPr>
          <p:cNvPr id="111" name="그림 110">
            <a:extLst>
              <a:ext uri="{FF2B5EF4-FFF2-40B4-BE49-F238E27FC236}">
                <a16:creationId xmlns:a16="http://schemas.microsoft.com/office/drawing/2014/main" id="{B8065C35-7514-40E2-88FF-104586765D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42" y="2281964"/>
            <a:ext cx="247730" cy="217240"/>
          </a:xfrm>
          <a:prstGeom prst="rect">
            <a:avLst/>
          </a:prstGeom>
        </p:spPr>
      </p:pic>
      <p:pic>
        <p:nvPicPr>
          <p:cNvPr id="112" name="그림 111">
            <a:extLst>
              <a:ext uri="{FF2B5EF4-FFF2-40B4-BE49-F238E27FC236}">
                <a16:creationId xmlns:a16="http://schemas.microsoft.com/office/drawing/2014/main" id="{CACBC71D-9526-4875-B32B-AC230662C6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164" y="4894923"/>
            <a:ext cx="247730" cy="217240"/>
          </a:xfrm>
          <a:prstGeom prst="rect">
            <a:avLst/>
          </a:prstGeom>
        </p:spPr>
      </p:pic>
      <p:pic>
        <p:nvPicPr>
          <p:cNvPr id="113" name="그림 112">
            <a:extLst>
              <a:ext uri="{FF2B5EF4-FFF2-40B4-BE49-F238E27FC236}">
                <a16:creationId xmlns:a16="http://schemas.microsoft.com/office/drawing/2014/main" id="{5E8500D8-1F27-4DD7-B62F-2E50BB6DBB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97" y="2678388"/>
            <a:ext cx="247730" cy="217240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5591EEAE-B132-487C-9EC9-EF59AF2AA20C}"/>
              </a:ext>
            </a:extLst>
          </p:cNvPr>
          <p:cNvSpPr txBox="1"/>
          <p:nvPr/>
        </p:nvSpPr>
        <p:spPr>
          <a:xfrm>
            <a:off x="8795734" y="2017629"/>
            <a:ext cx="3206327" cy="9631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defTabSz="180000">
              <a:lnSpc>
                <a:spcPct val="120000"/>
              </a:lnSpc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백분율 텍스트 아이디어 검토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3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게이지 보유량에 따라 색상 등의 변경으로 강조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?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Ex, 0%~200%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는 흰색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Ex, 201%~400%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는 파란색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566AEA5-18E4-45E1-B7AF-A36257684DF1}"/>
              </a:ext>
            </a:extLst>
          </p:cNvPr>
          <p:cNvSpPr txBox="1"/>
          <p:nvPr/>
        </p:nvSpPr>
        <p:spPr>
          <a:xfrm>
            <a:off x="10819815" y="2507491"/>
            <a:ext cx="59343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11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200%</a:t>
            </a:r>
            <a:endParaRPr lang="ko-KR" altLang="en-US" sz="11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13697D8-B62B-4D76-8055-0D1265F32339}"/>
              </a:ext>
            </a:extLst>
          </p:cNvPr>
          <p:cNvSpPr txBox="1"/>
          <p:nvPr/>
        </p:nvSpPr>
        <p:spPr>
          <a:xfrm>
            <a:off x="10819815" y="2717160"/>
            <a:ext cx="59343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00D2FF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248%</a:t>
            </a:r>
            <a:endParaRPr lang="ko-KR" altLang="en-US" sz="1100" b="1" dirty="0">
              <a:solidFill>
                <a:srgbClr val="00D2FF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D5E8FC7B-826B-4656-8E8A-0D992010689A}"/>
              </a:ext>
            </a:extLst>
          </p:cNvPr>
          <p:cNvGrpSpPr/>
          <p:nvPr/>
        </p:nvGrpSpPr>
        <p:grpSpPr>
          <a:xfrm>
            <a:off x="911557" y="5223651"/>
            <a:ext cx="2498735" cy="817215"/>
            <a:chOff x="4587404" y="4396748"/>
            <a:chExt cx="2498735" cy="817215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4E7CC3DA-36F9-4ECC-986A-E6DCB279157B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C4A54998-04F2-436B-B97F-063EF569EF18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8F54DB68-7294-4B09-BD8A-66D2789504D0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21" name="그룹 120">
              <a:extLst>
                <a:ext uri="{FF2B5EF4-FFF2-40B4-BE49-F238E27FC236}">
                  <a16:creationId xmlns:a16="http://schemas.microsoft.com/office/drawing/2014/main" id="{EA789021-ED8D-4BB6-9C18-2FACEC83160E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54" name="직사각형 153">
                <a:extLst>
                  <a:ext uri="{FF2B5EF4-FFF2-40B4-BE49-F238E27FC236}">
                    <a16:creationId xmlns:a16="http://schemas.microsoft.com/office/drawing/2014/main" id="{35296A71-4C70-45A9-ADDE-5288AC184302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1A7943C2-3284-42E8-9B01-E1DAF4A78DAF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A2B7C055-8FAA-4F6D-BE22-7117E28356BF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7" name="직사각형 156">
                <a:extLst>
                  <a:ext uri="{FF2B5EF4-FFF2-40B4-BE49-F238E27FC236}">
                    <a16:creationId xmlns:a16="http://schemas.microsoft.com/office/drawing/2014/main" id="{A19B4433-C145-4AAB-A448-226E22B8ABAC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22" name="그림 121">
              <a:extLst>
                <a:ext uri="{FF2B5EF4-FFF2-40B4-BE49-F238E27FC236}">
                  <a16:creationId xmlns:a16="http://schemas.microsoft.com/office/drawing/2014/main" id="{24AE38A6-4AB6-40B4-ACC8-660975F821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007F4191-6143-448D-9C1A-5271679200CD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A6ADCB68-721D-4A4E-A433-76FD07D5A241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93F2794B-09A2-47B4-A1A6-432E59B9FE44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9" name="직사각형 148">
                <a:extLst>
                  <a:ext uri="{FF2B5EF4-FFF2-40B4-BE49-F238E27FC236}">
                    <a16:creationId xmlns:a16="http://schemas.microsoft.com/office/drawing/2014/main" id="{0E972B58-ABB0-4F89-B20D-4C1214499ACB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37C9E8D3-9EF8-4309-9B23-C978EDBA92B9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70714FEB-B708-42FE-870C-3259DD29EDC1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2" name="직사각형 151">
                <a:extLst>
                  <a:ext uri="{FF2B5EF4-FFF2-40B4-BE49-F238E27FC236}">
                    <a16:creationId xmlns:a16="http://schemas.microsoft.com/office/drawing/2014/main" id="{039A6F25-3596-4CE1-AA41-38E9491E841F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F9538A49-53E5-467E-AC7B-E3137E117214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25" name="그림 124">
              <a:extLst>
                <a:ext uri="{FF2B5EF4-FFF2-40B4-BE49-F238E27FC236}">
                  <a16:creationId xmlns:a16="http://schemas.microsoft.com/office/drawing/2014/main" id="{18039D7C-0822-4AB6-AE23-911E21F34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42FC3443-2C92-42B1-8A0F-44DD60FA7AB0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E0A30587-79D1-48C0-BB47-BC4D8F9BDBF3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39" name="직사각형 138">
                <a:extLst>
                  <a:ext uri="{FF2B5EF4-FFF2-40B4-BE49-F238E27FC236}">
                    <a16:creationId xmlns:a16="http://schemas.microsoft.com/office/drawing/2014/main" id="{3476EF89-623B-4B4B-AE8B-34BC3C4A129E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65D8FEA6-D31A-4AE2-A5D4-5CE6537A4881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48D72103-9357-409B-840C-B2BA6508AB4D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76D1571C-4588-486B-8A42-762334DA65D2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6" name="직사각형 145">
                <a:extLst>
                  <a:ext uri="{FF2B5EF4-FFF2-40B4-BE49-F238E27FC236}">
                    <a16:creationId xmlns:a16="http://schemas.microsoft.com/office/drawing/2014/main" id="{52F9D654-9F98-4DCF-9AA4-5786C968D0D1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4A55F15C-BFA0-47EF-9676-DC9191086BC2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28" name="그림 127">
              <a:extLst>
                <a:ext uri="{FF2B5EF4-FFF2-40B4-BE49-F238E27FC236}">
                  <a16:creationId xmlns:a16="http://schemas.microsoft.com/office/drawing/2014/main" id="{2F243538-6885-4D8F-869F-837621680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E7A4AD85-38F3-4D5D-88C9-99FDB5D6F27B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479D8E7-5504-48F3-8D32-64B1DE82DFB3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3CDB3890-7DE6-4476-B062-FEADE34E9E0C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81661E91-1825-4454-97CA-4E6B33E2595F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8" name="Picture 12">
                <a:extLst>
                  <a:ext uri="{FF2B5EF4-FFF2-40B4-BE49-F238E27FC236}">
                    <a16:creationId xmlns:a16="http://schemas.microsoft.com/office/drawing/2014/main" id="{3E75F95F-BE74-4C67-AC88-5452CB7E95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10C9F014-5A9F-4B7F-8040-DE318A677548}"/>
              </a:ext>
            </a:extLst>
          </p:cNvPr>
          <p:cNvSpPr/>
          <p:nvPr/>
        </p:nvSpPr>
        <p:spPr>
          <a:xfrm>
            <a:off x="815908" y="5248999"/>
            <a:ext cx="2775446" cy="871884"/>
          </a:xfrm>
          <a:prstGeom prst="rect">
            <a:avLst/>
          </a:prstGeom>
          <a:noFill/>
          <a:ln w="25400">
            <a:solidFill>
              <a:srgbClr val="FFFF00"/>
            </a:solidFill>
          </a:ln>
          <a:effectLst>
            <a:glow rad="50800">
              <a:srgbClr val="EE7700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B9F853CE-3A1F-4C9B-96A6-3D79EA269445}"/>
              </a:ext>
            </a:extLst>
          </p:cNvPr>
          <p:cNvSpPr/>
          <p:nvPr/>
        </p:nvSpPr>
        <p:spPr>
          <a:xfrm>
            <a:off x="699452" y="5135935"/>
            <a:ext cx="220980" cy="220980"/>
          </a:xfrm>
          <a:prstGeom prst="ellipse">
            <a:avLst/>
          </a:prstGeom>
          <a:solidFill>
            <a:srgbClr val="EE7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4</a:t>
            </a:r>
            <a:endParaRPr lang="ko-KR" altLang="en-US" sz="1200" dirty="0">
              <a:solidFill>
                <a:schemeClr val="bg1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5738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C9E6-2D47-1BEE-12A2-B742D0B2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3DD1FF31-2180-65C7-762D-2E6F3C051F02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2539D10B-97A9-E57C-36D3-D9899D3A6896}"/>
              </a:ext>
            </a:extLst>
          </p:cNvPr>
          <p:cNvSpPr/>
          <p:nvPr/>
        </p:nvSpPr>
        <p:spPr>
          <a:xfrm>
            <a:off x="2349538" y="6175085"/>
            <a:ext cx="148465" cy="1484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74E2AE15-EB4D-3E25-5014-628916FC4450}"/>
              </a:ext>
            </a:extLst>
          </p:cNvPr>
          <p:cNvSpPr txBox="1"/>
          <p:nvPr/>
        </p:nvSpPr>
        <p:spPr>
          <a:xfrm>
            <a:off x="2361565" y="6124867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FBCD24EB-4A1D-4CAE-83C3-BFB6EA09EE01}"/>
              </a:ext>
            </a:extLst>
          </p:cNvPr>
          <p:cNvSpPr/>
          <p:nvPr/>
        </p:nvSpPr>
        <p:spPr>
          <a:xfrm>
            <a:off x="899378" y="6168507"/>
            <a:ext cx="148465" cy="148465"/>
          </a:xfrm>
          <a:prstGeom prst="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E7AF7A5-9634-4B7D-88A1-2B5571BB132A}"/>
              </a:ext>
            </a:extLst>
          </p:cNvPr>
          <p:cNvSpPr txBox="1"/>
          <p:nvPr/>
        </p:nvSpPr>
        <p:spPr>
          <a:xfrm>
            <a:off x="1007733" y="6118289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 현황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576E81C1-1099-45B2-A8A4-56056B24F16B}"/>
              </a:ext>
            </a:extLst>
          </p:cNvPr>
          <p:cNvSpPr/>
          <p:nvPr/>
        </p:nvSpPr>
        <p:spPr>
          <a:xfrm>
            <a:off x="899378" y="6359985"/>
            <a:ext cx="148465" cy="1484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263DB26-156C-49DA-BABF-50F106C37D7F}"/>
              </a:ext>
            </a:extLst>
          </p:cNvPr>
          <p:cNvSpPr txBox="1"/>
          <p:nvPr/>
        </p:nvSpPr>
        <p:spPr>
          <a:xfrm>
            <a:off x="1007733" y="6309768"/>
            <a:ext cx="19814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진행도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620F4479-AE91-48D1-9161-62216903BA1E}"/>
              </a:ext>
            </a:extLst>
          </p:cNvPr>
          <p:cNvSpPr/>
          <p:nvPr/>
        </p:nvSpPr>
        <p:spPr>
          <a:xfrm>
            <a:off x="899378" y="6551464"/>
            <a:ext cx="148465" cy="1484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28CF8E5-A378-4A3F-8F6A-96063B779549}"/>
              </a:ext>
            </a:extLst>
          </p:cNvPr>
          <p:cNvSpPr txBox="1"/>
          <p:nvPr/>
        </p:nvSpPr>
        <p:spPr>
          <a:xfrm>
            <a:off x="1007733" y="6501247"/>
            <a:ext cx="158914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배속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버튼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0AA640F-A62F-4FFE-9578-ACDCCA60C2E3}"/>
              </a:ext>
            </a:extLst>
          </p:cNvPr>
          <p:cNvSpPr/>
          <p:nvPr/>
        </p:nvSpPr>
        <p:spPr>
          <a:xfrm>
            <a:off x="815908" y="1460768"/>
            <a:ext cx="2775446" cy="4725427"/>
          </a:xfrm>
          <a:prstGeom prst="rect">
            <a:avLst/>
          </a:prstGeom>
          <a:noFill/>
          <a:ln w="25400">
            <a:solidFill>
              <a:srgbClr val="FFFF00"/>
            </a:solidFill>
          </a:ln>
          <a:effectLst>
            <a:glow rad="50800">
              <a:srgbClr val="EE7700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5910606A-E981-4D38-8CA4-5402E5107786}"/>
              </a:ext>
            </a:extLst>
          </p:cNvPr>
          <p:cNvSpPr/>
          <p:nvPr/>
        </p:nvSpPr>
        <p:spPr>
          <a:xfrm>
            <a:off x="699452" y="1347706"/>
            <a:ext cx="220980" cy="220980"/>
          </a:xfrm>
          <a:prstGeom prst="ellipse">
            <a:avLst/>
          </a:prstGeom>
          <a:solidFill>
            <a:srgbClr val="EE7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5</a:t>
            </a:r>
            <a:endParaRPr lang="ko-KR" altLang="en-US" sz="1200" dirty="0">
              <a:solidFill>
                <a:schemeClr val="bg1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79855B3-C05C-47A9-BE27-C70B041B35D8}"/>
              </a:ext>
            </a:extLst>
          </p:cNvPr>
          <p:cNvSpPr txBox="1"/>
          <p:nvPr/>
        </p:nvSpPr>
        <p:spPr>
          <a:xfrm>
            <a:off x="840746" y="513168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4.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리소스 점검</a:t>
            </a: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E71DFBE2-4076-4CA3-92E5-DEBC144EE13E}"/>
              </a:ext>
            </a:extLst>
          </p:cNvPr>
          <p:cNvSpPr/>
          <p:nvPr/>
        </p:nvSpPr>
        <p:spPr>
          <a:xfrm>
            <a:off x="4118713" y="1617195"/>
            <a:ext cx="220980" cy="220980"/>
          </a:xfrm>
          <a:prstGeom prst="ellipse">
            <a:avLst/>
          </a:prstGeom>
          <a:solidFill>
            <a:srgbClr val="EE7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5</a:t>
            </a:r>
            <a:endParaRPr lang="ko-KR" altLang="en-US" sz="1200" dirty="0">
              <a:solidFill>
                <a:schemeClr val="bg1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443922A-5A85-4E83-8D67-F70D8D6AB0EF}"/>
              </a:ext>
            </a:extLst>
          </p:cNvPr>
          <p:cNvSpPr txBox="1"/>
          <p:nvPr/>
        </p:nvSpPr>
        <p:spPr>
          <a:xfrm>
            <a:off x="4299790" y="1542838"/>
            <a:ext cx="3515706" cy="3325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80000"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팝업창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 정보 팝업창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트럭 이미지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최대 기름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최대 속도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팝업창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PAUSE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텍스트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계속하기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홈으로 버튼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인게임 레벨업 시 등장하는 로그라이크성 선택지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각 선택지의 등급별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UI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효과 아이콘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효과의 이름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설명 텍스트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0B2C364-6D58-4B8C-8D07-5F394B3FCBB8}"/>
              </a:ext>
            </a:extLst>
          </p:cNvPr>
          <p:cNvSpPr txBox="1"/>
          <p:nvPr/>
        </p:nvSpPr>
        <p:spPr>
          <a:xfrm>
            <a:off x="745699" y="755794"/>
            <a:ext cx="2694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필요한 리소스 </a:t>
            </a:r>
            <a:r>
              <a:rPr lang="en-US" altLang="ko-KR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- UI</a:t>
            </a:r>
            <a:endParaRPr lang="ko-KR" altLang="en-US" sz="2400" dirty="0">
              <a:solidFill>
                <a:srgbClr val="1A0C2F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E00E1D0C-272A-464C-9D30-8FDC2F823B95}"/>
              </a:ext>
            </a:extLst>
          </p:cNvPr>
          <p:cNvSpPr/>
          <p:nvPr/>
        </p:nvSpPr>
        <p:spPr>
          <a:xfrm>
            <a:off x="8793427" y="3954529"/>
            <a:ext cx="1155654" cy="20544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2F4DEC25-B5A1-4DE2-A24D-0B4754C86C28}"/>
              </a:ext>
            </a:extLst>
          </p:cNvPr>
          <p:cNvSpPr/>
          <p:nvPr/>
        </p:nvSpPr>
        <p:spPr>
          <a:xfrm>
            <a:off x="8839002" y="3988844"/>
            <a:ext cx="194595" cy="222800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C6FBA9ED-36AE-4A72-A411-FEE43DA34A01}"/>
              </a:ext>
            </a:extLst>
          </p:cNvPr>
          <p:cNvSpPr/>
          <p:nvPr/>
        </p:nvSpPr>
        <p:spPr>
          <a:xfrm>
            <a:off x="8836887" y="4234155"/>
            <a:ext cx="194595" cy="241175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155BFC28-50BA-4FD2-9754-EA94AF580E7F}"/>
              </a:ext>
            </a:extLst>
          </p:cNvPr>
          <p:cNvSpPr/>
          <p:nvPr/>
        </p:nvSpPr>
        <p:spPr>
          <a:xfrm>
            <a:off x="9709310" y="3988844"/>
            <a:ext cx="194595" cy="9928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7353A689-E648-4166-A2B0-AAFF48B105D5}"/>
              </a:ext>
            </a:extLst>
          </p:cNvPr>
          <p:cNvSpPr/>
          <p:nvPr/>
        </p:nvSpPr>
        <p:spPr>
          <a:xfrm>
            <a:off x="9273956" y="3988844"/>
            <a:ext cx="194595" cy="9928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1D2BC7C0-C75A-41BB-90F7-0E3CB4FC0DDE}"/>
              </a:ext>
            </a:extLst>
          </p:cNvPr>
          <p:cNvSpPr/>
          <p:nvPr/>
        </p:nvSpPr>
        <p:spPr>
          <a:xfrm>
            <a:off x="8812754" y="5656797"/>
            <a:ext cx="1117000" cy="328136"/>
          </a:xfrm>
          <a:prstGeom prst="roundRect">
            <a:avLst>
              <a:gd name="adj" fmla="val 6787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/>
          </a:p>
        </p:txBody>
      </p:sp>
      <p:pic>
        <p:nvPicPr>
          <p:cNvPr id="125" name="그림 124">
            <a:extLst>
              <a:ext uri="{FF2B5EF4-FFF2-40B4-BE49-F238E27FC236}">
                <a16:creationId xmlns:a16="http://schemas.microsoft.com/office/drawing/2014/main" id="{9E5D595F-8317-43CA-AF5C-D52B23EA4A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589" y="3992372"/>
            <a:ext cx="134785" cy="157873"/>
          </a:xfrm>
          <a:prstGeom prst="rect">
            <a:avLst/>
          </a:prstGeom>
        </p:spPr>
      </p:pic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7DB8ECC4-9C98-4232-BDE2-8E699DBCD588}"/>
              </a:ext>
            </a:extLst>
          </p:cNvPr>
          <p:cNvSpPr/>
          <p:nvPr/>
        </p:nvSpPr>
        <p:spPr>
          <a:xfrm>
            <a:off x="8812754" y="5653507"/>
            <a:ext cx="1117000" cy="91201"/>
          </a:xfrm>
          <a:prstGeom prst="roundRect">
            <a:avLst>
              <a:gd name="adj" fmla="val 6787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1FC3D83D-CB52-4ABD-B15B-81FACFD62084}"/>
              </a:ext>
            </a:extLst>
          </p:cNvPr>
          <p:cNvGrpSpPr/>
          <p:nvPr/>
        </p:nvGrpSpPr>
        <p:grpSpPr>
          <a:xfrm>
            <a:off x="8828463" y="5664462"/>
            <a:ext cx="203019" cy="69291"/>
            <a:chOff x="5671221" y="5337754"/>
            <a:chExt cx="449300" cy="153348"/>
          </a:xfrm>
        </p:grpSpPr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6F565E32-7854-4DBF-BD8D-EE9D8CF2C25D}"/>
                </a:ext>
              </a:extLst>
            </p:cNvPr>
            <p:cNvGrpSpPr/>
            <p:nvPr/>
          </p:nvGrpSpPr>
          <p:grpSpPr>
            <a:xfrm>
              <a:off x="5694058" y="5343182"/>
              <a:ext cx="426463" cy="142494"/>
              <a:chOff x="5645144" y="3140870"/>
              <a:chExt cx="249768" cy="110534"/>
            </a:xfrm>
          </p:grpSpPr>
          <p:sp>
            <p:nvSpPr>
              <p:cNvPr id="130" name="사각형: 둥근 모서리 129">
                <a:extLst>
                  <a:ext uri="{FF2B5EF4-FFF2-40B4-BE49-F238E27FC236}">
                    <a16:creationId xmlns:a16="http://schemas.microsoft.com/office/drawing/2014/main" id="{BC8B3D64-B953-48BA-83A8-8A0A9E8D68AB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249768" cy="110534"/>
              </a:xfrm>
              <a:prstGeom prst="roundRect">
                <a:avLst/>
              </a:prstGeom>
              <a:solidFill>
                <a:srgbClr val="1A0C2F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D1F4A3A2-D9EB-4A4C-A2EE-FD9A85E496B3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170235" cy="110534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/>
              </a:p>
            </p:txBody>
          </p:sp>
        </p:grpSp>
        <p:pic>
          <p:nvPicPr>
            <p:cNvPr id="129" name="그림 128">
              <a:extLst>
                <a:ext uri="{FF2B5EF4-FFF2-40B4-BE49-F238E27FC236}">
                  <a16:creationId xmlns:a16="http://schemas.microsoft.com/office/drawing/2014/main" id="{7262D53C-C874-4A0D-9629-04DE5A8937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1221" y="5337754"/>
              <a:ext cx="174868" cy="153348"/>
            </a:xfrm>
            <a:prstGeom prst="rect">
              <a:avLst/>
            </a:prstGeom>
          </p:spPr>
        </p:pic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FCAA3CF9-4DD6-43BD-BD32-C918A18075C3}"/>
              </a:ext>
            </a:extLst>
          </p:cNvPr>
          <p:cNvGrpSpPr/>
          <p:nvPr/>
        </p:nvGrpSpPr>
        <p:grpSpPr>
          <a:xfrm>
            <a:off x="9048675" y="5664462"/>
            <a:ext cx="203019" cy="69291"/>
            <a:chOff x="6136251" y="5337754"/>
            <a:chExt cx="449300" cy="153348"/>
          </a:xfrm>
        </p:grpSpPr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A7383F86-4834-4B7D-836C-14F5E00867EC}"/>
                </a:ext>
              </a:extLst>
            </p:cNvPr>
            <p:cNvGrpSpPr/>
            <p:nvPr/>
          </p:nvGrpSpPr>
          <p:grpSpPr>
            <a:xfrm>
              <a:off x="6159088" y="5343182"/>
              <a:ext cx="426463" cy="142494"/>
              <a:chOff x="5645144" y="3140870"/>
              <a:chExt cx="249768" cy="110534"/>
            </a:xfrm>
          </p:grpSpPr>
          <p:sp>
            <p:nvSpPr>
              <p:cNvPr id="143" name="사각형: 둥근 모서리 142">
                <a:extLst>
                  <a:ext uri="{FF2B5EF4-FFF2-40B4-BE49-F238E27FC236}">
                    <a16:creationId xmlns:a16="http://schemas.microsoft.com/office/drawing/2014/main" id="{51903770-FF13-4F9F-9A61-B0795BD104E9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249768" cy="110534"/>
              </a:xfrm>
              <a:prstGeom prst="roundRect">
                <a:avLst/>
              </a:prstGeom>
              <a:solidFill>
                <a:srgbClr val="1A0C2F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44" name="사각형: 둥근 모서리 143">
                <a:extLst>
                  <a:ext uri="{FF2B5EF4-FFF2-40B4-BE49-F238E27FC236}">
                    <a16:creationId xmlns:a16="http://schemas.microsoft.com/office/drawing/2014/main" id="{0F2B1024-22B6-4893-A134-9F0AA32B51DB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170235" cy="110534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/>
              </a:p>
            </p:txBody>
          </p:sp>
        </p:grpSp>
        <p:pic>
          <p:nvPicPr>
            <p:cNvPr id="139" name="그림 138">
              <a:extLst>
                <a:ext uri="{FF2B5EF4-FFF2-40B4-BE49-F238E27FC236}">
                  <a16:creationId xmlns:a16="http://schemas.microsoft.com/office/drawing/2014/main" id="{FEE79AEB-D870-4A70-99E0-A942FB203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6251" y="5337754"/>
              <a:ext cx="174868" cy="153348"/>
            </a:xfrm>
            <a:prstGeom prst="rect">
              <a:avLst/>
            </a:prstGeom>
          </p:spPr>
        </p:pic>
      </p:grp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254DD168-2D52-4243-8217-5BE288D5B992}"/>
              </a:ext>
            </a:extLst>
          </p:cNvPr>
          <p:cNvGrpSpPr/>
          <p:nvPr/>
        </p:nvGrpSpPr>
        <p:grpSpPr>
          <a:xfrm>
            <a:off x="9268886" y="5664462"/>
            <a:ext cx="203019" cy="69291"/>
            <a:chOff x="6601281" y="5337754"/>
            <a:chExt cx="449300" cy="153348"/>
          </a:xfrm>
        </p:grpSpPr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BA51FA09-03BA-4047-B682-D72C4EF142CA}"/>
                </a:ext>
              </a:extLst>
            </p:cNvPr>
            <p:cNvGrpSpPr/>
            <p:nvPr/>
          </p:nvGrpSpPr>
          <p:grpSpPr>
            <a:xfrm>
              <a:off x="6624118" y="5343182"/>
              <a:ext cx="426463" cy="142494"/>
              <a:chOff x="5645144" y="3140870"/>
              <a:chExt cx="249768" cy="110534"/>
            </a:xfrm>
          </p:grpSpPr>
          <p:sp>
            <p:nvSpPr>
              <p:cNvPr id="148" name="사각형: 둥근 모서리 147">
                <a:extLst>
                  <a:ext uri="{FF2B5EF4-FFF2-40B4-BE49-F238E27FC236}">
                    <a16:creationId xmlns:a16="http://schemas.microsoft.com/office/drawing/2014/main" id="{F7EDFD40-3FB4-4A11-B66E-155DE9ADA8BC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249768" cy="110534"/>
              </a:xfrm>
              <a:prstGeom prst="roundRect">
                <a:avLst/>
              </a:prstGeom>
              <a:solidFill>
                <a:srgbClr val="1A0C2F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8DF3DE8E-F9FC-4004-A2E7-589A43C49F93}"/>
                  </a:ext>
                </a:extLst>
              </p:cNvPr>
              <p:cNvSpPr/>
              <p:nvPr/>
            </p:nvSpPr>
            <p:spPr>
              <a:xfrm>
                <a:off x="5645145" y="3140870"/>
                <a:ext cx="100989" cy="110534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/>
              </a:p>
            </p:txBody>
          </p:sp>
        </p:grpSp>
        <p:pic>
          <p:nvPicPr>
            <p:cNvPr id="147" name="그림 146">
              <a:extLst>
                <a:ext uri="{FF2B5EF4-FFF2-40B4-BE49-F238E27FC236}">
                  <a16:creationId xmlns:a16="http://schemas.microsoft.com/office/drawing/2014/main" id="{0E0C56C7-D217-412F-A73F-2AEDF8379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1281" y="5337754"/>
              <a:ext cx="174868" cy="153348"/>
            </a:xfrm>
            <a:prstGeom prst="rect">
              <a:avLst/>
            </a:prstGeom>
          </p:spPr>
        </p:pic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C8AF8A04-1CC8-49CB-A90C-E17301F07693}"/>
              </a:ext>
            </a:extLst>
          </p:cNvPr>
          <p:cNvGrpSpPr/>
          <p:nvPr/>
        </p:nvGrpSpPr>
        <p:grpSpPr>
          <a:xfrm>
            <a:off x="9489098" y="5664462"/>
            <a:ext cx="203020" cy="69291"/>
            <a:chOff x="7066312" y="5337754"/>
            <a:chExt cx="449302" cy="153348"/>
          </a:xfrm>
        </p:grpSpPr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06795F45-8589-4422-AB62-F0AF575D8E3C}"/>
                </a:ext>
              </a:extLst>
            </p:cNvPr>
            <p:cNvGrpSpPr/>
            <p:nvPr/>
          </p:nvGrpSpPr>
          <p:grpSpPr>
            <a:xfrm>
              <a:off x="7089150" y="5343182"/>
              <a:ext cx="426464" cy="142494"/>
              <a:chOff x="5645143" y="3140870"/>
              <a:chExt cx="249769" cy="110534"/>
            </a:xfrm>
          </p:grpSpPr>
          <p:sp>
            <p:nvSpPr>
              <p:cNvPr id="153" name="사각형: 둥근 모서리 152">
                <a:extLst>
                  <a:ext uri="{FF2B5EF4-FFF2-40B4-BE49-F238E27FC236}">
                    <a16:creationId xmlns:a16="http://schemas.microsoft.com/office/drawing/2014/main" id="{D3E83E6E-FA08-4212-8EAA-879B86A3F4B9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249768" cy="110534"/>
              </a:xfrm>
              <a:prstGeom prst="roundRect">
                <a:avLst/>
              </a:prstGeom>
              <a:solidFill>
                <a:srgbClr val="1A0C2F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54" name="사각형: 둥근 모서리 153">
                <a:extLst>
                  <a:ext uri="{FF2B5EF4-FFF2-40B4-BE49-F238E27FC236}">
                    <a16:creationId xmlns:a16="http://schemas.microsoft.com/office/drawing/2014/main" id="{7EAD21A0-6FFD-4B5B-A2D4-D2006BD70137}"/>
                  </a:ext>
                </a:extLst>
              </p:cNvPr>
              <p:cNvSpPr/>
              <p:nvPr/>
            </p:nvSpPr>
            <p:spPr>
              <a:xfrm>
                <a:off x="5645143" y="3140870"/>
                <a:ext cx="247306" cy="110534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/>
              </a:p>
            </p:txBody>
          </p:sp>
        </p:grpSp>
        <p:pic>
          <p:nvPicPr>
            <p:cNvPr id="152" name="그림 151">
              <a:extLst>
                <a:ext uri="{FF2B5EF4-FFF2-40B4-BE49-F238E27FC236}">
                  <a16:creationId xmlns:a16="http://schemas.microsoft.com/office/drawing/2014/main" id="{4B9829A6-25FC-4FB6-B0CC-2F56944DE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6312" y="5337754"/>
              <a:ext cx="174868" cy="153348"/>
            </a:xfrm>
            <a:prstGeom prst="rect">
              <a:avLst/>
            </a:prstGeom>
          </p:spPr>
        </p:pic>
      </p:grp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2AC3A908-D89F-44A0-BB47-CA67129198E1}"/>
              </a:ext>
            </a:extLst>
          </p:cNvPr>
          <p:cNvGrpSpPr/>
          <p:nvPr/>
        </p:nvGrpSpPr>
        <p:grpSpPr>
          <a:xfrm>
            <a:off x="9709310" y="5664462"/>
            <a:ext cx="203018" cy="69291"/>
            <a:chOff x="7531343" y="5337754"/>
            <a:chExt cx="449299" cy="153348"/>
          </a:xfrm>
        </p:grpSpPr>
        <p:grpSp>
          <p:nvGrpSpPr>
            <p:cNvPr id="156" name="그룹 155">
              <a:extLst>
                <a:ext uri="{FF2B5EF4-FFF2-40B4-BE49-F238E27FC236}">
                  <a16:creationId xmlns:a16="http://schemas.microsoft.com/office/drawing/2014/main" id="{478EC72C-6B4F-435F-BEBB-A4E09DEAA74D}"/>
                </a:ext>
              </a:extLst>
            </p:cNvPr>
            <p:cNvGrpSpPr/>
            <p:nvPr/>
          </p:nvGrpSpPr>
          <p:grpSpPr>
            <a:xfrm>
              <a:off x="7554179" y="5343182"/>
              <a:ext cx="426463" cy="142494"/>
              <a:chOff x="5645144" y="3140870"/>
              <a:chExt cx="249768" cy="110534"/>
            </a:xfrm>
          </p:grpSpPr>
          <p:sp>
            <p:nvSpPr>
              <p:cNvPr id="158" name="사각형: 둥근 모서리 157">
                <a:extLst>
                  <a:ext uri="{FF2B5EF4-FFF2-40B4-BE49-F238E27FC236}">
                    <a16:creationId xmlns:a16="http://schemas.microsoft.com/office/drawing/2014/main" id="{8FD12C93-D345-477B-87C7-9F0CFD51FA99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249768" cy="110534"/>
              </a:xfrm>
              <a:prstGeom prst="roundRect">
                <a:avLst/>
              </a:prstGeom>
              <a:solidFill>
                <a:srgbClr val="1A0C2F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59" name="사각형: 둥근 모서리 158">
                <a:extLst>
                  <a:ext uri="{FF2B5EF4-FFF2-40B4-BE49-F238E27FC236}">
                    <a16:creationId xmlns:a16="http://schemas.microsoft.com/office/drawing/2014/main" id="{A6E66866-3205-43FA-88DC-8B9EA0A5E431}"/>
                  </a:ext>
                </a:extLst>
              </p:cNvPr>
              <p:cNvSpPr/>
              <p:nvPr/>
            </p:nvSpPr>
            <p:spPr>
              <a:xfrm>
                <a:off x="5645144" y="3140870"/>
                <a:ext cx="249768" cy="110534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/>
              </a:p>
            </p:txBody>
          </p:sp>
        </p:grpSp>
        <p:pic>
          <p:nvPicPr>
            <p:cNvPr id="157" name="그림 156">
              <a:extLst>
                <a:ext uri="{FF2B5EF4-FFF2-40B4-BE49-F238E27FC236}">
                  <a16:creationId xmlns:a16="http://schemas.microsoft.com/office/drawing/2014/main" id="{C3606604-9C2F-434B-8E2F-A86CBE5C9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1343" y="5337754"/>
              <a:ext cx="174868" cy="153348"/>
            </a:xfrm>
            <a:prstGeom prst="rect">
              <a:avLst/>
            </a:prstGeom>
          </p:spPr>
        </p:pic>
      </p:grpSp>
      <p:pic>
        <p:nvPicPr>
          <p:cNvPr id="160" name="그림 159">
            <a:extLst>
              <a:ext uri="{FF2B5EF4-FFF2-40B4-BE49-F238E27FC236}">
                <a16:creationId xmlns:a16="http://schemas.microsoft.com/office/drawing/2014/main" id="{B4C95537-54AF-4946-A07B-498C6AF85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7806" y="4802371"/>
            <a:ext cx="173978" cy="203778"/>
          </a:xfrm>
          <a:prstGeom prst="rect">
            <a:avLst/>
          </a:prstGeom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8905FDB4-0FFF-4389-9097-950CBE03B6F2}"/>
              </a:ext>
            </a:extLst>
          </p:cNvPr>
          <p:cNvSpPr txBox="1"/>
          <p:nvPr/>
        </p:nvSpPr>
        <p:spPr>
          <a:xfrm>
            <a:off x="9438297" y="5645241"/>
            <a:ext cx="298479" cy="1384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3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100%</a:t>
            </a:r>
            <a:endParaRPr lang="ko-KR" altLang="en-US" sz="3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B9E8913-B6FC-4846-AD8D-825D26CEDB44}"/>
              </a:ext>
            </a:extLst>
          </p:cNvPr>
          <p:cNvSpPr txBox="1"/>
          <p:nvPr/>
        </p:nvSpPr>
        <p:spPr>
          <a:xfrm>
            <a:off x="9661939" y="5645241"/>
            <a:ext cx="298479" cy="1384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3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240%</a:t>
            </a:r>
            <a:endParaRPr lang="ko-KR" altLang="en-US" sz="3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C8E7AE9-589E-40D6-8281-A0AA160FA822}"/>
              </a:ext>
            </a:extLst>
          </p:cNvPr>
          <p:cNvSpPr txBox="1"/>
          <p:nvPr/>
        </p:nvSpPr>
        <p:spPr>
          <a:xfrm>
            <a:off x="8807172" y="5672770"/>
            <a:ext cx="272831" cy="138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3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55%</a:t>
            </a:r>
            <a:endParaRPr lang="ko-KR" altLang="en-US" sz="3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A8142C25-F2EF-4704-A0E6-EDC9906DE6E4}"/>
              </a:ext>
            </a:extLst>
          </p:cNvPr>
          <p:cNvSpPr txBox="1"/>
          <p:nvPr/>
        </p:nvSpPr>
        <p:spPr>
          <a:xfrm>
            <a:off x="9026823" y="5672770"/>
            <a:ext cx="272831" cy="138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3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55%</a:t>
            </a:r>
            <a:endParaRPr lang="ko-KR" altLang="en-US" sz="3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161881B-610F-46BD-A870-550B7C9275D0}"/>
              </a:ext>
            </a:extLst>
          </p:cNvPr>
          <p:cNvSpPr txBox="1"/>
          <p:nvPr/>
        </p:nvSpPr>
        <p:spPr>
          <a:xfrm>
            <a:off x="9236651" y="5672770"/>
            <a:ext cx="272831" cy="138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3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10%</a:t>
            </a:r>
            <a:endParaRPr lang="ko-KR" altLang="en-US" sz="3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9B26F362-559D-4BBB-AFDE-15E331BD5B37}"/>
              </a:ext>
            </a:extLst>
          </p:cNvPr>
          <p:cNvGrpSpPr/>
          <p:nvPr/>
        </p:nvGrpSpPr>
        <p:grpSpPr>
          <a:xfrm>
            <a:off x="8796332" y="3952875"/>
            <a:ext cx="1155653" cy="26845"/>
            <a:chOff x="5645144" y="3140870"/>
            <a:chExt cx="249768" cy="110534"/>
          </a:xfrm>
        </p:grpSpPr>
        <p:sp>
          <p:nvSpPr>
            <p:cNvPr id="167" name="사각형: 둥근 모서리 166">
              <a:extLst>
                <a:ext uri="{FF2B5EF4-FFF2-40B4-BE49-F238E27FC236}">
                  <a16:creationId xmlns:a16="http://schemas.microsoft.com/office/drawing/2014/main" id="{295D026F-6E56-498B-96D3-A07863D59F4B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/>
            </a:p>
          </p:txBody>
        </p:sp>
        <p:sp>
          <p:nvSpPr>
            <p:cNvPr id="168" name="사각형: 둥근 모서리 167">
              <a:extLst>
                <a:ext uri="{FF2B5EF4-FFF2-40B4-BE49-F238E27FC236}">
                  <a16:creationId xmlns:a16="http://schemas.microsoft.com/office/drawing/2014/main" id="{FC1E35D9-AD4D-4F4F-A64D-C70DA4995E4B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/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D4D61524-CB70-476C-A730-8275C4B0C092}"/>
              </a:ext>
            </a:extLst>
          </p:cNvPr>
          <p:cNvSpPr txBox="1"/>
          <p:nvPr/>
        </p:nvSpPr>
        <p:spPr>
          <a:xfrm>
            <a:off x="8724260" y="4090864"/>
            <a:ext cx="344966" cy="1692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5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5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70" name="Picture 2" descr="돋보기 - 무료 도구 및기구개 아이콘">
            <a:extLst>
              <a:ext uri="{FF2B5EF4-FFF2-40B4-BE49-F238E27FC236}">
                <a16:creationId xmlns:a16="http://schemas.microsoft.com/office/drawing/2014/main" id="{B9336093-98EA-4839-8B9D-28D91DDE3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014" y="4130958"/>
            <a:ext cx="82375" cy="8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그림 170">
            <a:extLst>
              <a:ext uri="{FF2B5EF4-FFF2-40B4-BE49-F238E27FC236}">
                <a16:creationId xmlns:a16="http://schemas.microsoft.com/office/drawing/2014/main" id="{99B968B1-E960-4D70-945A-84B442745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013869" y="5428077"/>
            <a:ext cx="100950" cy="88526"/>
          </a:xfrm>
          <a:prstGeom prst="rect">
            <a:avLst/>
          </a:prstGeom>
        </p:spPr>
      </p:pic>
      <p:pic>
        <p:nvPicPr>
          <p:cNvPr id="172" name="그림 171">
            <a:extLst>
              <a:ext uri="{FF2B5EF4-FFF2-40B4-BE49-F238E27FC236}">
                <a16:creationId xmlns:a16="http://schemas.microsoft.com/office/drawing/2014/main" id="{5AA6C60F-C122-4F3C-A62E-75D9E763B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867" y="4644925"/>
            <a:ext cx="100950" cy="88526"/>
          </a:xfrm>
          <a:prstGeom prst="rect">
            <a:avLst/>
          </a:prstGeom>
        </p:spPr>
      </p:pic>
      <p:pic>
        <p:nvPicPr>
          <p:cNvPr id="173" name="그림 172">
            <a:extLst>
              <a:ext uri="{FF2B5EF4-FFF2-40B4-BE49-F238E27FC236}">
                <a16:creationId xmlns:a16="http://schemas.microsoft.com/office/drawing/2014/main" id="{A7546906-C321-4360-B5AE-4B2FAA8BF5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745" y="5123912"/>
            <a:ext cx="111938" cy="98161"/>
          </a:xfrm>
          <a:prstGeom prst="rect">
            <a:avLst/>
          </a:prstGeom>
        </p:spPr>
      </p:pic>
      <p:pic>
        <p:nvPicPr>
          <p:cNvPr id="174" name="그림 173">
            <a:extLst>
              <a:ext uri="{FF2B5EF4-FFF2-40B4-BE49-F238E27FC236}">
                <a16:creationId xmlns:a16="http://schemas.microsoft.com/office/drawing/2014/main" id="{6E03988D-5779-492A-A071-DA20BDA23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037" y="4861044"/>
            <a:ext cx="111938" cy="98161"/>
          </a:xfrm>
          <a:prstGeom prst="rect">
            <a:avLst/>
          </a:prstGeom>
        </p:spPr>
      </p:pic>
      <p:pic>
        <p:nvPicPr>
          <p:cNvPr id="175" name="그림 174">
            <a:extLst>
              <a:ext uri="{FF2B5EF4-FFF2-40B4-BE49-F238E27FC236}">
                <a16:creationId xmlns:a16="http://schemas.microsoft.com/office/drawing/2014/main" id="{D794A00F-CBDF-4DA8-9B0E-0083E1862A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510" y="4969362"/>
            <a:ext cx="111938" cy="98161"/>
          </a:xfrm>
          <a:prstGeom prst="rect">
            <a:avLst/>
          </a:prstGeom>
        </p:spPr>
      </p:pic>
      <p:pic>
        <p:nvPicPr>
          <p:cNvPr id="176" name="그림 175">
            <a:extLst>
              <a:ext uri="{FF2B5EF4-FFF2-40B4-BE49-F238E27FC236}">
                <a16:creationId xmlns:a16="http://schemas.microsoft.com/office/drawing/2014/main" id="{A81CE511-C93A-4B36-9EF4-263A1F7E64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124382" y="5252859"/>
            <a:ext cx="123820" cy="108580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4890889E-67B3-4FCE-8445-6E471542B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9880" y="4288212"/>
            <a:ext cx="111938" cy="98161"/>
          </a:xfrm>
          <a:prstGeom prst="rect">
            <a:avLst/>
          </a:prstGeom>
        </p:spPr>
      </p:pic>
      <p:pic>
        <p:nvPicPr>
          <p:cNvPr id="178" name="그림 177">
            <a:extLst>
              <a:ext uri="{FF2B5EF4-FFF2-40B4-BE49-F238E27FC236}">
                <a16:creationId xmlns:a16="http://schemas.microsoft.com/office/drawing/2014/main" id="{531EBB62-539E-4F6B-8011-E60FEF6165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462" y="5468892"/>
            <a:ext cx="111938" cy="98161"/>
          </a:xfrm>
          <a:prstGeom prst="rect">
            <a:avLst/>
          </a:prstGeom>
        </p:spPr>
      </p:pic>
      <p:pic>
        <p:nvPicPr>
          <p:cNvPr id="179" name="그림 178">
            <a:extLst>
              <a:ext uri="{FF2B5EF4-FFF2-40B4-BE49-F238E27FC236}">
                <a16:creationId xmlns:a16="http://schemas.microsoft.com/office/drawing/2014/main" id="{E8D458AF-1828-4FC7-922B-D85C0CAFD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325" y="4467338"/>
            <a:ext cx="111938" cy="98161"/>
          </a:xfrm>
          <a:prstGeom prst="rect">
            <a:avLst/>
          </a:prstGeom>
        </p:spPr>
      </p:pic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9BFE4909-A567-4048-A8A5-8DCD6546CB6F}"/>
              </a:ext>
            </a:extLst>
          </p:cNvPr>
          <p:cNvSpPr/>
          <p:nvPr/>
        </p:nvSpPr>
        <p:spPr>
          <a:xfrm>
            <a:off x="9063087" y="5769174"/>
            <a:ext cx="188693" cy="198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8E390B09-07C6-4F98-87ED-D6288EBBF412}"/>
              </a:ext>
            </a:extLst>
          </p:cNvPr>
          <p:cNvGrpSpPr/>
          <p:nvPr/>
        </p:nvGrpSpPr>
        <p:grpSpPr>
          <a:xfrm>
            <a:off x="9103199" y="5817205"/>
            <a:ext cx="107758" cy="105443"/>
            <a:chOff x="10356957" y="4935575"/>
            <a:chExt cx="321867" cy="314954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56C29889-62B3-40E7-B2AE-A8E9191EBC7A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83" name="직사각형 182">
              <a:extLst>
                <a:ext uri="{FF2B5EF4-FFF2-40B4-BE49-F238E27FC236}">
                  <a16:creationId xmlns:a16="http://schemas.microsoft.com/office/drawing/2014/main" id="{CC68DC62-F1B7-4A4E-8966-76016519EFF2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16624B3F-5266-428A-90BE-8828BA79C604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D96F3BA7-828F-41D9-A02E-0F18924F27A4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</p:grpSp>
      <p:pic>
        <p:nvPicPr>
          <p:cNvPr id="186" name="그림 185">
            <a:extLst>
              <a:ext uri="{FF2B5EF4-FFF2-40B4-BE49-F238E27FC236}">
                <a16:creationId xmlns:a16="http://schemas.microsoft.com/office/drawing/2014/main" id="{437CFCF6-09BD-4355-9AD7-697242977E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895" y="5838929"/>
            <a:ext cx="71219" cy="62454"/>
          </a:xfrm>
          <a:prstGeom prst="rect">
            <a:avLst/>
          </a:prstGeom>
        </p:spPr>
      </p:pic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C6B6B587-9F52-45A6-BEBD-27046888D515}"/>
              </a:ext>
            </a:extLst>
          </p:cNvPr>
          <p:cNvSpPr/>
          <p:nvPr/>
        </p:nvSpPr>
        <p:spPr>
          <a:xfrm>
            <a:off x="9282305" y="5769174"/>
            <a:ext cx="188693" cy="198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197BFFB9-183F-4BAF-8B18-3859B59047E1}"/>
              </a:ext>
            </a:extLst>
          </p:cNvPr>
          <p:cNvGrpSpPr/>
          <p:nvPr/>
        </p:nvGrpSpPr>
        <p:grpSpPr>
          <a:xfrm>
            <a:off x="9322418" y="5788110"/>
            <a:ext cx="107758" cy="159382"/>
            <a:chOff x="10356957" y="4774461"/>
            <a:chExt cx="321867" cy="47606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BBD1134A-0C54-40A8-8A83-44DF427A9D90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4778F228-2865-426C-AE7D-1142284564BE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1F64A026-7D37-468B-A33C-66CC4330CDA2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753D662D-54B2-494D-A198-23DDE0EF8F48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7D97E08E-F9E3-45C9-881E-C2EB912B3831}"/>
                </a:ext>
              </a:extLst>
            </p:cNvPr>
            <p:cNvSpPr/>
            <p:nvPr/>
          </p:nvSpPr>
          <p:spPr>
            <a:xfrm>
              <a:off x="10356958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5913918E-DF7A-40B6-9AF9-2D1BDAF92BB1}"/>
                </a:ext>
              </a:extLst>
            </p:cNvPr>
            <p:cNvSpPr/>
            <p:nvPr/>
          </p:nvSpPr>
          <p:spPr>
            <a:xfrm>
              <a:off x="10516581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</p:grpSp>
      <p:pic>
        <p:nvPicPr>
          <p:cNvPr id="198" name="그림 197">
            <a:extLst>
              <a:ext uri="{FF2B5EF4-FFF2-40B4-BE49-F238E27FC236}">
                <a16:creationId xmlns:a16="http://schemas.microsoft.com/office/drawing/2014/main" id="{9FD1C564-A45E-4197-8FCA-1687BDFE8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114" y="5826042"/>
            <a:ext cx="71219" cy="62454"/>
          </a:xfrm>
          <a:prstGeom prst="rect">
            <a:avLst/>
          </a:prstGeom>
        </p:spPr>
      </p:pic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DCA7247F-41CE-400A-859B-380BD0E9DEC3}"/>
              </a:ext>
            </a:extLst>
          </p:cNvPr>
          <p:cNvSpPr/>
          <p:nvPr/>
        </p:nvSpPr>
        <p:spPr>
          <a:xfrm>
            <a:off x="9501524" y="5769174"/>
            <a:ext cx="188693" cy="198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7341A918-7E65-47A0-AE12-CA7583F61504}"/>
              </a:ext>
            </a:extLst>
          </p:cNvPr>
          <p:cNvGrpSpPr/>
          <p:nvPr/>
        </p:nvGrpSpPr>
        <p:grpSpPr>
          <a:xfrm>
            <a:off x="9541637" y="5788110"/>
            <a:ext cx="107758" cy="159382"/>
            <a:chOff x="10356957" y="4774461"/>
            <a:chExt cx="321867" cy="47606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F079EC70-668C-4A72-8D82-C2FACBC078F9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CAB93904-C9AD-4337-8177-7FB9F729FBD4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AE644715-DE63-44D7-886E-E9ACDE246708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204" name="직사각형 203">
              <a:extLst>
                <a:ext uri="{FF2B5EF4-FFF2-40B4-BE49-F238E27FC236}">
                  <a16:creationId xmlns:a16="http://schemas.microsoft.com/office/drawing/2014/main" id="{89312CB4-9C8F-44C8-8571-E55C7AE1A541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EE602B1E-F505-4E94-8DA9-322F5E4A9D02}"/>
                </a:ext>
              </a:extLst>
            </p:cNvPr>
            <p:cNvSpPr/>
            <p:nvPr/>
          </p:nvSpPr>
          <p:spPr>
            <a:xfrm>
              <a:off x="10356958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DFE485FC-5F01-4C9A-830E-418EA2FC4C20}"/>
                </a:ext>
              </a:extLst>
            </p:cNvPr>
            <p:cNvSpPr/>
            <p:nvPr/>
          </p:nvSpPr>
          <p:spPr>
            <a:xfrm>
              <a:off x="10516581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</p:grpSp>
      <p:pic>
        <p:nvPicPr>
          <p:cNvPr id="207" name="그림 206">
            <a:extLst>
              <a:ext uri="{FF2B5EF4-FFF2-40B4-BE49-F238E27FC236}">
                <a16:creationId xmlns:a16="http://schemas.microsoft.com/office/drawing/2014/main" id="{412062F0-BE00-4C53-BA58-93798F90FD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332" y="5826042"/>
            <a:ext cx="71219" cy="62454"/>
          </a:xfrm>
          <a:prstGeom prst="rect">
            <a:avLst/>
          </a:prstGeom>
        </p:spPr>
      </p:pic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1AC02147-1207-4DFB-BC88-813E9E4C1070}"/>
              </a:ext>
            </a:extLst>
          </p:cNvPr>
          <p:cNvSpPr/>
          <p:nvPr/>
        </p:nvSpPr>
        <p:spPr>
          <a:xfrm>
            <a:off x="8796333" y="3952875"/>
            <a:ext cx="1164085" cy="2056105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24A76A4-756C-49F7-8432-9482E396AB56}"/>
              </a:ext>
            </a:extLst>
          </p:cNvPr>
          <p:cNvSpPr/>
          <p:nvPr/>
        </p:nvSpPr>
        <p:spPr>
          <a:xfrm>
            <a:off x="8884763" y="4542484"/>
            <a:ext cx="264141" cy="4963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DE750512-9FF8-4983-A769-EF63A2C0E5C9}"/>
              </a:ext>
            </a:extLst>
          </p:cNvPr>
          <p:cNvSpPr/>
          <p:nvPr/>
        </p:nvSpPr>
        <p:spPr>
          <a:xfrm>
            <a:off x="9246305" y="4542484"/>
            <a:ext cx="264141" cy="4963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5EBEE8A7-01F8-490F-872A-FBC1F1A75EF2}"/>
              </a:ext>
            </a:extLst>
          </p:cNvPr>
          <p:cNvSpPr/>
          <p:nvPr/>
        </p:nvSpPr>
        <p:spPr>
          <a:xfrm>
            <a:off x="9607847" y="4542484"/>
            <a:ext cx="264141" cy="4963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2F892B07-3F02-4190-87CF-E42EE319A088}"/>
              </a:ext>
            </a:extLst>
          </p:cNvPr>
          <p:cNvSpPr/>
          <p:nvPr/>
        </p:nvSpPr>
        <p:spPr>
          <a:xfrm>
            <a:off x="901481" y="1543492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ADE40C09-4A65-4F8E-9123-2033883B0000}"/>
              </a:ext>
            </a:extLst>
          </p:cNvPr>
          <p:cNvSpPr/>
          <p:nvPr/>
        </p:nvSpPr>
        <p:spPr>
          <a:xfrm>
            <a:off x="1002344" y="1619433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3" name="사각형: 둥근 모서리 212">
            <a:extLst>
              <a:ext uri="{FF2B5EF4-FFF2-40B4-BE49-F238E27FC236}">
                <a16:creationId xmlns:a16="http://schemas.microsoft.com/office/drawing/2014/main" id="{BD75BFEF-C968-4788-8F16-3F06B2775AF1}"/>
              </a:ext>
            </a:extLst>
          </p:cNvPr>
          <p:cNvSpPr/>
          <p:nvPr/>
        </p:nvSpPr>
        <p:spPr>
          <a:xfrm>
            <a:off x="997662" y="2162330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4" name="사각형: 둥근 모서리 213">
            <a:extLst>
              <a:ext uri="{FF2B5EF4-FFF2-40B4-BE49-F238E27FC236}">
                <a16:creationId xmlns:a16="http://schemas.microsoft.com/office/drawing/2014/main" id="{F43AAC74-541A-4873-93AD-1F9B382AF229}"/>
              </a:ext>
            </a:extLst>
          </p:cNvPr>
          <p:cNvSpPr/>
          <p:nvPr/>
        </p:nvSpPr>
        <p:spPr>
          <a:xfrm>
            <a:off x="2928420" y="1619433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CFF4CAF4-F602-4ABC-BA95-A618A5745394}"/>
              </a:ext>
            </a:extLst>
          </p:cNvPr>
          <p:cNvSpPr/>
          <p:nvPr/>
        </p:nvSpPr>
        <p:spPr>
          <a:xfrm>
            <a:off x="1964938" y="1619433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17" name="그림 216">
            <a:extLst>
              <a:ext uri="{FF2B5EF4-FFF2-40B4-BE49-F238E27FC236}">
                <a16:creationId xmlns:a16="http://schemas.microsoft.com/office/drawing/2014/main" id="{75542825-986A-43C6-BF48-E34BC4914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7" y="1627241"/>
            <a:ext cx="298293" cy="349388"/>
          </a:xfrm>
          <a:prstGeom prst="rect">
            <a:avLst/>
          </a:prstGeom>
        </p:spPr>
      </p:pic>
      <p:pic>
        <p:nvPicPr>
          <p:cNvPr id="244" name="그림 243">
            <a:extLst>
              <a:ext uri="{FF2B5EF4-FFF2-40B4-BE49-F238E27FC236}">
                <a16:creationId xmlns:a16="http://schemas.microsoft.com/office/drawing/2014/main" id="{7B52F004-4715-4873-B4CC-A9DDD6D9C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82" y="3419848"/>
            <a:ext cx="385031" cy="450981"/>
          </a:xfrm>
          <a:prstGeom prst="rect">
            <a:avLst/>
          </a:prstGeom>
        </p:spPr>
      </p:pic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F214B186-8007-4311-B443-D3FBA7254651}"/>
              </a:ext>
            </a:extLst>
          </p:cNvPr>
          <p:cNvGrpSpPr/>
          <p:nvPr/>
        </p:nvGrpSpPr>
        <p:grpSpPr>
          <a:xfrm>
            <a:off x="907911" y="1539831"/>
            <a:ext cx="2557573" cy="59411"/>
            <a:chOff x="5645144" y="3140870"/>
            <a:chExt cx="249768" cy="110534"/>
          </a:xfrm>
        </p:grpSpPr>
        <p:sp>
          <p:nvSpPr>
            <p:cNvPr id="251" name="사각형: 둥근 모서리 250">
              <a:extLst>
                <a:ext uri="{FF2B5EF4-FFF2-40B4-BE49-F238E27FC236}">
                  <a16:creationId xmlns:a16="http://schemas.microsoft.com/office/drawing/2014/main" id="{0E0D8CD9-735C-4BBE-B56E-BD7109A8B5A1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252" name="사각형: 둥근 모서리 251">
              <a:extLst>
                <a:ext uri="{FF2B5EF4-FFF2-40B4-BE49-F238E27FC236}">
                  <a16:creationId xmlns:a16="http://schemas.microsoft.com/office/drawing/2014/main" id="{7EF60877-2BF0-4757-8B77-1CFE038E93DC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sp>
        <p:nvSpPr>
          <p:cNvPr id="253" name="TextBox 252">
            <a:extLst>
              <a:ext uri="{FF2B5EF4-FFF2-40B4-BE49-F238E27FC236}">
                <a16:creationId xmlns:a16="http://schemas.microsoft.com/office/drawing/2014/main" id="{DA5C46CD-F429-4F47-8B41-4EFCA3E50046}"/>
              </a:ext>
            </a:extLst>
          </p:cNvPr>
          <p:cNvSpPr txBox="1"/>
          <p:nvPr/>
        </p:nvSpPr>
        <p:spPr>
          <a:xfrm>
            <a:off x="107070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254" name="Picture 2" descr="돋보기 - 무료 도구 및기구개 아이콘">
            <a:extLst>
              <a:ext uri="{FF2B5EF4-FFF2-40B4-BE49-F238E27FC236}">
                <a16:creationId xmlns:a16="http://schemas.microsoft.com/office/drawing/2014/main" id="{7679545F-AFEB-4AA2-80D6-CC771DBBB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그림 279">
            <a:extLst>
              <a:ext uri="{FF2B5EF4-FFF2-40B4-BE49-F238E27FC236}">
                <a16:creationId xmlns:a16="http://schemas.microsoft.com/office/drawing/2014/main" id="{3DA04980-71DF-40D9-9E69-90AD8EDA17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89340" y="4804595"/>
            <a:ext cx="223412" cy="195916"/>
          </a:xfrm>
          <a:prstGeom prst="rect">
            <a:avLst/>
          </a:prstGeom>
        </p:spPr>
      </p:pic>
      <p:pic>
        <p:nvPicPr>
          <p:cNvPr id="281" name="그림 280">
            <a:extLst>
              <a:ext uri="{FF2B5EF4-FFF2-40B4-BE49-F238E27FC236}">
                <a16:creationId xmlns:a16="http://schemas.microsoft.com/office/drawing/2014/main" id="{79DF7A45-B070-4EAF-9328-579BB2C39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950" y="3071404"/>
            <a:ext cx="223412" cy="195916"/>
          </a:xfrm>
          <a:prstGeom prst="rect">
            <a:avLst/>
          </a:prstGeom>
        </p:spPr>
      </p:pic>
      <p:pic>
        <p:nvPicPr>
          <p:cNvPr id="282" name="그림 281">
            <a:extLst>
              <a:ext uri="{FF2B5EF4-FFF2-40B4-BE49-F238E27FC236}">
                <a16:creationId xmlns:a16="http://schemas.microsoft.com/office/drawing/2014/main" id="{AF2B0FA0-97AC-43D0-9C92-62F30C048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97" y="4131449"/>
            <a:ext cx="247730" cy="217240"/>
          </a:xfrm>
          <a:prstGeom prst="rect">
            <a:avLst/>
          </a:prstGeom>
        </p:spPr>
      </p:pic>
      <p:pic>
        <p:nvPicPr>
          <p:cNvPr id="283" name="그림 282">
            <a:extLst>
              <a:ext uri="{FF2B5EF4-FFF2-40B4-BE49-F238E27FC236}">
                <a16:creationId xmlns:a16="http://schemas.microsoft.com/office/drawing/2014/main" id="{23914B74-0696-4729-8BA8-B5745BA50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23" y="3549696"/>
            <a:ext cx="247730" cy="217240"/>
          </a:xfrm>
          <a:prstGeom prst="rect">
            <a:avLst/>
          </a:prstGeom>
        </p:spPr>
      </p:pic>
      <p:pic>
        <p:nvPicPr>
          <p:cNvPr id="284" name="그림 283">
            <a:extLst>
              <a:ext uri="{FF2B5EF4-FFF2-40B4-BE49-F238E27FC236}">
                <a16:creationId xmlns:a16="http://schemas.microsoft.com/office/drawing/2014/main" id="{26F09AC0-872C-4719-9D60-B2593EC3E2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961" y="3789415"/>
            <a:ext cx="247730" cy="217240"/>
          </a:xfrm>
          <a:prstGeom prst="rect">
            <a:avLst/>
          </a:prstGeom>
        </p:spPr>
      </p:pic>
      <p:pic>
        <p:nvPicPr>
          <p:cNvPr id="285" name="그림 284">
            <a:extLst>
              <a:ext uri="{FF2B5EF4-FFF2-40B4-BE49-F238E27FC236}">
                <a16:creationId xmlns:a16="http://schemas.microsoft.com/office/drawing/2014/main" id="{C21D446A-B1B1-4B36-A36D-428C789F9C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33917" y="4416822"/>
            <a:ext cx="274025" cy="240298"/>
          </a:xfrm>
          <a:prstGeom prst="rect">
            <a:avLst/>
          </a:prstGeom>
        </p:spPr>
      </p:pic>
      <p:pic>
        <p:nvPicPr>
          <p:cNvPr id="286" name="그림 285">
            <a:extLst>
              <a:ext uri="{FF2B5EF4-FFF2-40B4-BE49-F238E27FC236}">
                <a16:creationId xmlns:a16="http://schemas.microsoft.com/office/drawing/2014/main" id="{61B2B556-7914-4AF6-92CD-C460A7B265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42" y="2281964"/>
            <a:ext cx="247730" cy="217240"/>
          </a:xfrm>
          <a:prstGeom prst="rect">
            <a:avLst/>
          </a:prstGeom>
        </p:spPr>
      </p:pic>
      <p:pic>
        <p:nvPicPr>
          <p:cNvPr id="287" name="그림 286">
            <a:extLst>
              <a:ext uri="{FF2B5EF4-FFF2-40B4-BE49-F238E27FC236}">
                <a16:creationId xmlns:a16="http://schemas.microsoft.com/office/drawing/2014/main" id="{D9C54A69-35B8-4926-8CF4-E59E7CC71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164" y="4894923"/>
            <a:ext cx="247730" cy="217240"/>
          </a:xfrm>
          <a:prstGeom prst="rect">
            <a:avLst/>
          </a:prstGeom>
        </p:spPr>
      </p:pic>
      <p:pic>
        <p:nvPicPr>
          <p:cNvPr id="288" name="그림 287">
            <a:extLst>
              <a:ext uri="{FF2B5EF4-FFF2-40B4-BE49-F238E27FC236}">
                <a16:creationId xmlns:a16="http://schemas.microsoft.com/office/drawing/2014/main" id="{B60A56E0-E451-4D52-99EB-CF9BD660B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97" y="2678388"/>
            <a:ext cx="247730" cy="217240"/>
          </a:xfrm>
          <a:prstGeom prst="rect">
            <a:avLst/>
          </a:prstGeom>
        </p:spPr>
      </p:pic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20EA9015-E719-40DA-8AC4-C606FC567BD9}"/>
              </a:ext>
            </a:extLst>
          </p:cNvPr>
          <p:cNvGrpSpPr/>
          <p:nvPr/>
        </p:nvGrpSpPr>
        <p:grpSpPr>
          <a:xfrm>
            <a:off x="911557" y="5223651"/>
            <a:ext cx="2498735" cy="817215"/>
            <a:chOff x="4587404" y="4396748"/>
            <a:chExt cx="2498735" cy="817215"/>
          </a:xfrm>
        </p:grpSpPr>
        <p:sp>
          <p:nvSpPr>
            <p:cNvPr id="188" name="사각형: 둥근 모서리 187">
              <a:extLst>
                <a:ext uri="{FF2B5EF4-FFF2-40B4-BE49-F238E27FC236}">
                  <a16:creationId xmlns:a16="http://schemas.microsoft.com/office/drawing/2014/main" id="{364DDAE2-6C69-4F4E-90C7-90C2FA7D58C4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89" name="사각형: 둥근 모서리 188">
              <a:extLst>
                <a:ext uri="{FF2B5EF4-FFF2-40B4-BE49-F238E27FC236}">
                  <a16:creationId xmlns:a16="http://schemas.microsoft.com/office/drawing/2014/main" id="{7F155ABE-0694-4838-92B2-B649EBE28141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289" name="직사각형 288">
              <a:extLst>
                <a:ext uri="{FF2B5EF4-FFF2-40B4-BE49-F238E27FC236}">
                  <a16:creationId xmlns:a16="http://schemas.microsoft.com/office/drawing/2014/main" id="{D5F649AC-B94E-4A43-9D5C-4B3B280257F4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90" name="그룹 289">
              <a:extLst>
                <a:ext uri="{FF2B5EF4-FFF2-40B4-BE49-F238E27FC236}">
                  <a16:creationId xmlns:a16="http://schemas.microsoft.com/office/drawing/2014/main" id="{5FC276E3-503C-4F6A-B42C-037069ACA9BE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15" name="직사각형 314">
                <a:extLst>
                  <a:ext uri="{FF2B5EF4-FFF2-40B4-BE49-F238E27FC236}">
                    <a16:creationId xmlns:a16="http://schemas.microsoft.com/office/drawing/2014/main" id="{DDAD0174-4595-4AD9-A741-07D1588A9A76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16" name="직사각형 315">
                <a:extLst>
                  <a:ext uri="{FF2B5EF4-FFF2-40B4-BE49-F238E27FC236}">
                    <a16:creationId xmlns:a16="http://schemas.microsoft.com/office/drawing/2014/main" id="{5B39A3B8-3744-4A51-A51D-A592940C5AE4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17" name="직사각형 316">
                <a:extLst>
                  <a:ext uri="{FF2B5EF4-FFF2-40B4-BE49-F238E27FC236}">
                    <a16:creationId xmlns:a16="http://schemas.microsoft.com/office/drawing/2014/main" id="{63E50830-4F30-4B45-96F3-EF65E360147D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18" name="직사각형 317">
                <a:extLst>
                  <a:ext uri="{FF2B5EF4-FFF2-40B4-BE49-F238E27FC236}">
                    <a16:creationId xmlns:a16="http://schemas.microsoft.com/office/drawing/2014/main" id="{42D059FC-5906-4810-9ADB-D46E87268859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291" name="그림 290">
              <a:extLst>
                <a:ext uri="{FF2B5EF4-FFF2-40B4-BE49-F238E27FC236}">
                  <a16:creationId xmlns:a16="http://schemas.microsoft.com/office/drawing/2014/main" id="{1C31FB9B-5035-445B-A765-DA3A37A46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292" name="직사각형 291">
              <a:extLst>
                <a:ext uri="{FF2B5EF4-FFF2-40B4-BE49-F238E27FC236}">
                  <a16:creationId xmlns:a16="http://schemas.microsoft.com/office/drawing/2014/main" id="{4D033632-1034-43CE-A32C-2E54E7835BE3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93" name="그룹 292">
              <a:extLst>
                <a:ext uri="{FF2B5EF4-FFF2-40B4-BE49-F238E27FC236}">
                  <a16:creationId xmlns:a16="http://schemas.microsoft.com/office/drawing/2014/main" id="{7F92347E-5DFF-4C78-86D5-4008C14D911E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09" name="직사각형 308">
                <a:extLst>
                  <a:ext uri="{FF2B5EF4-FFF2-40B4-BE49-F238E27FC236}">
                    <a16:creationId xmlns:a16="http://schemas.microsoft.com/office/drawing/2014/main" id="{D7E37C3B-D64F-4D6F-8011-3A911EB6AADC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10" name="직사각형 309">
                <a:extLst>
                  <a:ext uri="{FF2B5EF4-FFF2-40B4-BE49-F238E27FC236}">
                    <a16:creationId xmlns:a16="http://schemas.microsoft.com/office/drawing/2014/main" id="{9971CF10-6DEC-4C9B-A910-228EC9225067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11" name="직사각형 310">
                <a:extLst>
                  <a:ext uri="{FF2B5EF4-FFF2-40B4-BE49-F238E27FC236}">
                    <a16:creationId xmlns:a16="http://schemas.microsoft.com/office/drawing/2014/main" id="{E1E7A08D-35A3-4B7C-B8A6-19D7B96C88B6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12" name="직사각형 311">
                <a:extLst>
                  <a:ext uri="{FF2B5EF4-FFF2-40B4-BE49-F238E27FC236}">
                    <a16:creationId xmlns:a16="http://schemas.microsoft.com/office/drawing/2014/main" id="{03FFEBA2-35BB-4AF9-B63D-84EB96273B49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13" name="직사각형 312">
                <a:extLst>
                  <a:ext uri="{FF2B5EF4-FFF2-40B4-BE49-F238E27FC236}">
                    <a16:creationId xmlns:a16="http://schemas.microsoft.com/office/drawing/2014/main" id="{ED4CB327-7811-439D-85AE-34DE6C36CF5E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14" name="직사각형 313">
                <a:extLst>
                  <a:ext uri="{FF2B5EF4-FFF2-40B4-BE49-F238E27FC236}">
                    <a16:creationId xmlns:a16="http://schemas.microsoft.com/office/drawing/2014/main" id="{50FC9813-9D2C-4022-84F8-3935938982D5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294" name="그림 293">
              <a:extLst>
                <a:ext uri="{FF2B5EF4-FFF2-40B4-BE49-F238E27FC236}">
                  <a16:creationId xmlns:a16="http://schemas.microsoft.com/office/drawing/2014/main" id="{C0EB3161-6DE1-4F08-91F3-61C58B5ED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295" name="직사각형 294">
              <a:extLst>
                <a:ext uri="{FF2B5EF4-FFF2-40B4-BE49-F238E27FC236}">
                  <a16:creationId xmlns:a16="http://schemas.microsoft.com/office/drawing/2014/main" id="{4DDB8D42-4AD4-44EA-902F-FFAB3676B2D9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96" name="그룹 295">
              <a:extLst>
                <a:ext uri="{FF2B5EF4-FFF2-40B4-BE49-F238E27FC236}">
                  <a16:creationId xmlns:a16="http://schemas.microsoft.com/office/drawing/2014/main" id="{33242C9D-656E-4CE7-86E1-A74F184FF4A6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03" name="직사각형 302">
                <a:extLst>
                  <a:ext uri="{FF2B5EF4-FFF2-40B4-BE49-F238E27FC236}">
                    <a16:creationId xmlns:a16="http://schemas.microsoft.com/office/drawing/2014/main" id="{B8B059AB-3C62-4326-A191-9AE50C05EE97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04" name="직사각형 303">
                <a:extLst>
                  <a:ext uri="{FF2B5EF4-FFF2-40B4-BE49-F238E27FC236}">
                    <a16:creationId xmlns:a16="http://schemas.microsoft.com/office/drawing/2014/main" id="{ED8D1B99-D502-4795-9004-BEAC8F2ECA81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05" name="직사각형 304">
                <a:extLst>
                  <a:ext uri="{FF2B5EF4-FFF2-40B4-BE49-F238E27FC236}">
                    <a16:creationId xmlns:a16="http://schemas.microsoft.com/office/drawing/2014/main" id="{875FB22D-9241-4543-A52D-A9EC303EE874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06" name="직사각형 305">
                <a:extLst>
                  <a:ext uri="{FF2B5EF4-FFF2-40B4-BE49-F238E27FC236}">
                    <a16:creationId xmlns:a16="http://schemas.microsoft.com/office/drawing/2014/main" id="{AA280D74-FA76-4FEF-82DA-663D5A27B45C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07" name="직사각형 306">
                <a:extLst>
                  <a:ext uri="{FF2B5EF4-FFF2-40B4-BE49-F238E27FC236}">
                    <a16:creationId xmlns:a16="http://schemas.microsoft.com/office/drawing/2014/main" id="{269E49E0-D68B-4C6E-8FC9-9F6309338B46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08" name="직사각형 307">
                <a:extLst>
                  <a:ext uri="{FF2B5EF4-FFF2-40B4-BE49-F238E27FC236}">
                    <a16:creationId xmlns:a16="http://schemas.microsoft.com/office/drawing/2014/main" id="{DC09EDBF-456D-490C-8379-73FE6F9F7E06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297" name="그림 296">
              <a:extLst>
                <a:ext uri="{FF2B5EF4-FFF2-40B4-BE49-F238E27FC236}">
                  <a16:creationId xmlns:a16="http://schemas.microsoft.com/office/drawing/2014/main" id="{5E513AC1-5DDD-40AF-AD66-279F40849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298" name="사각형: 둥근 모서리 297">
              <a:extLst>
                <a:ext uri="{FF2B5EF4-FFF2-40B4-BE49-F238E27FC236}">
                  <a16:creationId xmlns:a16="http://schemas.microsoft.com/office/drawing/2014/main" id="{AAA20522-BE02-4EA4-8FC5-CEB68B9A3E56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8726F5BC-9838-4B15-83B4-3E86E02F11A4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300" name="그룹 299">
              <a:extLst>
                <a:ext uri="{FF2B5EF4-FFF2-40B4-BE49-F238E27FC236}">
                  <a16:creationId xmlns:a16="http://schemas.microsoft.com/office/drawing/2014/main" id="{1414B595-F86F-4C98-B3EF-628F6F3E4A2D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301" name="사각형: 둥근 모서리 300">
                <a:extLst>
                  <a:ext uri="{FF2B5EF4-FFF2-40B4-BE49-F238E27FC236}">
                    <a16:creationId xmlns:a16="http://schemas.microsoft.com/office/drawing/2014/main" id="{8633C404-F3DF-48BB-A351-D69DC5F28542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302" name="Picture 12">
                <a:extLst>
                  <a:ext uri="{FF2B5EF4-FFF2-40B4-BE49-F238E27FC236}">
                    <a16:creationId xmlns:a16="http://schemas.microsoft.com/office/drawing/2014/main" id="{B2AFE58B-DE1A-4A1B-BDF9-61983E8D86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401532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2438</TotalTime>
  <Words>3245</Words>
  <Application>Microsoft Office PowerPoint</Application>
  <PresentationFormat>와이드스크린</PresentationFormat>
  <Paragraphs>568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맑은 고딕</vt:lpstr>
      <vt:lpstr>에스코어 드림 3 Light</vt:lpstr>
      <vt:lpstr>에스코어 드림 5 Medium</vt:lpstr>
      <vt:lpstr>에스코어 드림 7 ExtraBold</vt:lpstr>
      <vt:lpstr>에스코어 드림 9 Black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박준병</dc:creator>
  <cp:lastModifiedBy>박준병</cp:lastModifiedBy>
  <cp:revision>799</cp:revision>
  <dcterms:created xsi:type="dcterms:W3CDTF">2025-03-08T18:51:50Z</dcterms:created>
  <dcterms:modified xsi:type="dcterms:W3CDTF">2025-04-17T20:35:53Z</dcterms:modified>
</cp:coreProperties>
</file>